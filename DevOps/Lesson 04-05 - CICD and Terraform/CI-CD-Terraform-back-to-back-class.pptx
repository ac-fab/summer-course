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1"/>
  </p:notesMasterIdLst>
  <p:sldIdLst>
    <p:sldId id="256" r:id="rId2"/>
    <p:sldId id="257" r:id="rId3"/>
    <p:sldId id="258" r:id="rId4"/>
    <p:sldId id="259" r:id="rId5"/>
    <p:sldId id="260" r:id="rId6"/>
    <p:sldId id="261" r:id="rId7"/>
    <p:sldId id="262" r:id="rId8"/>
    <p:sldId id="263" r:id="rId9"/>
    <p:sldId id="264" r:id="rId10"/>
    <p:sldId id="265" r:id="rId11"/>
    <p:sldId id="28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Lst>
  <p:sldSz cx="9144000" cy="5143500" type="screen16x9"/>
  <p:notesSz cx="6858000" cy="9144000"/>
  <p:embeddedFontLst>
    <p:embeddedFont>
      <p:font typeface="Roboto" panose="02000000000000000000" pitchFamily="2" charset="0"/>
      <p:regular r:id="rId32"/>
      <p:bold r:id="rId33"/>
      <p:italic r:id="rId34"/>
      <p:boldItalic r:id="rId35"/>
    </p:embeddedFont>
  </p:embeddedFontLst>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B9063A8-BC75-44AB-A561-BE0A82F3F6A3}">
  <a:tblStyle styleId="{5B9063A8-BC75-44AB-A561-BE0A82F3F6A3}"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77908" autoAdjust="0"/>
  </p:normalViewPr>
  <p:slideViewPr>
    <p:cSldViewPr snapToGrid="0">
      <p:cViewPr varScale="1">
        <p:scale>
          <a:sx n="85" d="100"/>
          <a:sy n="85" d="100"/>
        </p:scale>
        <p:origin x="1378"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2.fntdata"/><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1.fntdata"/><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4.fnt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dk2" tx2="lt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lnSpc>
                <a:spcPct val="100000"/>
              </a:lnSpc>
              <a:spcBef>
                <a:spcPts val="0"/>
              </a:spcBef>
              <a:spcAft>
                <a:spcPts val="0"/>
              </a:spcAft>
              <a:buNone/>
            </a:pPr>
            <a:r>
              <a:t>Frame the two classes as one workflow.</a:t>
            </a:r>
          </a:p>
          <a:p>
            <a:pPr marL="0" indent="0" algn="l">
              <a:lnSpc>
                <a:spcPct val="100000"/>
              </a:lnSpc>
              <a:spcBef>
                <a:spcPts val="0"/>
              </a:spcBef>
              <a:spcAft>
                <a:spcPts val="0"/>
              </a:spcAft>
              <a:buNone/>
            </a:pPr>
            <a:r>
              <a:t>GitHub Actions provides automated evidence for application changes.</a:t>
            </a:r>
          </a:p>
          <a:p>
            <a:pPr marL="0" indent="0" algn="l">
              <a:lnSpc>
                <a:spcPct val="100000"/>
              </a:lnSpc>
              <a:spcBef>
                <a:spcPts val="0"/>
              </a:spcBef>
              <a:spcAft>
                <a:spcPts val="0"/>
              </a:spcAft>
              <a:buNone/>
            </a:pPr>
            <a:r>
              <a:t>Terraform provides plan evidence for infrastructure changes.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Normalize errors before the lab begins.</a:t>
            </a:r>
          </a:p>
          <a:p>
            <a:r>
              <a:t>Students will hit indentation mistakes, missing dependencies, and failing tests.</a:t>
            </a:r>
          </a:p>
          <a:p>
            <a:r>
              <a:t>The habit we want is calm diagnosis from logs.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Make the handoff explicit: CI/CD is not only app deployment; it is a change-control habit.</a:t>
            </a:r>
          </a:p>
          <a:p>
            <a:r>
              <a:t>Terraform gives infrastructure the same reviewable change path.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Many teams say CI/CD when they only mean tests.</a:t>
            </a:r>
          </a:p>
          <a:p>
            <a:r>
              <a:t>Use the distinction to explain why approvals, artifacts, and verification belong in the conversation.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spcBef>
                <a:spcPts val="0"/>
              </a:spcBef>
              <a:spcAft>
                <a:spcPts val="0"/>
              </a:spcAft>
              <a:buNone/>
            </a:pPr>
            <a:r>
              <a:t>Use one bug-fix example moving through branch, pull request, checks, artifact, staging, and production.</a:t>
            </a:r>
          </a:p>
          <a:p>
            <a:pPr marL="0" indent="0" algn="l">
              <a:spcBef>
                <a:spcPts val="0"/>
              </a:spcBef>
              <a:spcAft>
                <a:spcPts val="0"/>
              </a:spcAft>
              <a:buNone/>
            </a:pPr>
            <a:r>
              <a:t>Ask where a human approval belongs in their environment.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the visual to connect Agile, CI/CD, and DevOps.</a:t>
            </a:r>
          </a:p>
          <a:p>
            <a:r>
              <a:t>CI/CD is the technical path where quality checks, reviews, and release evidence become visible.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Most students will name speed first.</a:t>
            </a:r>
          </a:p>
          <a:p>
            <a:r>
              <a:t>Point out that traceability and repeatability often become the bigger operational value.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important shift is from 'I ran it on my machine' to 'the repository can prove this change.'</a:t>
            </a:r>
          </a:p>
          <a:p>
            <a:r>
              <a:t>Point to the workflow run as the shared source of evidence.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Keep this slide concrete.</a:t>
            </a:r>
          </a:p>
          <a:p>
            <a:r>
              <a:t>Have students point to each concept in the workflow file during the lab.</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Show a minimal </a:t>
            </a:r>
            <a:r>
              <a:rPr dirty="0" err="1"/>
              <a:t>ci.yml</a:t>
            </a:r>
            <a:r>
              <a:rPr dirty="0"/>
              <a:t> file live rather than crowding this slide.</a:t>
            </a:r>
          </a:p>
          <a:p>
            <a:r>
              <a:rPr dirty="0"/>
              <a:t>Emphasize that YAML defines the automation; the runner executes it.</a:t>
            </a:r>
          </a:p>
          <a:p>
            <a:r>
              <a:rPr dirty="0"/>
              <a:t>Use actions/checkout and actions/setup-python as examples if using the GitHub Skills lab.</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07969D-48A1-0F6A-170C-717B3340A8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687A98-ABD2-048D-E9F6-CEE386CA7E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8A023C-C579-B6C7-3535-7AC85651E389}"/>
              </a:ext>
            </a:extLst>
          </p:cNvPr>
          <p:cNvSpPr>
            <a:spLocks noGrp="1"/>
          </p:cNvSpPr>
          <p:nvPr>
            <p:ph type="body" idx="1"/>
          </p:nvPr>
        </p:nvSpPr>
        <p:spPr/>
        <p:txBody>
          <a:bodyPr/>
          <a:lstStyle/>
          <a:p>
            <a:r>
              <a:rPr dirty="0"/>
              <a:t>Show a minimal </a:t>
            </a:r>
            <a:r>
              <a:rPr dirty="0" err="1"/>
              <a:t>ci.yml</a:t>
            </a:r>
            <a:r>
              <a:rPr dirty="0"/>
              <a:t> file live rather than crowding this slide.</a:t>
            </a:r>
          </a:p>
          <a:p>
            <a:r>
              <a:rPr dirty="0"/>
              <a:t>Emphasize that YAML defines the automation; the runner executes it.</a:t>
            </a:r>
          </a:p>
          <a:p>
            <a:r>
              <a:rPr dirty="0"/>
              <a:t>Use actions/checkout and actions/setup-python as examples if using the GitHub Skills lab.</a:t>
            </a:r>
          </a:p>
        </p:txBody>
      </p:sp>
      <p:sp>
        <p:nvSpPr>
          <p:cNvPr id="4" name="Slide Number Placeholder 3">
            <a:extLst>
              <a:ext uri="{FF2B5EF4-FFF2-40B4-BE49-F238E27FC236}">
                <a16:creationId xmlns:a16="http://schemas.microsoft.com/office/drawing/2014/main" id="{A41B1B08-5E07-1CE3-D02C-BFE573025575}"/>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6427183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the official GitHub Skills lab if students do not already have a sample repository.</a:t>
            </a:r>
          </a:p>
          <a:p>
            <a:r>
              <a:t>Have them intentionally break the test before fixing it.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Connect this to the lab: the workflow run becomes part of the merge decision.</a:t>
            </a:r>
          </a:p>
          <a:p>
            <a:r>
              <a:t>If students have limited repository permissions, demo this part instead of requiring every student to configure it.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Students often read only the last red line.</a:t>
            </a:r>
          </a:p>
          <a:p>
            <a:r>
              <a:t>Model a calm log-reading workflow during the lab.</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bridge slide between the two back-to-back classes.</a:t>
            </a:r>
          </a:p>
          <a:p>
            <a:r>
              <a:t>Students should recognize the same change discipline before learning Terraform syntax.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this slide as the closing resource list for students.</a:t>
            </a:r>
          </a:p>
          <a:p>
            <a:r>
              <a:t>The Terraform lab path intentionally avoids provider credentials and cloud cost.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End with the common discipline, not the specific tools.</a:t>
            </a:r>
          </a:p>
          <a:p>
            <a:r>
              <a:t>Ask students to name one manual step in their current workflow that can become a checked, reviewable automation.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If time is limited, run this as an instructor demo.</a:t>
            </a:r>
          </a:p>
          <a:p>
            <a:r>
              <a:t>The goal is to make the two classes feel like one workflow, not two unrelated tools.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closes the back-to-back loop.</a:t>
            </a:r>
          </a:p>
          <a:p>
            <a:r>
              <a:t>The same repository workflow can test application code and check Terraform configuration.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this local lab, state is low risk.</a:t>
            </a:r>
          </a:p>
          <a:p>
            <a:r>
              <a:t>In real work, state can contain sensitive data and needs an appropriate backend, access control, and locking.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 modules as an interface, not just as folders.</a:t>
            </a:r>
          </a:p>
          <a:p>
            <a:r>
              <a:t>Inputs and outputs are the contract between caller and module.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strongest link to CI/CD.</a:t>
            </a:r>
          </a:p>
          <a:p>
            <a:r>
              <a:t>A Terraform plan is the infrastructure equivalent of a reviewable test result and diff.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Have students predict the plan before apply.</a:t>
            </a:r>
          </a:p>
          <a:p>
            <a:r>
              <a:t>Use terraform_data because it stores values in state without needing a cloud provider.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Keep this lightweight before the lab.</a:t>
            </a:r>
          </a:p>
          <a:p>
            <a:r>
              <a:t>Variables, locals, and outputs are enough to make the first lab feel real without cloud access.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the same command rhythm in every lab.</a:t>
            </a:r>
          </a:p>
          <a:p>
            <a:r>
              <a:t>The goal is muscle memory around plan before apply.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Emphasize state early.</a:t>
            </a:r>
          </a:p>
          <a:p>
            <a:r>
              <a:t>Students often treat state as an implementation detail, but it is central to how Terraform tracks managed objects.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Connect this directly to pull requests: both workflows ask for evidence before accepting change.</a:t>
            </a:r>
          </a:p>
          <a:p>
            <a:r>
              <a:t>The business value is not only automation; it is traceability and repeatability.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Terraform 1.4 or later supports terraform_data.</a:t>
            </a:r>
          </a:p>
          <a:p>
            <a:r>
              <a:t>If you want terraform test provider mocking later, use a newer Terraform version, but this deck does not depend on mocking.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Be clear that local training is not pretending to be cloud infrastructure.</a:t>
            </a:r>
          </a:p>
          <a:p>
            <a:r>
              <a:rPr dirty="0"/>
              <a:t>It isolates the Terraform workflow from credential, billing, and network complexity.</a:t>
            </a:r>
          </a:p>
          <a:p>
            <a:r>
              <a:rPr dirty="0"/>
              <a:t>Reference: Terraform </a:t>
            </a:r>
            <a:r>
              <a:rPr dirty="0" err="1"/>
              <a:t>terraform_data</a:t>
            </a:r>
            <a:r>
              <a:rPr dirty="0"/>
              <a:t> stores values that follow a managed resource lifecycle.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p:cSld name="Title Slide">
    <p:bg>
      <p:bgPr>
        <a:solidFill>
          <a:srgbClr val="221F20"/>
        </a:solidFill>
        <a:effectLst/>
      </p:bgPr>
    </p:bg>
    <p:spTree>
      <p:nvGrpSpPr>
        <p:cNvPr id="1" name=""/>
        <p:cNvGrpSpPr/>
        <p:nvPr/>
      </p:nvGrpSpPr>
      <p:grpSpPr>
        <a:xfrm>
          <a:off x="0" y="0"/>
          <a:ext cx="0" cy="0"/>
          <a:chOff x="0" y="0"/>
          <a:chExt cx="0" cy="0"/>
        </a:xfrm>
      </p:grpSpPr>
      <p:sp>
        <p:nvSpPr>
          <p:cNvPr id="19" name="Google Shape;19;p3">
            <a:extLst>
              <a:ext uri="{FF2B5EF4-FFF2-40B4-BE49-F238E27FC236}">
                <a16:creationId xmlns:a16="http://schemas.microsoft.com/office/drawing/2014/main" id="{5B571F15-DDB9-4616-90CB-DF2B2DA8AFB0}"/>
              </a:ext>
            </a:extLst>
          </p:cNvPr>
          <p:cNvSpPr>
            <a:spLocks noGrp="1"/>
          </p:cNvSpPr>
          <p:nvPr>
            <p:ph type="dt" idx="10"/>
          </p:nvPr>
        </p:nvSpPr>
        <p:spPr>
          <a:xfrm>
            <a:off x="410766" y="4972050"/>
            <a:ext cx="617934" cy="171450"/>
          </a:xfrm>
          <a:prstGeom prst="rect">
            <a:avLst/>
          </a:prstGeom>
          <a:noFill/>
          <a:ln>
            <a:noFill/>
          </a:ln>
        </p:spPr>
        <p:txBody>
          <a:bodyPr spcFirstLastPara="1" wrap="square" lIns="0" tIns="45700" rIns="0" bIns="45700" anchor="b">
            <a:noAutofit/>
          </a:bodyPr>
          <a:lstStyle>
            <a:lvl1pPr algn="l">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a:endParaRPr/>
          </a:p>
        </p:txBody>
      </p:sp>
      <p:sp>
        <p:nvSpPr>
          <p:cNvPr id="20" name="Google Shape;20;p3">
            <a:extLst>
              <a:ext uri="{FF2B5EF4-FFF2-40B4-BE49-F238E27FC236}">
                <a16:creationId xmlns:a16="http://schemas.microsoft.com/office/drawing/2014/main" id="{3C6450AA-B01B-4F28-8220-5936BF19A5D6}"/>
              </a:ext>
            </a:extLst>
          </p:cNvPr>
          <p:cNvSpPr>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oAutofit/>
          </a:bodyPr>
          <a:lstStyle>
            <a:lvl1pPr marL="0" indent="0" algn="r">
              <a:spcBef>
                <a:spcPts val="0"/>
              </a:spcBef>
              <a:spcAft>
                <a:spcPts val="0"/>
              </a:spcAft>
              <a:buNone/>
              <a:defRPr/>
            </a:lvl1pPr>
            <a:lvl2pPr marL="0" indent="0" algn="r">
              <a:spcBef>
                <a:spcPts val="0"/>
              </a:spcBef>
              <a:spcAft>
                <a:spcPts val="0"/>
              </a:spcAft>
              <a:buNone/>
              <a:defRPr/>
            </a:lvl2pPr>
            <a:lvl3pPr marL="0" indent="0" algn="r">
              <a:spcBef>
                <a:spcPts val="0"/>
              </a:spcBef>
              <a:spcAft>
                <a:spcPts val="0"/>
              </a:spcAft>
              <a:buNone/>
              <a:defRPr/>
            </a:lvl3pPr>
            <a:lvl4pPr marL="0" indent="0" algn="r">
              <a:spcBef>
                <a:spcPts val="0"/>
              </a:spcBef>
              <a:spcAft>
                <a:spcPts val="0"/>
              </a:spcAft>
              <a:buNone/>
              <a:defRPr/>
            </a:lvl4pPr>
            <a:lvl5pPr marL="0" indent="0" algn="r">
              <a:spcBef>
                <a:spcPts val="0"/>
              </a:spcBef>
              <a:spcAft>
                <a:spcPts val="0"/>
              </a:spcAft>
              <a:buNone/>
              <a:defRPr/>
            </a:lvl5pPr>
            <a:lvl6pPr marL="0" indent="0" algn="r">
              <a:spcBef>
                <a:spcPts val="0"/>
              </a:spcBef>
              <a:spcAft>
                <a:spcPts val="0"/>
              </a:spcAft>
              <a:buNone/>
              <a:defRPr/>
            </a:lvl6pPr>
            <a:lvl7pPr marL="0" indent="0" algn="r">
              <a:spcBef>
                <a:spcPts val="0"/>
              </a:spcBef>
              <a:spcAft>
                <a:spcPts val="0"/>
              </a:spcAft>
              <a:buNone/>
              <a:defRPr/>
            </a:lvl7pPr>
            <a:lvl8pPr marL="0" indent="0" algn="r">
              <a:spcBef>
                <a:spcPts val="0"/>
              </a:spcBef>
              <a:spcAft>
                <a:spcPts val="0"/>
              </a:spcAft>
              <a:buNone/>
              <a:defRPr/>
            </a:lvl8pPr>
            <a:lvl9pPr marL="0" indent="0" algn="r">
              <a:spcBef>
                <a:spcPts val="0"/>
              </a:spcBef>
              <a:spcAft>
                <a:spcPts val="0"/>
              </a:spcAft>
              <a:buNone/>
              <a:defRPr/>
            </a:lvl9pPr>
          </a:lstStyle>
          <a:p>
            <a:pPr marL="0" indent="0" algn="r">
              <a:spcBef>
                <a:spcPts val="0"/>
              </a:spcBef>
              <a:spcAft>
                <a:spcPts val="0"/>
              </a:spcAft>
              <a:buNone/>
            </a:pPr>
            <a:fld id="{00000000-1234-1234-1234-123412341234}" type="slidenum">
              <a:t>‹#›</a:t>
            </a:fld>
            <a:endParaRPr/>
          </a:p>
        </p:txBody>
      </p:sp>
      <p:sp>
        <p:nvSpPr>
          <p:cNvPr id="21" name="Google Shape;21;p3">
            <a:extLst>
              <a:ext uri="{FF2B5EF4-FFF2-40B4-BE49-F238E27FC236}">
                <a16:creationId xmlns:a16="http://schemas.microsoft.com/office/drawing/2014/main" id="{C605392A-BF81-46EB-9BC0-C060D0BD52B5}"/>
              </a:ext>
            </a:extLst>
          </p:cNvPr>
          <p:cNvSpPr>
            <a:spLocks noGrp="1"/>
          </p:cNvSpPr>
          <p:nvPr>
            <p:ph type="body" idx="1"/>
          </p:nvPr>
        </p:nvSpPr>
        <p:spPr>
          <a:xfrm>
            <a:off x="410766" y="3850148"/>
            <a:ext cx="1001676" cy="103874"/>
          </a:xfrm>
          <a:prstGeom prst="rect">
            <a:avLst/>
          </a:prstGeom>
          <a:solidFill>
            <a:schemeClr val="lt1">
              <a:alpha val="92941"/>
            </a:schemeClr>
          </a:solidFill>
          <a:ln w="9525" cmpd="sng">
            <a:solidFill>
              <a:schemeClr val="lt1"/>
            </a:solidFill>
            <a:prstDash val="solid"/>
            <a:headEnd type="none" w="sm" len="sm"/>
            <a:tailEnd type="none" w="sm" len="sm"/>
          </a:ln>
        </p:spPr>
        <p:txBody>
          <a:bodyPr spcFirstLastPara="1" wrap="square" lIns="91425" tIns="0" rIns="0" bIns="0" anchor="ctr">
            <a:spAutoFit/>
          </a:bodyPr>
          <a:lstStyle>
            <a:lvl1pPr marL="457200" indent="-228600" algn="l">
              <a:lnSpc>
                <a:spcPct val="100000"/>
              </a:lnSpc>
              <a:spcBef>
                <a:spcPts val="0"/>
              </a:spcBef>
              <a:spcAft>
                <a:spcPts val="0"/>
              </a:spcAft>
              <a:buNone/>
              <a:defRPr sz="675" b="0">
                <a:solidFill>
                  <a:schemeClr val="dk1"/>
                </a:solidFill>
                <a:latin typeface="Arial"/>
                <a:ea typeface="Arial"/>
                <a:cs typeface="Arial"/>
              </a:defRPr>
            </a:lvl1pPr>
            <a:lvl2pPr marL="914400" indent="-228600" algn="l">
              <a:lnSpc>
                <a:spcPct val="95000"/>
              </a:lnSpc>
              <a:spcBef>
                <a:spcPts val="375"/>
              </a:spcBef>
              <a:spcAft>
                <a:spcPts val="0"/>
              </a:spcAft>
              <a:buNone/>
              <a:defRPr sz="750">
                <a:latin typeface="Arial"/>
                <a:ea typeface="Arial"/>
                <a:cs typeface="Arial"/>
              </a:defRPr>
            </a:lvl2pPr>
            <a:lvl3pPr marL="1371600" indent="-228600" algn="l">
              <a:lnSpc>
                <a:spcPct val="95000"/>
              </a:lnSpc>
              <a:spcBef>
                <a:spcPts val="375"/>
              </a:spcBef>
              <a:spcAft>
                <a:spcPts val="0"/>
              </a:spcAft>
              <a:buNone/>
              <a:defRPr sz="750">
                <a:latin typeface="Arial"/>
                <a:ea typeface="Arial"/>
                <a:cs typeface="Arial"/>
              </a:defRPr>
            </a:lvl3pPr>
            <a:lvl4pPr marL="1828800" indent="-228600" algn="l">
              <a:lnSpc>
                <a:spcPct val="95000"/>
              </a:lnSpc>
              <a:spcBef>
                <a:spcPts val="375"/>
              </a:spcBef>
              <a:spcAft>
                <a:spcPts val="0"/>
              </a:spcAft>
              <a:buNone/>
              <a:defRPr sz="750">
                <a:latin typeface="Arial"/>
                <a:ea typeface="Arial"/>
                <a:cs typeface="Arial"/>
              </a:defRPr>
            </a:lvl4pPr>
            <a:lvl5pPr marL="2286000" indent="-228600" algn="l">
              <a:lnSpc>
                <a:spcPct val="95000"/>
              </a:lnSpc>
              <a:spcBef>
                <a:spcPts val="375"/>
              </a:spcBef>
              <a:spcAft>
                <a:spcPts val="0"/>
              </a:spcAft>
              <a:buNone/>
              <a:defRPr sz="750">
                <a:latin typeface="Arial"/>
                <a:ea typeface="Arial"/>
                <a:cs typeface="Arial"/>
              </a:defRPr>
            </a:lvl5pPr>
            <a:lvl6pPr marL="2743200" indent="-342900" algn="l">
              <a:lnSpc>
                <a:spcPct val="95000"/>
              </a:lnSpc>
              <a:spcBef>
                <a:spcPts val="375"/>
              </a:spcBef>
              <a:spcAft>
                <a:spcPts val="0"/>
              </a:spcAft>
              <a:buChar char="–"/>
              <a:defRPr/>
            </a:lvl6pPr>
            <a:lvl7pPr marL="3200400" indent="-342900" algn="l">
              <a:lnSpc>
                <a:spcPct val="95000"/>
              </a:lnSpc>
              <a:spcBef>
                <a:spcPts val="375"/>
              </a:spcBef>
              <a:spcAft>
                <a:spcPts val="0"/>
              </a:spcAft>
              <a:buChar char="–"/>
              <a:defRPr/>
            </a:lvl7pPr>
            <a:lvl8pPr marL="3657600" indent="-342900" algn="l">
              <a:lnSpc>
                <a:spcPct val="95000"/>
              </a:lnSpc>
              <a:spcBef>
                <a:spcPts val="375"/>
              </a:spcBef>
              <a:spcAft>
                <a:spcPts val="0"/>
              </a:spcAft>
              <a:buChar char="–"/>
              <a:defRPr/>
            </a:lvl8pPr>
            <a:lvl9pPr marL="4114800" indent="-342900" algn="l">
              <a:lnSpc>
                <a:spcPct val="95000"/>
              </a:lnSpc>
              <a:spcBef>
                <a:spcPts val="375"/>
              </a:spcBef>
              <a:spcAft>
                <a:spcPts val="0"/>
              </a:spcAft>
              <a:buChar char="–"/>
              <a:defRPr/>
            </a:lvl9pPr>
          </a:lstStyle>
          <a:p>
            <a:endParaRPr/>
          </a:p>
        </p:txBody>
      </p:sp>
      <p:sp>
        <p:nvSpPr>
          <p:cNvPr id="22" name="Google Shape;22;p3">
            <a:extLst>
              <a:ext uri="{FF2B5EF4-FFF2-40B4-BE49-F238E27FC236}">
                <a16:creationId xmlns:a16="http://schemas.microsoft.com/office/drawing/2014/main" id="{F3040047-B2B5-4068-9747-A85A9DB27EF5}"/>
              </a:ext>
            </a:extLst>
          </p:cNvPr>
          <p:cNvSpPr>
            <a:spLocks noGrp="1"/>
          </p:cNvSpPr>
          <p:nvPr>
            <p:ph type="body" idx="2"/>
          </p:nvPr>
        </p:nvSpPr>
        <p:spPr>
          <a:xfrm>
            <a:off x="410766" y="3714554"/>
            <a:ext cx="1001676" cy="103874"/>
          </a:xfrm>
          <a:prstGeom prst="rect">
            <a:avLst/>
          </a:prstGeom>
          <a:solidFill>
            <a:schemeClr val="lt1">
              <a:alpha val="92941"/>
            </a:schemeClr>
          </a:solidFill>
          <a:ln w="9525" cmpd="sng">
            <a:solidFill>
              <a:schemeClr val="lt1"/>
            </a:solidFill>
            <a:prstDash val="solid"/>
            <a:headEnd type="none" w="sm" len="sm"/>
            <a:tailEnd type="none" w="sm" len="sm"/>
          </a:ln>
        </p:spPr>
        <p:txBody>
          <a:bodyPr spcFirstLastPara="1" wrap="square" lIns="91425" tIns="0" rIns="0" bIns="0" anchor="ctr">
            <a:spAutoFit/>
          </a:bodyPr>
          <a:lstStyle>
            <a:lvl1pPr marL="457200" indent="-228600" algn="l">
              <a:lnSpc>
                <a:spcPct val="100000"/>
              </a:lnSpc>
              <a:spcBef>
                <a:spcPts val="0"/>
              </a:spcBef>
              <a:spcAft>
                <a:spcPts val="0"/>
              </a:spcAft>
              <a:buNone/>
              <a:defRPr sz="675" b="0">
                <a:solidFill>
                  <a:schemeClr val="dk1"/>
                </a:solidFill>
                <a:latin typeface="Arial"/>
                <a:ea typeface="Arial"/>
                <a:cs typeface="Arial"/>
              </a:defRPr>
            </a:lvl1pPr>
            <a:lvl2pPr marL="914400" indent="-228600" algn="l">
              <a:lnSpc>
                <a:spcPct val="95000"/>
              </a:lnSpc>
              <a:spcBef>
                <a:spcPts val="375"/>
              </a:spcBef>
              <a:spcAft>
                <a:spcPts val="0"/>
              </a:spcAft>
              <a:buNone/>
              <a:defRPr sz="750">
                <a:latin typeface="Arial"/>
                <a:ea typeface="Arial"/>
                <a:cs typeface="Arial"/>
              </a:defRPr>
            </a:lvl2pPr>
            <a:lvl3pPr marL="1371600" indent="-228600" algn="l">
              <a:lnSpc>
                <a:spcPct val="95000"/>
              </a:lnSpc>
              <a:spcBef>
                <a:spcPts val="375"/>
              </a:spcBef>
              <a:spcAft>
                <a:spcPts val="0"/>
              </a:spcAft>
              <a:buNone/>
              <a:defRPr sz="750">
                <a:latin typeface="Arial"/>
                <a:ea typeface="Arial"/>
                <a:cs typeface="Arial"/>
              </a:defRPr>
            </a:lvl3pPr>
            <a:lvl4pPr marL="1828800" indent="-228600" algn="l">
              <a:lnSpc>
                <a:spcPct val="95000"/>
              </a:lnSpc>
              <a:spcBef>
                <a:spcPts val="375"/>
              </a:spcBef>
              <a:spcAft>
                <a:spcPts val="0"/>
              </a:spcAft>
              <a:buNone/>
              <a:defRPr sz="750">
                <a:latin typeface="Arial"/>
                <a:ea typeface="Arial"/>
                <a:cs typeface="Arial"/>
              </a:defRPr>
            </a:lvl4pPr>
            <a:lvl5pPr marL="2286000" indent="-228600" algn="l">
              <a:lnSpc>
                <a:spcPct val="95000"/>
              </a:lnSpc>
              <a:spcBef>
                <a:spcPts val="375"/>
              </a:spcBef>
              <a:spcAft>
                <a:spcPts val="0"/>
              </a:spcAft>
              <a:buNone/>
              <a:defRPr sz="750">
                <a:latin typeface="Arial"/>
                <a:ea typeface="Arial"/>
                <a:cs typeface="Arial"/>
              </a:defRPr>
            </a:lvl5pPr>
            <a:lvl6pPr marL="2743200" indent="-342900" algn="l">
              <a:lnSpc>
                <a:spcPct val="95000"/>
              </a:lnSpc>
              <a:spcBef>
                <a:spcPts val="375"/>
              </a:spcBef>
              <a:spcAft>
                <a:spcPts val="0"/>
              </a:spcAft>
              <a:buChar char="–"/>
              <a:defRPr/>
            </a:lvl6pPr>
            <a:lvl7pPr marL="3200400" indent="-342900" algn="l">
              <a:lnSpc>
                <a:spcPct val="95000"/>
              </a:lnSpc>
              <a:spcBef>
                <a:spcPts val="375"/>
              </a:spcBef>
              <a:spcAft>
                <a:spcPts val="0"/>
              </a:spcAft>
              <a:buChar char="–"/>
              <a:defRPr/>
            </a:lvl7pPr>
            <a:lvl8pPr marL="3657600" indent="-342900" algn="l">
              <a:lnSpc>
                <a:spcPct val="95000"/>
              </a:lnSpc>
              <a:spcBef>
                <a:spcPts val="375"/>
              </a:spcBef>
              <a:spcAft>
                <a:spcPts val="0"/>
              </a:spcAft>
              <a:buChar char="–"/>
              <a:defRPr/>
            </a:lvl8pPr>
            <a:lvl9pPr marL="4114800" indent="-342900" algn="l">
              <a:lnSpc>
                <a:spcPct val="95000"/>
              </a:lnSpc>
              <a:spcBef>
                <a:spcPts val="375"/>
              </a:spcBef>
              <a:spcAft>
                <a:spcPts val="0"/>
              </a:spcAft>
              <a:buChar char="–"/>
              <a:defRPr/>
            </a:lvl9pPr>
          </a:lstStyle>
          <a:p>
            <a:endParaRPr/>
          </a:p>
        </p:txBody>
      </p:sp>
      <p:sp>
        <p:nvSpPr>
          <p:cNvPr id="23" name="Google Shape;23;p3">
            <a:extLst>
              <a:ext uri="{FF2B5EF4-FFF2-40B4-BE49-F238E27FC236}">
                <a16:creationId xmlns:a16="http://schemas.microsoft.com/office/drawing/2014/main" id="{37F4D038-775F-4448-947E-8C2DCC2BFCCF}"/>
              </a:ext>
            </a:extLst>
          </p:cNvPr>
          <p:cNvSpPr>
            <a:spLocks noGrp="1"/>
          </p:cNvSpPr>
          <p:nvPr>
            <p:ph type="body" idx="3"/>
          </p:nvPr>
        </p:nvSpPr>
        <p:spPr>
          <a:xfrm>
            <a:off x="410766" y="3985742"/>
            <a:ext cx="1001676" cy="103874"/>
          </a:xfrm>
          <a:prstGeom prst="rect">
            <a:avLst/>
          </a:prstGeom>
          <a:solidFill>
            <a:schemeClr val="lt1">
              <a:alpha val="92941"/>
            </a:schemeClr>
          </a:solidFill>
          <a:ln w="9525" cmpd="sng">
            <a:solidFill>
              <a:schemeClr val="lt1"/>
            </a:solidFill>
            <a:prstDash val="solid"/>
            <a:headEnd type="none" w="sm" len="sm"/>
            <a:tailEnd type="none" w="sm" len="sm"/>
          </a:ln>
        </p:spPr>
        <p:txBody>
          <a:bodyPr spcFirstLastPara="1" wrap="square" lIns="91425" tIns="0" rIns="0" bIns="0" anchor="ctr">
            <a:spAutoFit/>
          </a:bodyPr>
          <a:lstStyle>
            <a:lvl1pPr marL="457200" indent="-228600" algn="l">
              <a:lnSpc>
                <a:spcPct val="100000"/>
              </a:lnSpc>
              <a:spcBef>
                <a:spcPts val="0"/>
              </a:spcBef>
              <a:spcAft>
                <a:spcPts val="0"/>
              </a:spcAft>
              <a:buNone/>
              <a:defRPr sz="675" b="0">
                <a:solidFill>
                  <a:schemeClr val="dk1"/>
                </a:solidFill>
                <a:latin typeface="Arial"/>
                <a:ea typeface="Arial"/>
                <a:cs typeface="Arial"/>
              </a:defRPr>
            </a:lvl1pPr>
            <a:lvl2pPr marL="914400" indent="-228600" algn="l">
              <a:lnSpc>
                <a:spcPct val="95000"/>
              </a:lnSpc>
              <a:spcBef>
                <a:spcPts val="375"/>
              </a:spcBef>
              <a:spcAft>
                <a:spcPts val="0"/>
              </a:spcAft>
              <a:buNone/>
              <a:defRPr sz="750">
                <a:latin typeface="Arial"/>
                <a:ea typeface="Arial"/>
                <a:cs typeface="Arial"/>
              </a:defRPr>
            </a:lvl2pPr>
            <a:lvl3pPr marL="1371600" indent="-228600" algn="l">
              <a:lnSpc>
                <a:spcPct val="95000"/>
              </a:lnSpc>
              <a:spcBef>
                <a:spcPts val="375"/>
              </a:spcBef>
              <a:spcAft>
                <a:spcPts val="0"/>
              </a:spcAft>
              <a:buNone/>
              <a:defRPr sz="750">
                <a:latin typeface="Arial"/>
                <a:ea typeface="Arial"/>
                <a:cs typeface="Arial"/>
              </a:defRPr>
            </a:lvl3pPr>
            <a:lvl4pPr marL="1828800" indent="-228600" algn="l">
              <a:lnSpc>
                <a:spcPct val="95000"/>
              </a:lnSpc>
              <a:spcBef>
                <a:spcPts val="375"/>
              </a:spcBef>
              <a:spcAft>
                <a:spcPts val="0"/>
              </a:spcAft>
              <a:buNone/>
              <a:defRPr sz="750">
                <a:latin typeface="Arial"/>
                <a:ea typeface="Arial"/>
                <a:cs typeface="Arial"/>
              </a:defRPr>
            </a:lvl4pPr>
            <a:lvl5pPr marL="2286000" indent="-228600" algn="l">
              <a:lnSpc>
                <a:spcPct val="95000"/>
              </a:lnSpc>
              <a:spcBef>
                <a:spcPts val="375"/>
              </a:spcBef>
              <a:spcAft>
                <a:spcPts val="0"/>
              </a:spcAft>
              <a:buNone/>
              <a:defRPr sz="750">
                <a:latin typeface="Arial"/>
                <a:ea typeface="Arial"/>
                <a:cs typeface="Arial"/>
              </a:defRPr>
            </a:lvl5pPr>
            <a:lvl6pPr marL="2743200" indent="-342900" algn="l">
              <a:lnSpc>
                <a:spcPct val="95000"/>
              </a:lnSpc>
              <a:spcBef>
                <a:spcPts val="375"/>
              </a:spcBef>
              <a:spcAft>
                <a:spcPts val="0"/>
              </a:spcAft>
              <a:buChar char="–"/>
              <a:defRPr/>
            </a:lvl6pPr>
            <a:lvl7pPr marL="3200400" indent="-342900" algn="l">
              <a:lnSpc>
                <a:spcPct val="95000"/>
              </a:lnSpc>
              <a:spcBef>
                <a:spcPts val="375"/>
              </a:spcBef>
              <a:spcAft>
                <a:spcPts val="0"/>
              </a:spcAft>
              <a:buChar char="–"/>
              <a:defRPr/>
            </a:lvl7pPr>
            <a:lvl8pPr marL="3657600" indent="-342900" algn="l">
              <a:lnSpc>
                <a:spcPct val="95000"/>
              </a:lnSpc>
              <a:spcBef>
                <a:spcPts val="375"/>
              </a:spcBef>
              <a:spcAft>
                <a:spcPts val="0"/>
              </a:spcAft>
              <a:buChar char="–"/>
              <a:defRPr/>
            </a:lvl8pPr>
            <a:lvl9pPr marL="4114800" indent="-342900" algn="l">
              <a:lnSpc>
                <a:spcPct val="95000"/>
              </a:lnSpc>
              <a:spcBef>
                <a:spcPts val="375"/>
              </a:spcBef>
              <a:spcAft>
                <a:spcPts val="0"/>
              </a:spcAft>
              <a:buChar char="–"/>
              <a:defRPr/>
            </a:lvl9pPr>
          </a:lstStyle>
          <a:p>
            <a:endParaRPr/>
          </a:p>
        </p:txBody>
      </p:sp>
      <p:sp>
        <p:nvSpPr>
          <p:cNvPr id="24" name="Google Shape;24;p3">
            <a:extLst>
              <a:ext uri="{FF2B5EF4-FFF2-40B4-BE49-F238E27FC236}">
                <a16:creationId xmlns:a16="http://schemas.microsoft.com/office/drawing/2014/main" id="{E7AE2BC9-F0CF-48F9-A912-139EAEA915AA}"/>
              </a:ext>
            </a:extLst>
          </p:cNvPr>
          <p:cNvSpPr>
            <a:spLocks noGrp="1"/>
          </p:cNvSpPr>
          <p:nvPr>
            <p:ph type="body" idx="4"/>
          </p:nvPr>
        </p:nvSpPr>
        <p:spPr>
          <a:xfrm>
            <a:off x="410766" y="4121336"/>
            <a:ext cx="1001676" cy="103874"/>
          </a:xfrm>
          <a:prstGeom prst="rect">
            <a:avLst/>
          </a:prstGeom>
          <a:solidFill>
            <a:schemeClr val="lt1">
              <a:alpha val="92941"/>
            </a:schemeClr>
          </a:solidFill>
          <a:ln w="9525" cmpd="sng">
            <a:solidFill>
              <a:schemeClr val="lt1"/>
            </a:solidFill>
            <a:prstDash val="solid"/>
            <a:headEnd type="none" w="sm" len="sm"/>
            <a:tailEnd type="none" w="sm" len="sm"/>
          </a:ln>
        </p:spPr>
        <p:txBody>
          <a:bodyPr spcFirstLastPara="1" wrap="square" lIns="91425" tIns="0" rIns="0" bIns="0" anchor="ctr">
            <a:spAutoFit/>
          </a:bodyPr>
          <a:lstStyle>
            <a:lvl1pPr marL="457200" indent="-228600" algn="l">
              <a:lnSpc>
                <a:spcPct val="100000"/>
              </a:lnSpc>
              <a:spcBef>
                <a:spcPts val="0"/>
              </a:spcBef>
              <a:spcAft>
                <a:spcPts val="0"/>
              </a:spcAft>
              <a:buNone/>
              <a:defRPr sz="675" b="0">
                <a:solidFill>
                  <a:schemeClr val="dk1"/>
                </a:solidFill>
                <a:latin typeface="Arial"/>
                <a:ea typeface="Arial"/>
                <a:cs typeface="Arial"/>
              </a:defRPr>
            </a:lvl1pPr>
            <a:lvl2pPr marL="914400" indent="-228600" algn="l">
              <a:lnSpc>
                <a:spcPct val="95000"/>
              </a:lnSpc>
              <a:spcBef>
                <a:spcPts val="375"/>
              </a:spcBef>
              <a:spcAft>
                <a:spcPts val="0"/>
              </a:spcAft>
              <a:buNone/>
              <a:defRPr sz="750">
                <a:latin typeface="Arial"/>
                <a:ea typeface="Arial"/>
                <a:cs typeface="Arial"/>
              </a:defRPr>
            </a:lvl2pPr>
            <a:lvl3pPr marL="1371600" indent="-228600" algn="l">
              <a:lnSpc>
                <a:spcPct val="95000"/>
              </a:lnSpc>
              <a:spcBef>
                <a:spcPts val="375"/>
              </a:spcBef>
              <a:spcAft>
                <a:spcPts val="0"/>
              </a:spcAft>
              <a:buNone/>
              <a:defRPr sz="750">
                <a:latin typeface="Arial"/>
                <a:ea typeface="Arial"/>
                <a:cs typeface="Arial"/>
              </a:defRPr>
            </a:lvl3pPr>
            <a:lvl4pPr marL="1828800" indent="-228600" algn="l">
              <a:lnSpc>
                <a:spcPct val="95000"/>
              </a:lnSpc>
              <a:spcBef>
                <a:spcPts val="375"/>
              </a:spcBef>
              <a:spcAft>
                <a:spcPts val="0"/>
              </a:spcAft>
              <a:buNone/>
              <a:defRPr sz="750">
                <a:latin typeface="Arial"/>
                <a:ea typeface="Arial"/>
                <a:cs typeface="Arial"/>
              </a:defRPr>
            </a:lvl4pPr>
            <a:lvl5pPr marL="2286000" indent="-228600" algn="l">
              <a:lnSpc>
                <a:spcPct val="95000"/>
              </a:lnSpc>
              <a:spcBef>
                <a:spcPts val="375"/>
              </a:spcBef>
              <a:spcAft>
                <a:spcPts val="0"/>
              </a:spcAft>
              <a:buNone/>
              <a:defRPr sz="750">
                <a:latin typeface="Arial"/>
                <a:ea typeface="Arial"/>
                <a:cs typeface="Arial"/>
              </a:defRPr>
            </a:lvl5pPr>
            <a:lvl6pPr marL="2743200" indent="-342900" algn="l">
              <a:lnSpc>
                <a:spcPct val="95000"/>
              </a:lnSpc>
              <a:spcBef>
                <a:spcPts val="375"/>
              </a:spcBef>
              <a:spcAft>
                <a:spcPts val="0"/>
              </a:spcAft>
              <a:buChar char="–"/>
              <a:defRPr/>
            </a:lvl6pPr>
            <a:lvl7pPr marL="3200400" indent="-342900" algn="l">
              <a:lnSpc>
                <a:spcPct val="95000"/>
              </a:lnSpc>
              <a:spcBef>
                <a:spcPts val="375"/>
              </a:spcBef>
              <a:spcAft>
                <a:spcPts val="0"/>
              </a:spcAft>
              <a:buChar char="–"/>
              <a:defRPr/>
            </a:lvl7pPr>
            <a:lvl8pPr marL="3657600" indent="-342900" algn="l">
              <a:lnSpc>
                <a:spcPct val="95000"/>
              </a:lnSpc>
              <a:spcBef>
                <a:spcPts val="375"/>
              </a:spcBef>
              <a:spcAft>
                <a:spcPts val="0"/>
              </a:spcAft>
              <a:buChar char="–"/>
              <a:defRPr/>
            </a:lvl8pPr>
            <a:lvl9pPr marL="4114800" indent="-342900" algn="l">
              <a:lnSpc>
                <a:spcPct val="95000"/>
              </a:lnSpc>
              <a:spcBef>
                <a:spcPts val="375"/>
              </a:spcBef>
              <a:spcAft>
                <a:spcPts val="0"/>
              </a:spcAft>
              <a:buChar char="–"/>
              <a:defRPr/>
            </a:lvl9pPr>
          </a:lstStyle>
          <a:p>
            <a:endParaRPr/>
          </a:p>
        </p:txBody>
      </p:sp>
      <p:sp>
        <p:nvSpPr>
          <p:cNvPr id="25" name="Google Shape;25;p3">
            <a:extLst>
              <a:ext uri="{FF2B5EF4-FFF2-40B4-BE49-F238E27FC236}">
                <a16:creationId xmlns:a16="http://schemas.microsoft.com/office/drawing/2014/main" id="{A555EDC8-9A22-4C56-922F-314E25233441}"/>
              </a:ext>
            </a:extLst>
          </p:cNvPr>
          <p:cNvSpPr>
            <a:spLocks noGrp="1"/>
          </p:cNvSpPr>
          <p:nvPr>
            <p:ph type="body" idx="5"/>
          </p:nvPr>
        </p:nvSpPr>
        <p:spPr>
          <a:xfrm>
            <a:off x="410766" y="4256930"/>
            <a:ext cx="1001676" cy="103874"/>
          </a:xfrm>
          <a:prstGeom prst="rect">
            <a:avLst/>
          </a:prstGeom>
          <a:solidFill>
            <a:schemeClr val="lt1">
              <a:alpha val="92941"/>
            </a:schemeClr>
          </a:solidFill>
          <a:ln w="9525" cmpd="sng">
            <a:solidFill>
              <a:schemeClr val="lt1"/>
            </a:solidFill>
            <a:prstDash val="solid"/>
            <a:headEnd type="none" w="sm" len="sm"/>
            <a:tailEnd type="none" w="sm" len="sm"/>
          </a:ln>
        </p:spPr>
        <p:txBody>
          <a:bodyPr spcFirstLastPara="1" wrap="square" lIns="91425" tIns="0" rIns="0" bIns="0" anchor="ctr">
            <a:spAutoFit/>
          </a:bodyPr>
          <a:lstStyle>
            <a:lvl1pPr marL="457200" indent="-228600" algn="l">
              <a:lnSpc>
                <a:spcPct val="100000"/>
              </a:lnSpc>
              <a:spcBef>
                <a:spcPts val="0"/>
              </a:spcBef>
              <a:spcAft>
                <a:spcPts val="0"/>
              </a:spcAft>
              <a:buNone/>
              <a:defRPr sz="675" b="0">
                <a:solidFill>
                  <a:schemeClr val="dk1"/>
                </a:solidFill>
                <a:latin typeface="Arial"/>
                <a:ea typeface="Arial"/>
                <a:cs typeface="Arial"/>
              </a:defRPr>
            </a:lvl1pPr>
            <a:lvl2pPr marL="914400" indent="-228600" algn="l">
              <a:lnSpc>
                <a:spcPct val="95000"/>
              </a:lnSpc>
              <a:spcBef>
                <a:spcPts val="375"/>
              </a:spcBef>
              <a:spcAft>
                <a:spcPts val="0"/>
              </a:spcAft>
              <a:buNone/>
              <a:defRPr sz="750">
                <a:latin typeface="Arial"/>
                <a:ea typeface="Arial"/>
                <a:cs typeface="Arial"/>
              </a:defRPr>
            </a:lvl2pPr>
            <a:lvl3pPr marL="1371600" indent="-228600" algn="l">
              <a:lnSpc>
                <a:spcPct val="95000"/>
              </a:lnSpc>
              <a:spcBef>
                <a:spcPts val="375"/>
              </a:spcBef>
              <a:spcAft>
                <a:spcPts val="0"/>
              </a:spcAft>
              <a:buNone/>
              <a:defRPr sz="750">
                <a:latin typeface="Arial"/>
                <a:ea typeface="Arial"/>
                <a:cs typeface="Arial"/>
              </a:defRPr>
            </a:lvl3pPr>
            <a:lvl4pPr marL="1828800" indent="-228600" algn="l">
              <a:lnSpc>
                <a:spcPct val="95000"/>
              </a:lnSpc>
              <a:spcBef>
                <a:spcPts val="375"/>
              </a:spcBef>
              <a:spcAft>
                <a:spcPts val="0"/>
              </a:spcAft>
              <a:buNone/>
              <a:defRPr sz="750">
                <a:latin typeface="Arial"/>
                <a:ea typeface="Arial"/>
                <a:cs typeface="Arial"/>
              </a:defRPr>
            </a:lvl4pPr>
            <a:lvl5pPr marL="2286000" indent="-228600" algn="l">
              <a:lnSpc>
                <a:spcPct val="95000"/>
              </a:lnSpc>
              <a:spcBef>
                <a:spcPts val="375"/>
              </a:spcBef>
              <a:spcAft>
                <a:spcPts val="0"/>
              </a:spcAft>
              <a:buNone/>
              <a:defRPr sz="750">
                <a:latin typeface="Arial"/>
                <a:ea typeface="Arial"/>
                <a:cs typeface="Arial"/>
              </a:defRPr>
            </a:lvl5pPr>
            <a:lvl6pPr marL="2743200" indent="-342900" algn="l">
              <a:lnSpc>
                <a:spcPct val="95000"/>
              </a:lnSpc>
              <a:spcBef>
                <a:spcPts val="375"/>
              </a:spcBef>
              <a:spcAft>
                <a:spcPts val="0"/>
              </a:spcAft>
              <a:buChar char="–"/>
              <a:defRPr/>
            </a:lvl6pPr>
            <a:lvl7pPr marL="3200400" indent="-342900" algn="l">
              <a:lnSpc>
                <a:spcPct val="95000"/>
              </a:lnSpc>
              <a:spcBef>
                <a:spcPts val="375"/>
              </a:spcBef>
              <a:spcAft>
                <a:spcPts val="0"/>
              </a:spcAft>
              <a:buChar char="–"/>
              <a:defRPr/>
            </a:lvl7pPr>
            <a:lvl8pPr marL="3657600" indent="-342900" algn="l">
              <a:lnSpc>
                <a:spcPct val="95000"/>
              </a:lnSpc>
              <a:spcBef>
                <a:spcPts val="375"/>
              </a:spcBef>
              <a:spcAft>
                <a:spcPts val="0"/>
              </a:spcAft>
              <a:buChar char="–"/>
              <a:defRPr/>
            </a:lvl8pPr>
            <a:lvl9pPr marL="4114800" indent="-342900" algn="l">
              <a:lnSpc>
                <a:spcPct val="95000"/>
              </a:lnSpc>
              <a:spcBef>
                <a:spcPts val="375"/>
              </a:spcBef>
              <a:spcAft>
                <a:spcPts val="0"/>
              </a:spcAft>
              <a:buChar char="–"/>
              <a:defRPr/>
            </a:lvl9pPr>
          </a:lstStyle>
          <a:p>
            <a:endParaRPr/>
          </a:p>
        </p:txBody>
      </p:sp>
      <p:sp>
        <p:nvSpPr>
          <p:cNvPr id="26" name="Google Shape;26;p3">
            <a:extLst>
              <a:ext uri="{FF2B5EF4-FFF2-40B4-BE49-F238E27FC236}">
                <a16:creationId xmlns:a16="http://schemas.microsoft.com/office/drawing/2014/main" id="{22915630-2A3E-4383-9B8C-73EC9471BA06}"/>
              </a:ext>
            </a:extLst>
          </p:cNvPr>
          <p:cNvSpPr>
            <a:spLocks noGrp="1"/>
          </p:cNvSpPr>
          <p:nvPr>
            <p:ph type="body" idx="6"/>
          </p:nvPr>
        </p:nvSpPr>
        <p:spPr>
          <a:xfrm>
            <a:off x="1485900" y="3850148"/>
            <a:ext cx="2343701" cy="103874"/>
          </a:xfrm>
          <a:prstGeom prst="rect">
            <a:avLst/>
          </a:prstGeom>
          <a:solidFill>
            <a:schemeClr val="lt1">
              <a:alpha val="92941"/>
            </a:schemeClr>
          </a:solidFill>
          <a:ln w="9525" cmpd="sng">
            <a:solidFill>
              <a:schemeClr val="lt1"/>
            </a:solidFill>
            <a:prstDash val="solid"/>
            <a:headEnd type="none" w="sm" len="sm"/>
            <a:tailEnd type="none" w="sm" len="sm"/>
          </a:ln>
        </p:spPr>
        <p:txBody>
          <a:bodyPr spcFirstLastPara="1" wrap="square" lIns="91425" tIns="0" rIns="365750" bIns="0" anchor="ctr">
            <a:spAutoFit/>
          </a:bodyPr>
          <a:lstStyle>
            <a:lvl1pPr marL="457200" indent="-228600" algn="l">
              <a:lnSpc>
                <a:spcPct val="100000"/>
              </a:lnSpc>
              <a:spcBef>
                <a:spcPts val="0"/>
              </a:spcBef>
              <a:spcAft>
                <a:spcPts val="0"/>
              </a:spcAft>
              <a:buNone/>
              <a:defRPr sz="675" b="0">
                <a:solidFill>
                  <a:schemeClr val="dk1"/>
                </a:solidFill>
                <a:latin typeface="Arial"/>
                <a:ea typeface="Arial"/>
                <a:cs typeface="Arial"/>
              </a:defRPr>
            </a:lvl1pPr>
            <a:lvl2pPr marL="914400" indent="-228600" algn="l">
              <a:lnSpc>
                <a:spcPct val="95000"/>
              </a:lnSpc>
              <a:spcBef>
                <a:spcPts val="375"/>
              </a:spcBef>
              <a:spcAft>
                <a:spcPts val="0"/>
              </a:spcAft>
              <a:buNone/>
              <a:defRPr sz="750">
                <a:latin typeface="Arial"/>
                <a:ea typeface="Arial"/>
                <a:cs typeface="Arial"/>
              </a:defRPr>
            </a:lvl2pPr>
            <a:lvl3pPr marL="1371600" indent="-228600" algn="l">
              <a:lnSpc>
                <a:spcPct val="95000"/>
              </a:lnSpc>
              <a:spcBef>
                <a:spcPts val="375"/>
              </a:spcBef>
              <a:spcAft>
                <a:spcPts val="0"/>
              </a:spcAft>
              <a:buNone/>
              <a:defRPr sz="750">
                <a:latin typeface="Arial"/>
                <a:ea typeface="Arial"/>
                <a:cs typeface="Arial"/>
              </a:defRPr>
            </a:lvl3pPr>
            <a:lvl4pPr marL="1828800" indent="-228600" algn="l">
              <a:lnSpc>
                <a:spcPct val="95000"/>
              </a:lnSpc>
              <a:spcBef>
                <a:spcPts val="375"/>
              </a:spcBef>
              <a:spcAft>
                <a:spcPts val="0"/>
              </a:spcAft>
              <a:buNone/>
              <a:defRPr sz="750">
                <a:latin typeface="Arial"/>
                <a:ea typeface="Arial"/>
                <a:cs typeface="Arial"/>
              </a:defRPr>
            </a:lvl4pPr>
            <a:lvl5pPr marL="2286000" indent="-228600" algn="l">
              <a:lnSpc>
                <a:spcPct val="95000"/>
              </a:lnSpc>
              <a:spcBef>
                <a:spcPts val="375"/>
              </a:spcBef>
              <a:spcAft>
                <a:spcPts val="0"/>
              </a:spcAft>
              <a:buNone/>
              <a:defRPr sz="750">
                <a:latin typeface="Arial"/>
                <a:ea typeface="Arial"/>
                <a:cs typeface="Arial"/>
              </a:defRPr>
            </a:lvl5pPr>
            <a:lvl6pPr marL="2743200" indent="-342900" algn="l">
              <a:lnSpc>
                <a:spcPct val="95000"/>
              </a:lnSpc>
              <a:spcBef>
                <a:spcPts val="375"/>
              </a:spcBef>
              <a:spcAft>
                <a:spcPts val="0"/>
              </a:spcAft>
              <a:buChar char="–"/>
              <a:defRPr/>
            </a:lvl6pPr>
            <a:lvl7pPr marL="3200400" indent="-342900" algn="l">
              <a:lnSpc>
                <a:spcPct val="95000"/>
              </a:lnSpc>
              <a:spcBef>
                <a:spcPts val="375"/>
              </a:spcBef>
              <a:spcAft>
                <a:spcPts val="0"/>
              </a:spcAft>
              <a:buChar char="–"/>
              <a:defRPr/>
            </a:lvl7pPr>
            <a:lvl8pPr marL="3657600" indent="-342900" algn="l">
              <a:lnSpc>
                <a:spcPct val="95000"/>
              </a:lnSpc>
              <a:spcBef>
                <a:spcPts val="375"/>
              </a:spcBef>
              <a:spcAft>
                <a:spcPts val="0"/>
              </a:spcAft>
              <a:buChar char="–"/>
              <a:defRPr/>
            </a:lvl8pPr>
            <a:lvl9pPr marL="4114800" indent="-342900" algn="l">
              <a:lnSpc>
                <a:spcPct val="95000"/>
              </a:lnSpc>
              <a:spcBef>
                <a:spcPts val="375"/>
              </a:spcBef>
              <a:spcAft>
                <a:spcPts val="0"/>
              </a:spcAft>
              <a:buChar char="–"/>
              <a:defRPr/>
            </a:lvl9pPr>
          </a:lstStyle>
          <a:p>
            <a:endParaRPr/>
          </a:p>
        </p:txBody>
      </p:sp>
      <p:sp>
        <p:nvSpPr>
          <p:cNvPr id="27" name="Google Shape;27;p3">
            <a:extLst>
              <a:ext uri="{FF2B5EF4-FFF2-40B4-BE49-F238E27FC236}">
                <a16:creationId xmlns:a16="http://schemas.microsoft.com/office/drawing/2014/main" id="{CCC9B6C8-2463-4EB5-846E-DF723A7E7249}"/>
              </a:ext>
            </a:extLst>
          </p:cNvPr>
          <p:cNvSpPr>
            <a:spLocks noGrp="1"/>
          </p:cNvSpPr>
          <p:nvPr>
            <p:ph type="body" idx="7"/>
          </p:nvPr>
        </p:nvSpPr>
        <p:spPr>
          <a:xfrm>
            <a:off x="1485900" y="3714554"/>
            <a:ext cx="2343701" cy="103874"/>
          </a:xfrm>
          <a:prstGeom prst="rect">
            <a:avLst/>
          </a:prstGeom>
          <a:solidFill>
            <a:schemeClr val="lt1">
              <a:alpha val="92941"/>
            </a:schemeClr>
          </a:solidFill>
          <a:ln w="9525" cmpd="sng">
            <a:solidFill>
              <a:schemeClr val="lt1"/>
            </a:solidFill>
            <a:prstDash val="solid"/>
            <a:headEnd type="none" w="sm" len="sm"/>
            <a:tailEnd type="none" w="sm" len="sm"/>
          </a:ln>
        </p:spPr>
        <p:txBody>
          <a:bodyPr spcFirstLastPara="1" wrap="square" lIns="91425" tIns="0" rIns="365750" bIns="0" anchor="ctr">
            <a:spAutoFit/>
          </a:bodyPr>
          <a:lstStyle>
            <a:lvl1pPr marL="457200" indent="-228600" algn="l">
              <a:lnSpc>
                <a:spcPct val="100000"/>
              </a:lnSpc>
              <a:spcBef>
                <a:spcPts val="0"/>
              </a:spcBef>
              <a:spcAft>
                <a:spcPts val="0"/>
              </a:spcAft>
              <a:buNone/>
              <a:defRPr sz="675" b="0">
                <a:solidFill>
                  <a:schemeClr val="dk1"/>
                </a:solidFill>
                <a:latin typeface="Arial"/>
                <a:ea typeface="Arial"/>
                <a:cs typeface="Arial"/>
              </a:defRPr>
            </a:lvl1pPr>
            <a:lvl2pPr marL="914400" indent="-228600" algn="l">
              <a:lnSpc>
                <a:spcPct val="95000"/>
              </a:lnSpc>
              <a:spcBef>
                <a:spcPts val="375"/>
              </a:spcBef>
              <a:spcAft>
                <a:spcPts val="0"/>
              </a:spcAft>
              <a:buNone/>
              <a:defRPr sz="750">
                <a:latin typeface="Arial"/>
                <a:ea typeface="Arial"/>
                <a:cs typeface="Arial"/>
              </a:defRPr>
            </a:lvl2pPr>
            <a:lvl3pPr marL="1371600" indent="-228600" algn="l">
              <a:lnSpc>
                <a:spcPct val="95000"/>
              </a:lnSpc>
              <a:spcBef>
                <a:spcPts val="375"/>
              </a:spcBef>
              <a:spcAft>
                <a:spcPts val="0"/>
              </a:spcAft>
              <a:buNone/>
              <a:defRPr sz="750">
                <a:latin typeface="Arial"/>
                <a:ea typeface="Arial"/>
                <a:cs typeface="Arial"/>
              </a:defRPr>
            </a:lvl3pPr>
            <a:lvl4pPr marL="1828800" indent="-228600" algn="l">
              <a:lnSpc>
                <a:spcPct val="95000"/>
              </a:lnSpc>
              <a:spcBef>
                <a:spcPts val="375"/>
              </a:spcBef>
              <a:spcAft>
                <a:spcPts val="0"/>
              </a:spcAft>
              <a:buNone/>
              <a:defRPr sz="750">
                <a:latin typeface="Arial"/>
                <a:ea typeface="Arial"/>
                <a:cs typeface="Arial"/>
              </a:defRPr>
            </a:lvl4pPr>
            <a:lvl5pPr marL="2286000" indent="-228600" algn="l">
              <a:lnSpc>
                <a:spcPct val="95000"/>
              </a:lnSpc>
              <a:spcBef>
                <a:spcPts val="375"/>
              </a:spcBef>
              <a:spcAft>
                <a:spcPts val="0"/>
              </a:spcAft>
              <a:buNone/>
              <a:defRPr sz="750">
                <a:latin typeface="Arial"/>
                <a:ea typeface="Arial"/>
                <a:cs typeface="Arial"/>
              </a:defRPr>
            </a:lvl5pPr>
            <a:lvl6pPr marL="2743200" indent="-342900" algn="l">
              <a:lnSpc>
                <a:spcPct val="95000"/>
              </a:lnSpc>
              <a:spcBef>
                <a:spcPts val="375"/>
              </a:spcBef>
              <a:spcAft>
                <a:spcPts val="0"/>
              </a:spcAft>
              <a:buChar char="–"/>
              <a:defRPr/>
            </a:lvl6pPr>
            <a:lvl7pPr marL="3200400" indent="-342900" algn="l">
              <a:lnSpc>
                <a:spcPct val="95000"/>
              </a:lnSpc>
              <a:spcBef>
                <a:spcPts val="375"/>
              </a:spcBef>
              <a:spcAft>
                <a:spcPts val="0"/>
              </a:spcAft>
              <a:buChar char="–"/>
              <a:defRPr/>
            </a:lvl7pPr>
            <a:lvl8pPr marL="3657600" indent="-342900" algn="l">
              <a:lnSpc>
                <a:spcPct val="95000"/>
              </a:lnSpc>
              <a:spcBef>
                <a:spcPts val="375"/>
              </a:spcBef>
              <a:spcAft>
                <a:spcPts val="0"/>
              </a:spcAft>
              <a:buChar char="–"/>
              <a:defRPr/>
            </a:lvl8pPr>
            <a:lvl9pPr marL="4114800" indent="-342900" algn="l">
              <a:lnSpc>
                <a:spcPct val="95000"/>
              </a:lnSpc>
              <a:spcBef>
                <a:spcPts val="375"/>
              </a:spcBef>
              <a:spcAft>
                <a:spcPts val="0"/>
              </a:spcAft>
              <a:buChar char="–"/>
              <a:defRPr/>
            </a:lvl9pPr>
          </a:lstStyle>
          <a:p>
            <a:endParaRPr/>
          </a:p>
        </p:txBody>
      </p:sp>
      <p:sp>
        <p:nvSpPr>
          <p:cNvPr id="28" name="Google Shape;28;p3">
            <a:extLst>
              <a:ext uri="{FF2B5EF4-FFF2-40B4-BE49-F238E27FC236}">
                <a16:creationId xmlns:a16="http://schemas.microsoft.com/office/drawing/2014/main" id="{42F00658-FF13-42FC-8A45-7128FBA12E0A}"/>
              </a:ext>
            </a:extLst>
          </p:cNvPr>
          <p:cNvSpPr>
            <a:spLocks noGrp="1"/>
          </p:cNvSpPr>
          <p:nvPr>
            <p:ph type="body" idx="8"/>
          </p:nvPr>
        </p:nvSpPr>
        <p:spPr>
          <a:xfrm>
            <a:off x="1485900" y="3985742"/>
            <a:ext cx="2343701" cy="103874"/>
          </a:xfrm>
          <a:prstGeom prst="rect">
            <a:avLst/>
          </a:prstGeom>
          <a:solidFill>
            <a:schemeClr val="lt1">
              <a:alpha val="92941"/>
            </a:schemeClr>
          </a:solidFill>
          <a:ln w="9525" cmpd="sng">
            <a:solidFill>
              <a:schemeClr val="lt1"/>
            </a:solidFill>
            <a:prstDash val="solid"/>
            <a:headEnd type="none" w="sm" len="sm"/>
            <a:tailEnd type="none" w="sm" len="sm"/>
          </a:ln>
        </p:spPr>
        <p:txBody>
          <a:bodyPr spcFirstLastPara="1" wrap="square" lIns="91425" tIns="0" rIns="365750" bIns="0" anchor="ctr">
            <a:spAutoFit/>
          </a:bodyPr>
          <a:lstStyle>
            <a:lvl1pPr marL="457200" indent="-228600" algn="l">
              <a:lnSpc>
                <a:spcPct val="100000"/>
              </a:lnSpc>
              <a:spcBef>
                <a:spcPts val="0"/>
              </a:spcBef>
              <a:spcAft>
                <a:spcPts val="0"/>
              </a:spcAft>
              <a:buNone/>
              <a:defRPr sz="675" b="0">
                <a:solidFill>
                  <a:schemeClr val="dk1"/>
                </a:solidFill>
                <a:latin typeface="Arial"/>
                <a:ea typeface="Arial"/>
                <a:cs typeface="Arial"/>
              </a:defRPr>
            </a:lvl1pPr>
            <a:lvl2pPr marL="914400" indent="-228600" algn="l">
              <a:lnSpc>
                <a:spcPct val="95000"/>
              </a:lnSpc>
              <a:spcBef>
                <a:spcPts val="375"/>
              </a:spcBef>
              <a:spcAft>
                <a:spcPts val="0"/>
              </a:spcAft>
              <a:buNone/>
              <a:defRPr sz="750">
                <a:latin typeface="Arial"/>
                <a:ea typeface="Arial"/>
                <a:cs typeface="Arial"/>
              </a:defRPr>
            </a:lvl2pPr>
            <a:lvl3pPr marL="1371600" indent="-228600" algn="l">
              <a:lnSpc>
                <a:spcPct val="95000"/>
              </a:lnSpc>
              <a:spcBef>
                <a:spcPts val="375"/>
              </a:spcBef>
              <a:spcAft>
                <a:spcPts val="0"/>
              </a:spcAft>
              <a:buNone/>
              <a:defRPr sz="750">
                <a:latin typeface="Arial"/>
                <a:ea typeface="Arial"/>
                <a:cs typeface="Arial"/>
              </a:defRPr>
            </a:lvl3pPr>
            <a:lvl4pPr marL="1828800" indent="-228600" algn="l">
              <a:lnSpc>
                <a:spcPct val="95000"/>
              </a:lnSpc>
              <a:spcBef>
                <a:spcPts val="375"/>
              </a:spcBef>
              <a:spcAft>
                <a:spcPts val="0"/>
              </a:spcAft>
              <a:buNone/>
              <a:defRPr sz="750">
                <a:latin typeface="Arial"/>
                <a:ea typeface="Arial"/>
                <a:cs typeface="Arial"/>
              </a:defRPr>
            </a:lvl4pPr>
            <a:lvl5pPr marL="2286000" indent="-228600" algn="l">
              <a:lnSpc>
                <a:spcPct val="95000"/>
              </a:lnSpc>
              <a:spcBef>
                <a:spcPts val="375"/>
              </a:spcBef>
              <a:spcAft>
                <a:spcPts val="0"/>
              </a:spcAft>
              <a:buNone/>
              <a:defRPr sz="750">
                <a:latin typeface="Arial"/>
                <a:ea typeface="Arial"/>
                <a:cs typeface="Arial"/>
              </a:defRPr>
            </a:lvl5pPr>
            <a:lvl6pPr marL="2743200" indent="-342900" algn="l">
              <a:lnSpc>
                <a:spcPct val="95000"/>
              </a:lnSpc>
              <a:spcBef>
                <a:spcPts val="375"/>
              </a:spcBef>
              <a:spcAft>
                <a:spcPts val="0"/>
              </a:spcAft>
              <a:buChar char="–"/>
              <a:defRPr/>
            </a:lvl6pPr>
            <a:lvl7pPr marL="3200400" indent="-342900" algn="l">
              <a:lnSpc>
                <a:spcPct val="95000"/>
              </a:lnSpc>
              <a:spcBef>
                <a:spcPts val="375"/>
              </a:spcBef>
              <a:spcAft>
                <a:spcPts val="0"/>
              </a:spcAft>
              <a:buChar char="–"/>
              <a:defRPr/>
            </a:lvl7pPr>
            <a:lvl8pPr marL="3657600" indent="-342900" algn="l">
              <a:lnSpc>
                <a:spcPct val="95000"/>
              </a:lnSpc>
              <a:spcBef>
                <a:spcPts val="375"/>
              </a:spcBef>
              <a:spcAft>
                <a:spcPts val="0"/>
              </a:spcAft>
              <a:buChar char="–"/>
              <a:defRPr/>
            </a:lvl8pPr>
            <a:lvl9pPr marL="4114800" indent="-342900" algn="l">
              <a:lnSpc>
                <a:spcPct val="95000"/>
              </a:lnSpc>
              <a:spcBef>
                <a:spcPts val="375"/>
              </a:spcBef>
              <a:spcAft>
                <a:spcPts val="0"/>
              </a:spcAft>
              <a:buChar char="–"/>
              <a:defRPr/>
            </a:lvl9pPr>
          </a:lstStyle>
          <a:p>
            <a:endParaRPr/>
          </a:p>
        </p:txBody>
      </p:sp>
      <p:sp>
        <p:nvSpPr>
          <p:cNvPr id="29" name="Google Shape;29;p3">
            <a:extLst>
              <a:ext uri="{FF2B5EF4-FFF2-40B4-BE49-F238E27FC236}">
                <a16:creationId xmlns:a16="http://schemas.microsoft.com/office/drawing/2014/main" id="{A1B0569F-5919-4C7A-A2D5-3092C959E219}"/>
              </a:ext>
            </a:extLst>
          </p:cNvPr>
          <p:cNvSpPr>
            <a:spLocks noGrp="1"/>
          </p:cNvSpPr>
          <p:nvPr>
            <p:ph type="body" idx="9"/>
          </p:nvPr>
        </p:nvSpPr>
        <p:spPr>
          <a:xfrm>
            <a:off x="1485900" y="4121336"/>
            <a:ext cx="2343701" cy="103874"/>
          </a:xfrm>
          <a:prstGeom prst="rect">
            <a:avLst/>
          </a:prstGeom>
          <a:solidFill>
            <a:schemeClr val="lt1">
              <a:alpha val="92941"/>
            </a:schemeClr>
          </a:solidFill>
          <a:ln w="9525" cmpd="sng">
            <a:solidFill>
              <a:schemeClr val="lt1"/>
            </a:solidFill>
            <a:prstDash val="solid"/>
            <a:headEnd type="none" w="sm" len="sm"/>
            <a:tailEnd type="none" w="sm" len="sm"/>
          </a:ln>
        </p:spPr>
        <p:txBody>
          <a:bodyPr spcFirstLastPara="1" wrap="square" lIns="91425" tIns="0" rIns="365750" bIns="0" anchor="ctr">
            <a:spAutoFit/>
          </a:bodyPr>
          <a:lstStyle>
            <a:lvl1pPr marL="457200" indent="-228600" algn="l">
              <a:lnSpc>
                <a:spcPct val="100000"/>
              </a:lnSpc>
              <a:spcBef>
                <a:spcPts val="0"/>
              </a:spcBef>
              <a:spcAft>
                <a:spcPts val="0"/>
              </a:spcAft>
              <a:buNone/>
              <a:defRPr sz="675" b="0">
                <a:solidFill>
                  <a:schemeClr val="dk1"/>
                </a:solidFill>
                <a:latin typeface="Arial"/>
                <a:ea typeface="Arial"/>
                <a:cs typeface="Arial"/>
              </a:defRPr>
            </a:lvl1pPr>
            <a:lvl2pPr marL="914400" indent="-228600" algn="l">
              <a:lnSpc>
                <a:spcPct val="95000"/>
              </a:lnSpc>
              <a:spcBef>
                <a:spcPts val="375"/>
              </a:spcBef>
              <a:spcAft>
                <a:spcPts val="0"/>
              </a:spcAft>
              <a:buNone/>
              <a:defRPr sz="750">
                <a:latin typeface="Arial"/>
                <a:ea typeface="Arial"/>
                <a:cs typeface="Arial"/>
              </a:defRPr>
            </a:lvl2pPr>
            <a:lvl3pPr marL="1371600" indent="-228600" algn="l">
              <a:lnSpc>
                <a:spcPct val="95000"/>
              </a:lnSpc>
              <a:spcBef>
                <a:spcPts val="375"/>
              </a:spcBef>
              <a:spcAft>
                <a:spcPts val="0"/>
              </a:spcAft>
              <a:buNone/>
              <a:defRPr sz="750">
                <a:latin typeface="Arial"/>
                <a:ea typeface="Arial"/>
                <a:cs typeface="Arial"/>
              </a:defRPr>
            </a:lvl3pPr>
            <a:lvl4pPr marL="1828800" indent="-228600" algn="l">
              <a:lnSpc>
                <a:spcPct val="95000"/>
              </a:lnSpc>
              <a:spcBef>
                <a:spcPts val="375"/>
              </a:spcBef>
              <a:spcAft>
                <a:spcPts val="0"/>
              </a:spcAft>
              <a:buNone/>
              <a:defRPr sz="750">
                <a:latin typeface="Arial"/>
                <a:ea typeface="Arial"/>
                <a:cs typeface="Arial"/>
              </a:defRPr>
            </a:lvl4pPr>
            <a:lvl5pPr marL="2286000" indent="-228600" algn="l">
              <a:lnSpc>
                <a:spcPct val="95000"/>
              </a:lnSpc>
              <a:spcBef>
                <a:spcPts val="375"/>
              </a:spcBef>
              <a:spcAft>
                <a:spcPts val="0"/>
              </a:spcAft>
              <a:buNone/>
              <a:defRPr sz="750">
                <a:latin typeface="Arial"/>
                <a:ea typeface="Arial"/>
                <a:cs typeface="Arial"/>
              </a:defRPr>
            </a:lvl5pPr>
            <a:lvl6pPr marL="2743200" indent="-342900" algn="l">
              <a:lnSpc>
                <a:spcPct val="95000"/>
              </a:lnSpc>
              <a:spcBef>
                <a:spcPts val="375"/>
              </a:spcBef>
              <a:spcAft>
                <a:spcPts val="0"/>
              </a:spcAft>
              <a:buChar char="–"/>
              <a:defRPr/>
            </a:lvl6pPr>
            <a:lvl7pPr marL="3200400" indent="-342900" algn="l">
              <a:lnSpc>
                <a:spcPct val="95000"/>
              </a:lnSpc>
              <a:spcBef>
                <a:spcPts val="375"/>
              </a:spcBef>
              <a:spcAft>
                <a:spcPts val="0"/>
              </a:spcAft>
              <a:buChar char="–"/>
              <a:defRPr/>
            </a:lvl7pPr>
            <a:lvl8pPr marL="3657600" indent="-342900" algn="l">
              <a:lnSpc>
                <a:spcPct val="95000"/>
              </a:lnSpc>
              <a:spcBef>
                <a:spcPts val="375"/>
              </a:spcBef>
              <a:spcAft>
                <a:spcPts val="0"/>
              </a:spcAft>
              <a:buChar char="–"/>
              <a:defRPr/>
            </a:lvl8pPr>
            <a:lvl9pPr marL="4114800" indent="-342900" algn="l">
              <a:lnSpc>
                <a:spcPct val="95000"/>
              </a:lnSpc>
              <a:spcBef>
                <a:spcPts val="375"/>
              </a:spcBef>
              <a:spcAft>
                <a:spcPts val="0"/>
              </a:spcAft>
              <a:buChar char="–"/>
              <a:defRPr/>
            </a:lvl9pPr>
          </a:lstStyle>
          <a:p>
            <a:endParaRPr/>
          </a:p>
        </p:txBody>
      </p:sp>
      <p:sp>
        <p:nvSpPr>
          <p:cNvPr id="30" name="Google Shape;30;p3">
            <a:extLst>
              <a:ext uri="{FF2B5EF4-FFF2-40B4-BE49-F238E27FC236}">
                <a16:creationId xmlns:a16="http://schemas.microsoft.com/office/drawing/2014/main" id="{BC4C813A-4846-497E-948E-B4FB7E64CEEB}"/>
              </a:ext>
            </a:extLst>
          </p:cNvPr>
          <p:cNvSpPr>
            <a:spLocks noGrp="1"/>
          </p:cNvSpPr>
          <p:nvPr>
            <p:ph type="body" idx="13"/>
          </p:nvPr>
        </p:nvSpPr>
        <p:spPr>
          <a:xfrm>
            <a:off x="1485900" y="4256930"/>
            <a:ext cx="2343701" cy="103874"/>
          </a:xfrm>
          <a:prstGeom prst="rect">
            <a:avLst/>
          </a:prstGeom>
          <a:solidFill>
            <a:schemeClr val="lt1">
              <a:alpha val="92941"/>
            </a:schemeClr>
          </a:solidFill>
          <a:ln w="9525" cmpd="sng">
            <a:solidFill>
              <a:schemeClr val="lt1"/>
            </a:solidFill>
            <a:prstDash val="solid"/>
            <a:headEnd type="none" w="sm" len="sm"/>
            <a:tailEnd type="none" w="sm" len="sm"/>
          </a:ln>
        </p:spPr>
        <p:txBody>
          <a:bodyPr spcFirstLastPara="1" wrap="square" lIns="91425" tIns="0" rIns="365750" bIns="0" anchor="ctr">
            <a:spAutoFit/>
          </a:bodyPr>
          <a:lstStyle>
            <a:lvl1pPr marL="457200" indent="-228600" algn="l">
              <a:lnSpc>
                <a:spcPct val="100000"/>
              </a:lnSpc>
              <a:spcBef>
                <a:spcPts val="0"/>
              </a:spcBef>
              <a:spcAft>
                <a:spcPts val="0"/>
              </a:spcAft>
              <a:buNone/>
              <a:defRPr sz="675" b="0">
                <a:solidFill>
                  <a:schemeClr val="dk1"/>
                </a:solidFill>
                <a:latin typeface="Arial"/>
                <a:ea typeface="Arial"/>
                <a:cs typeface="Arial"/>
              </a:defRPr>
            </a:lvl1pPr>
            <a:lvl2pPr marL="914400" indent="-228600" algn="l">
              <a:lnSpc>
                <a:spcPct val="95000"/>
              </a:lnSpc>
              <a:spcBef>
                <a:spcPts val="375"/>
              </a:spcBef>
              <a:spcAft>
                <a:spcPts val="0"/>
              </a:spcAft>
              <a:buNone/>
              <a:defRPr sz="750">
                <a:latin typeface="Arial"/>
                <a:ea typeface="Arial"/>
                <a:cs typeface="Arial"/>
              </a:defRPr>
            </a:lvl2pPr>
            <a:lvl3pPr marL="1371600" indent="-228600" algn="l">
              <a:lnSpc>
                <a:spcPct val="95000"/>
              </a:lnSpc>
              <a:spcBef>
                <a:spcPts val="375"/>
              </a:spcBef>
              <a:spcAft>
                <a:spcPts val="0"/>
              </a:spcAft>
              <a:buNone/>
              <a:defRPr sz="750">
                <a:latin typeface="Arial"/>
                <a:ea typeface="Arial"/>
                <a:cs typeface="Arial"/>
              </a:defRPr>
            </a:lvl3pPr>
            <a:lvl4pPr marL="1828800" indent="-228600" algn="l">
              <a:lnSpc>
                <a:spcPct val="95000"/>
              </a:lnSpc>
              <a:spcBef>
                <a:spcPts val="375"/>
              </a:spcBef>
              <a:spcAft>
                <a:spcPts val="0"/>
              </a:spcAft>
              <a:buNone/>
              <a:defRPr sz="750">
                <a:latin typeface="Arial"/>
                <a:ea typeface="Arial"/>
                <a:cs typeface="Arial"/>
              </a:defRPr>
            </a:lvl4pPr>
            <a:lvl5pPr marL="2286000" indent="-228600" algn="l">
              <a:lnSpc>
                <a:spcPct val="95000"/>
              </a:lnSpc>
              <a:spcBef>
                <a:spcPts val="375"/>
              </a:spcBef>
              <a:spcAft>
                <a:spcPts val="0"/>
              </a:spcAft>
              <a:buNone/>
              <a:defRPr sz="750">
                <a:latin typeface="Arial"/>
                <a:ea typeface="Arial"/>
                <a:cs typeface="Arial"/>
              </a:defRPr>
            </a:lvl5pPr>
            <a:lvl6pPr marL="2743200" indent="-342900" algn="l">
              <a:lnSpc>
                <a:spcPct val="95000"/>
              </a:lnSpc>
              <a:spcBef>
                <a:spcPts val="375"/>
              </a:spcBef>
              <a:spcAft>
                <a:spcPts val="0"/>
              </a:spcAft>
              <a:buChar char="–"/>
              <a:defRPr/>
            </a:lvl6pPr>
            <a:lvl7pPr marL="3200400" indent="-342900" algn="l">
              <a:lnSpc>
                <a:spcPct val="95000"/>
              </a:lnSpc>
              <a:spcBef>
                <a:spcPts val="375"/>
              </a:spcBef>
              <a:spcAft>
                <a:spcPts val="0"/>
              </a:spcAft>
              <a:buChar char="–"/>
              <a:defRPr/>
            </a:lvl7pPr>
            <a:lvl8pPr marL="3657600" indent="-342900" algn="l">
              <a:lnSpc>
                <a:spcPct val="95000"/>
              </a:lnSpc>
              <a:spcBef>
                <a:spcPts val="375"/>
              </a:spcBef>
              <a:spcAft>
                <a:spcPts val="0"/>
              </a:spcAft>
              <a:buChar char="–"/>
              <a:defRPr/>
            </a:lvl8pPr>
            <a:lvl9pPr marL="4114800" indent="-342900" algn="l">
              <a:lnSpc>
                <a:spcPct val="95000"/>
              </a:lnSpc>
              <a:spcBef>
                <a:spcPts val="375"/>
              </a:spcBef>
              <a:spcAft>
                <a:spcPts val="0"/>
              </a:spcAft>
              <a:buChar char="–"/>
              <a:defRPr/>
            </a:lvl9pPr>
          </a:lstStyle>
          <a:p>
            <a:endParaRPr/>
          </a:p>
        </p:txBody>
      </p:sp>
      <p:pic>
        <p:nvPicPr>
          <p:cNvPr id="31" name="Google Shape;31;p3"/>
          <p:cNvPicPr>
            <a:picLocks noChangeAspect="1"/>
          </p:cNvPicPr>
          <p:nvPr/>
        </p:nvPicPr>
        <p:blipFill rotWithShape="1">
          <a:blip r:embed="rId2">
            <a:alphaModFix/>
          </a:blip>
          <a:srcRect/>
          <a:stretch/>
        </p:blipFill>
        <p:spPr>
          <a:xfrm>
            <a:off x="183674" y="84473"/>
            <a:ext cx="2434590" cy="919356"/>
          </a:xfrm>
          <a:prstGeom prst="rect">
            <a:avLst/>
          </a:prstGeom>
          <a:ln>
            <a:noFill/>
          </a:ln>
        </p:spPr>
      </p:pic>
      <p:pic>
        <p:nvPicPr>
          <p:cNvPr id="32" name="Google Shape;32;p3"/>
          <p:cNvPicPr>
            <a:picLocks noChangeAspect="1"/>
          </p:cNvPicPr>
          <p:nvPr/>
        </p:nvPicPr>
        <p:blipFill rotWithShape="1">
          <a:blip r:embed="rId3">
            <a:alphaModFix/>
          </a:blip>
          <a:srcRect/>
          <a:stretch/>
        </p:blipFill>
        <p:spPr>
          <a:xfrm>
            <a:off x="7503462" y="308372"/>
            <a:ext cx="1222280" cy="358517"/>
          </a:xfrm>
          <a:prstGeom prst="rect">
            <a:avLst/>
          </a:prstGeom>
          <a:ln>
            <a:noFill/>
          </a:ln>
        </p:spPr>
      </p:pic>
      <p:sp>
        <p:nvSpPr>
          <p:cNvPr id="34" name="Google Shape;34;p3">
            <a:extLst>
              <a:ext uri="{FF2B5EF4-FFF2-40B4-BE49-F238E27FC236}">
                <a16:creationId xmlns:a16="http://schemas.microsoft.com/office/drawing/2014/main" id="{AE546BCD-9ED9-4171-8D50-F604E7EAAD5E}"/>
              </a:ext>
            </a:extLst>
          </p:cNvPr>
          <p:cNvSpPr>
            <a:spLocks noGrp="1"/>
          </p:cNvSpPr>
          <p:nvPr/>
        </p:nvSpPr>
        <p:spPr>
          <a:xfrm>
            <a:off x="411164" y="1480665"/>
            <a:ext cx="5380036" cy="1783080"/>
          </a:xfrm>
          <a:prstGeom prst="rect">
            <a:avLst/>
          </a:prstGeom>
          <a:noFill/>
          <a:ln w="19050" cmpd="sng">
            <a:solidFill>
              <a:srgbClr val="FFCC01"/>
            </a:solidFill>
            <a:prstDash val="solid"/>
            <a:headEnd type="none" w="sm" len="sm"/>
            <a:tailEnd type="none" w="sm" len="sm"/>
          </a:ln>
        </p:spPr>
        <p:txBody>
          <a:bodyPr spcFirstLastPara="1" wrap="square" lIns="91425" tIns="45700" rIns="91425" bIns="45700" anchor="ctr">
            <a:noAutofit/>
          </a:bodyPr>
          <a:lstStyle/>
          <a:p>
            <a:pPr marL="0" indent="0" algn="ctr">
              <a:lnSpc>
                <a:spcPct val="100000"/>
              </a:lnSpc>
              <a:spcBef>
                <a:spcPts val="0"/>
              </a:spcBef>
              <a:spcAft>
                <a:spcPts val="0"/>
              </a:spcAft>
              <a:buNone/>
            </a:pPr>
            <a:endParaRPr/>
          </a:p>
        </p:txBody>
      </p:sp>
      <p:cxnSp>
        <p:nvCxnSpPr>
          <p:cNvPr id="35" name="Google Shape;35;p3"/>
          <p:cNvCxnSpPr/>
          <p:nvPr/>
        </p:nvCxnSpPr>
        <p:spPr>
          <a:xfrm>
            <a:off x="411164" y="2749395"/>
            <a:ext cx="5380036" cy="0"/>
          </a:xfrm>
          <a:prstGeom prst="straightConnector1">
            <a:avLst/>
          </a:prstGeom>
          <a:ln w="19050" cap="flat">
            <a:solidFill>
              <a:srgbClr val="FFCC01"/>
            </a:solidFill>
            <a:prstDash val="solid"/>
            <a:miter/>
            <a:headEnd type="none" w="sm" len="sm"/>
            <a:tailEnd type="none" w="sm" len="sm"/>
          </a:ln>
        </p:spPr>
      </p:cxnSp>
      <p:cxnSp>
        <p:nvCxnSpPr>
          <p:cNvPr id="36" name="Google Shape;36;p3"/>
          <p:cNvCxnSpPr/>
          <p:nvPr/>
        </p:nvCxnSpPr>
        <p:spPr>
          <a:xfrm>
            <a:off x="3635455" y="2749395"/>
            <a:ext cx="0" cy="514350"/>
          </a:xfrm>
          <a:prstGeom prst="straightConnector1">
            <a:avLst/>
          </a:prstGeom>
          <a:ln w="19050" cap="flat">
            <a:solidFill>
              <a:srgbClr val="FFCC01"/>
            </a:solidFill>
            <a:prstDash val="solid"/>
            <a:miter/>
            <a:headEnd type="none" w="sm" len="sm"/>
            <a:tailEnd type="none" w="sm" len="sm"/>
          </a:ln>
        </p:spPr>
      </p:cxnSp>
      <p:sp>
        <p:nvSpPr>
          <p:cNvPr id="37" name="Google Shape;37;p3">
            <a:extLst>
              <a:ext uri="{FF2B5EF4-FFF2-40B4-BE49-F238E27FC236}">
                <a16:creationId xmlns:a16="http://schemas.microsoft.com/office/drawing/2014/main" id="{A32B7AFE-5C5E-491F-BA8E-545F491453D0}"/>
              </a:ext>
            </a:extLst>
          </p:cNvPr>
          <p:cNvSpPr>
            <a:spLocks noGrp="1"/>
          </p:cNvSpPr>
          <p:nvPr>
            <p:ph type="ctrTitle"/>
          </p:nvPr>
        </p:nvSpPr>
        <p:spPr>
          <a:xfrm>
            <a:off x="685801" y="1652115"/>
            <a:ext cx="4822031" cy="994410"/>
          </a:xfrm>
          <a:prstGeom prst="rect">
            <a:avLst/>
          </a:prstGeom>
          <a:noFill/>
          <a:ln>
            <a:noFill/>
          </a:ln>
        </p:spPr>
        <p:txBody>
          <a:bodyPr spcFirstLastPara="1" wrap="square" lIns="0" tIns="0" rIns="0" bIns="0" anchor="t">
            <a:noAutofit/>
          </a:bodyPr>
          <a:lstStyle>
            <a:lvl1pPr algn="l">
              <a:lnSpc>
                <a:spcPct val="80000"/>
              </a:lnSpc>
              <a:spcBef>
                <a:spcPts val="0"/>
              </a:spcBef>
              <a:spcAft>
                <a:spcPts val="0"/>
              </a:spcAft>
              <a:buNone/>
              <a:defRPr sz="2700"/>
            </a:lvl1pPr>
            <a:lvl2pPr>
              <a:spcBef>
                <a:spcPts val="0"/>
              </a:spcBef>
              <a:spcAft>
                <a:spcPts val="0"/>
              </a:spcAft>
              <a:buNone/>
              <a:defRPr/>
            </a:lvl2pPr>
            <a:lvl3pPr>
              <a:spcBef>
                <a:spcPts val="0"/>
              </a:spcBef>
              <a:spcAft>
                <a:spcPts val="0"/>
              </a:spcAft>
              <a:buNone/>
              <a:defRPr/>
            </a:lvl3pPr>
            <a:lvl4pPr>
              <a:spcBef>
                <a:spcPts val="0"/>
              </a:spcBef>
              <a:spcAft>
                <a:spcPts val="0"/>
              </a:spcAft>
              <a:buNone/>
              <a:defRPr/>
            </a:lvl4pPr>
            <a:lvl5pPr>
              <a:spcBef>
                <a:spcPts val="0"/>
              </a:spcBef>
              <a:spcAft>
                <a:spcPts val="0"/>
              </a:spcAft>
              <a:buNone/>
              <a:defRPr/>
            </a:lvl5pPr>
            <a:lvl6pPr>
              <a:spcBef>
                <a:spcPts val="0"/>
              </a:spcBef>
              <a:spcAft>
                <a:spcPts val="0"/>
              </a:spcAft>
              <a:buNone/>
              <a:defRPr/>
            </a:lvl6pPr>
            <a:lvl7pPr>
              <a:spcBef>
                <a:spcPts val="0"/>
              </a:spcBef>
              <a:spcAft>
                <a:spcPts val="0"/>
              </a:spcAft>
              <a:buNone/>
              <a:defRPr/>
            </a:lvl7pPr>
            <a:lvl8pPr>
              <a:spcBef>
                <a:spcPts val="0"/>
              </a:spcBef>
              <a:spcAft>
                <a:spcPts val="0"/>
              </a:spcAft>
              <a:buNone/>
              <a:defRPr/>
            </a:lvl8pPr>
            <a:lvl9pPr>
              <a:spcBef>
                <a:spcPts val="0"/>
              </a:spcBef>
              <a:spcAft>
                <a:spcPts val="0"/>
              </a:spcAft>
              <a:buNone/>
              <a:defRPr/>
            </a:lvl9pPr>
          </a:lstStyle>
          <a:p>
            <a:endParaRPr/>
          </a:p>
        </p:txBody>
      </p:sp>
      <p:sp>
        <p:nvSpPr>
          <p:cNvPr id="38" name="Google Shape;38;p3">
            <a:extLst>
              <a:ext uri="{FF2B5EF4-FFF2-40B4-BE49-F238E27FC236}">
                <a16:creationId xmlns:a16="http://schemas.microsoft.com/office/drawing/2014/main" id="{5D3D5662-E32D-409C-8BAF-46D3B05EDEC9}"/>
              </a:ext>
            </a:extLst>
          </p:cNvPr>
          <p:cNvSpPr>
            <a:spLocks noGrp="1"/>
          </p:cNvSpPr>
          <p:nvPr>
            <p:ph type="subTitle" idx="14"/>
          </p:nvPr>
        </p:nvSpPr>
        <p:spPr>
          <a:xfrm>
            <a:off x="685801" y="2838549"/>
            <a:ext cx="2674143" cy="342900"/>
          </a:xfrm>
          <a:prstGeom prst="rect">
            <a:avLst/>
          </a:prstGeom>
          <a:noFill/>
          <a:ln>
            <a:noFill/>
          </a:ln>
        </p:spPr>
        <p:txBody>
          <a:bodyPr spcFirstLastPara="1" wrap="square" lIns="0" tIns="0" rIns="0" bIns="0" anchor="ctr">
            <a:noAutofit/>
          </a:bodyPr>
          <a:lstStyle>
            <a:lvl1pPr algn="l">
              <a:lnSpc>
                <a:spcPct val="95000"/>
              </a:lnSpc>
              <a:spcBef>
                <a:spcPts val="0"/>
              </a:spcBef>
              <a:spcAft>
                <a:spcPts val="0"/>
              </a:spcAft>
              <a:buNone/>
              <a:defRPr sz="900" b="1">
                <a:solidFill>
                  <a:schemeClr val="lt2"/>
                </a:solidFill>
              </a:defRPr>
            </a:lvl1pPr>
            <a:lvl2pPr algn="l">
              <a:lnSpc>
                <a:spcPct val="95000"/>
              </a:lnSpc>
              <a:spcBef>
                <a:spcPts val="0"/>
              </a:spcBef>
              <a:spcAft>
                <a:spcPts val="0"/>
              </a:spcAft>
              <a:buNone/>
              <a:defRPr sz="900" b="1">
                <a:solidFill>
                  <a:schemeClr val="lt2"/>
                </a:solidFill>
              </a:defRPr>
            </a:lvl2pPr>
            <a:lvl3pPr algn="l">
              <a:lnSpc>
                <a:spcPct val="95000"/>
              </a:lnSpc>
              <a:spcBef>
                <a:spcPts val="0"/>
              </a:spcBef>
              <a:spcAft>
                <a:spcPts val="0"/>
              </a:spcAft>
              <a:buNone/>
              <a:defRPr sz="900" b="1">
                <a:solidFill>
                  <a:schemeClr val="lt2"/>
                </a:solidFill>
              </a:defRPr>
            </a:lvl3pPr>
            <a:lvl4pPr algn="l">
              <a:lnSpc>
                <a:spcPct val="95000"/>
              </a:lnSpc>
              <a:spcBef>
                <a:spcPts val="0"/>
              </a:spcBef>
              <a:spcAft>
                <a:spcPts val="0"/>
              </a:spcAft>
              <a:buNone/>
              <a:defRPr sz="900" b="1">
                <a:solidFill>
                  <a:schemeClr val="lt2"/>
                </a:solidFill>
              </a:defRPr>
            </a:lvl4pPr>
            <a:lvl5pPr algn="l">
              <a:lnSpc>
                <a:spcPct val="95000"/>
              </a:lnSpc>
              <a:spcBef>
                <a:spcPts val="0"/>
              </a:spcBef>
              <a:spcAft>
                <a:spcPts val="0"/>
              </a:spcAft>
              <a:buNone/>
              <a:defRPr sz="900" b="1">
                <a:solidFill>
                  <a:schemeClr val="lt2"/>
                </a:solidFill>
              </a:defRPr>
            </a:lvl5pPr>
            <a:lvl6pPr algn="l">
              <a:lnSpc>
                <a:spcPct val="95000"/>
              </a:lnSpc>
              <a:spcBef>
                <a:spcPts val="0"/>
              </a:spcBef>
              <a:spcAft>
                <a:spcPts val="0"/>
              </a:spcAft>
              <a:buNone/>
              <a:defRPr sz="900" b="1">
                <a:solidFill>
                  <a:schemeClr val="lt2"/>
                </a:solidFill>
              </a:defRPr>
            </a:lvl6pPr>
            <a:lvl7pPr algn="l">
              <a:lnSpc>
                <a:spcPct val="95000"/>
              </a:lnSpc>
              <a:spcBef>
                <a:spcPts val="0"/>
              </a:spcBef>
              <a:spcAft>
                <a:spcPts val="0"/>
              </a:spcAft>
              <a:buNone/>
              <a:defRPr sz="900" b="1">
                <a:solidFill>
                  <a:schemeClr val="lt2"/>
                </a:solidFill>
              </a:defRPr>
            </a:lvl7pPr>
            <a:lvl8pPr algn="l">
              <a:lnSpc>
                <a:spcPct val="95000"/>
              </a:lnSpc>
              <a:spcBef>
                <a:spcPts val="0"/>
              </a:spcBef>
              <a:spcAft>
                <a:spcPts val="0"/>
              </a:spcAft>
              <a:buNone/>
              <a:defRPr sz="900" b="1">
                <a:solidFill>
                  <a:schemeClr val="lt2"/>
                </a:solidFill>
              </a:defRPr>
            </a:lvl8pPr>
            <a:lvl9pPr algn="l">
              <a:lnSpc>
                <a:spcPct val="95000"/>
              </a:lnSpc>
              <a:spcBef>
                <a:spcPts val="0"/>
              </a:spcBef>
              <a:spcAft>
                <a:spcPts val="0"/>
              </a:spcAft>
              <a:buNone/>
              <a:defRPr sz="900" b="1">
                <a:solidFill>
                  <a:schemeClr val="lt2"/>
                </a:solidFill>
              </a:defRPr>
            </a:lvl9pPr>
          </a:lstStyle>
          <a:p>
            <a:endParaRPr/>
          </a:p>
        </p:txBody>
      </p:sp>
      <p:sp>
        <p:nvSpPr>
          <p:cNvPr id="39" name="Google Shape;39;p3">
            <a:extLst>
              <a:ext uri="{FF2B5EF4-FFF2-40B4-BE49-F238E27FC236}">
                <a16:creationId xmlns:a16="http://schemas.microsoft.com/office/drawing/2014/main" id="{3691A192-F92C-41E9-964D-30147F22CEBC}"/>
              </a:ext>
            </a:extLst>
          </p:cNvPr>
          <p:cNvSpPr>
            <a:spLocks noGrp="1"/>
          </p:cNvSpPr>
          <p:nvPr>
            <p:ph type="body" idx="15"/>
          </p:nvPr>
        </p:nvSpPr>
        <p:spPr>
          <a:xfrm>
            <a:off x="3909060" y="2838549"/>
            <a:ext cx="1598771" cy="342900"/>
          </a:xfrm>
          <a:prstGeom prst="rect">
            <a:avLst/>
          </a:prstGeom>
          <a:noFill/>
          <a:ln>
            <a:noFill/>
          </a:ln>
        </p:spPr>
        <p:txBody>
          <a:bodyPr spcFirstLastPara="1" wrap="square" lIns="0" tIns="0" rIns="0" bIns="0" anchor="ctr">
            <a:noAutofit/>
          </a:bodyPr>
          <a:lstStyle>
            <a:lvl1pPr marL="457200" indent="-228600" algn="ctr">
              <a:lnSpc>
                <a:spcPct val="80000"/>
              </a:lnSpc>
              <a:spcBef>
                <a:spcPts val="0"/>
              </a:spcBef>
              <a:spcAft>
                <a:spcPts val="0"/>
              </a:spcAft>
              <a:buNone/>
              <a:defRPr sz="1050" b="1" cap="none">
                <a:solidFill>
                  <a:schemeClr val="lt2"/>
                </a:solidFill>
              </a:defRPr>
            </a:lvl1pPr>
            <a:lvl2pPr marL="914400" indent="-228600" algn="ctr">
              <a:lnSpc>
                <a:spcPct val="80000"/>
              </a:lnSpc>
              <a:spcBef>
                <a:spcPts val="0"/>
              </a:spcBef>
              <a:spcAft>
                <a:spcPts val="0"/>
              </a:spcAft>
              <a:buNone/>
              <a:defRPr sz="1050" b="1" cap="none">
                <a:solidFill>
                  <a:schemeClr val="lt2"/>
                </a:solidFill>
              </a:defRPr>
            </a:lvl2pPr>
            <a:lvl3pPr marL="1371600" indent="-228600" algn="ctr">
              <a:lnSpc>
                <a:spcPct val="80000"/>
              </a:lnSpc>
              <a:spcBef>
                <a:spcPts val="0"/>
              </a:spcBef>
              <a:spcAft>
                <a:spcPts val="0"/>
              </a:spcAft>
              <a:buNone/>
              <a:defRPr sz="1050" b="1" cap="none">
                <a:solidFill>
                  <a:schemeClr val="lt2"/>
                </a:solidFill>
              </a:defRPr>
            </a:lvl3pPr>
            <a:lvl4pPr marL="1828800" indent="-228600" algn="ctr">
              <a:lnSpc>
                <a:spcPct val="80000"/>
              </a:lnSpc>
              <a:spcBef>
                <a:spcPts val="0"/>
              </a:spcBef>
              <a:spcAft>
                <a:spcPts val="0"/>
              </a:spcAft>
              <a:buNone/>
              <a:defRPr sz="1050" b="1" cap="none">
                <a:solidFill>
                  <a:schemeClr val="lt2"/>
                </a:solidFill>
              </a:defRPr>
            </a:lvl4pPr>
            <a:lvl5pPr marL="2286000" indent="-228600" algn="ctr">
              <a:lnSpc>
                <a:spcPct val="80000"/>
              </a:lnSpc>
              <a:spcBef>
                <a:spcPts val="0"/>
              </a:spcBef>
              <a:spcAft>
                <a:spcPts val="0"/>
              </a:spcAft>
              <a:buNone/>
              <a:defRPr sz="1050" b="1" cap="none">
                <a:solidFill>
                  <a:schemeClr val="lt2"/>
                </a:solidFill>
              </a:defRPr>
            </a:lvl5pPr>
            <a:lvl6pPr marL="2743200" indent="-228600" algn="ctr">
              <a:lnSpc>
                <a:spcPct val="80000"/>
              </a:lnSpc>
              <a:spcBef>
                <a:spcPts val="0"/>
              </a:spcBef>
              <a:spcAft>
                <a:spcPts val="0"/>
              </a:spcAft>
              <a:buNone/>
              <a:defRPr sz="1050" b="1" cap="none">
                <a:solidFill>
                  <a:schemeClr val="lt2"/>
                </a:solidFill>
              </a:defRPr>
            </a:lvl6pPr>
            <a:lvl7pPr marL="3200400" indent="-228600" algn="ctr">
              <a:lnSpc>
                <a:spcPct val="80000"/>
              </a:lnSpc>
              <a:spcBef>
                <a:spcPts val="0"/>
              </a:spcBef>
              <a:spcAft>
                <a:spcPts val="0"/>
              </a:spcAft>
              <a:buNone/>
              <a:defRPr sz="1050" b="1" cap="none">
                <a:solidFill>
                  <a:schemeClr val="lt2"/>
                </a:solidFill>
              </a:defRPr>
            </a:lvl7pPr>
            <a:lvl8pPr marL="3657600" indent="-228600" algn="ctr">
              <a:lnSpc>
                <a:spcPct val="80000"/>
              </a:lnSpc>
              <a:spcBef>
                <a:spcPts val="0"/>
              </a:spcBef>
              <a:spcAft>
                <a:spcPts val="0"/>
              </a:spcAft>
              <a:buNone/>
              <a:defRPr sz="1050" b="1" cap="none">
                <a:solidFill>
                  <a:schemeClr val="lt2"/>
                </a:solidFill>
              </a:defRPr>
            </a:lvl8pPr>
            <a:lvl9pPr marL="4114800" indent="-228600" algn="ctr">
              <a:lnSpc>
                <a:spcPct val="80000"/>
              </a:lnSpc>
              <a:spcBef>
                <a:spcPts val="0"/>
              </a:spcBef>
              <a:spcAft>
                <a:spcPts val="0"/>
              </a:spcAft>
              <a:buNone/>
              <a:defRPr sz="1050" b="1" cap="none">
                <a:solidFill>
                  <a:schemeClr val="lt2"/>
                </a:solidFill>
              </a:defRPr>
            </a:lvl9pPr>
          </a:lstStyle>
          <a:p>
            <a:endParaRPr/>
          </a:p>
        </p:txBody>
      </p:sp>
      <p:sp>
        <p:nvSpPr>
          <p:cNvPr id="40" name="Google Shape;40;p3">
            <a:extLst>
              <a:ext uri="{FF2B5EF4-FFF2-40B4-BE49-F238E27FC236}">
                <a16:creationId xmlns:a16="http://schemas.microsoft.com/office/drawing/2014/main" id="{E5041FB4-1CA5-4614-8966-1484B89CA218}"/>
              </a:ext>
            </a:extLst>
          </p:cNvPr>
          <p:cNvSpPr>
            <a:spLocks noGrp="1"/>
          </p:cNvSpPr>
          <p:nvPr/>
        </p:nvSpPr>
        <p:spPr>
          <a:xfrm>
            <a:off x="1040130" y="0"/>
            <a:ext cx="7063740" cy="173124"/>
          </a:xfrm>
          <a:prstGeom prst="rect">
            <a:avLst/>
          </a:prstGeom>
          <a:noFill/>
          <a:ln>
            <a:noFill/>
          </a:ln>
        </p:spPr>
        <p:txBody>
          <a:bodyPr spcFirstLastPara="1" wrap="square" lIns="91425" tIns="45700" rIns="91425" bIns="45700" anchor="t">
            <a:noAutofit/>
          </a:bodyPr>
          <a:lstStyle/>
          <a:p>
            <a:pPr marL="0" indent="0" algn="ctr">
              <a:spcBef>
                <a:spcPts val="0"/>
              </a:spcBef>
              <a:spcAft>
                <a:spcPts val="0"/>
              </a:spcAft>
              <a:buNone/>
            </a:pPr>
            <a:r>
              <a:rPr sz="525" b="1" i="0" u="none" cap="none">
                <a:solidFill>
                  <a:srgbClr val="2DAA27"/>
                </a:solidFill>
                <a:latin typeface="Arial"/>
                <a:ea typeface="Arial"/>
                <a:cs typeface="Arial"/>
              </a:rPr>
              <a:t>UNCLASSIFIED / GENERAL</a:t>
            </a:r>
          </a:p>
        </p:txBody>
      </p:sp>
      <p:sp>
        <p:nvSpPr>
          <p:cNvPr id="41" name="Google Shape;41;p3">
            <a:extLst>
              <a:ext uri="{FF2B5EF4-FFF2-40B4-BE49-F238E27FC236}">
                <a16:creationId xmlns:a16="http://schemas.microsoft.com/office/drawing/2014/main" id="{E2BEEE1E-B3A0-4B32-91CA-7365D3A6C3A1}"/>
              </a:ext>
            </a:extLst>
          </p:cNvPr>
          <p:cNvSpPr>
            <a:spLocks noGrp="1"/>
          </p:cNvSpPr>
          <p:nvPr/>
        </p:nvSpPr>
        <p:spPr>
          <a:xfrm>
            <a:off x="1040130" y="4970376"/>
            <a:ext cx="7063740" cy="173124"/>
          </a:xfrm>
          <a:prstGeom prst="rect">
            <a:avLst/>
          </a:prstGeom>
          <a:noFill/>
          <a:ln>
            <a:noFill/>
          </a:ln>
        </p:spPr>
        <p:txBody>
          <a:bodyPr spcFirstLastPara="1" wrap="square" lIns="0" tIns="45700" rIns="0" bIns="45700" anchor="b">
            <a:noAutofit/>
          </a:bodyPr>
          <a:lstStyle/>
          <a:p>
            <a:pPr marL="0" indent="0" algn="ctr">
              <a:spcBef>
                <a:spcPts val="0"/>
              </a:spcBef>
              <a:spcAft>
                <a:spcPts val="0"/>
              </a:spcAft>
              <a:buNone/>
            </a:pPr>
            <a:r>
              <a:rPr sz="525" b="1" i="0" u="none" cap="none">
                <a:solidFill>
                  <a:srgbClr val="2DAA27"/>
                </a:solidFill>
                <a:latin typeface="Arial"/>
                <a:ea typeface="Arial"/>
                <a:cs typeface="Arial"/>
              </a:rPr>
              <a:t>UNCLASSIFIED / GENERAL</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 White">
  <p:cSld name="Title Slide - White">
    <p:bg>
      <p:bgPr>
        <a:solidFill>
          <a:schemeClr val="lt1"/>
        </a:solidFill>
        <a:effectLst/>
      </p:bgPr>
    </p:bg>
    <p:spTree>
      <p:nvGrpSpPr>
        <p:cNvPr id="1" name=""/>
        <p:cNvGrpSpPr/>
        <p:nvPr/>
      </p:nvGrpSpPr>
      <p:grpSpPr>
        <a:xfrm>
          <a:off x="0" y="0"/>
          <a:ext cx="0" cy="0"/>
          <a:chOff x="0" y="0"/>
          <a:chExt cx="0" cy="0"/>
        </a:xfrm>
      </p:grpSpPr>
      <p:sp>
        <p:nvSpPr>
          <p:cNvPr id="43" name="Google Shape;43;p4">
            <a:extLst>
              <a:ext uri="{FF2B5EF4-FFF2-40B4-BE49-F238E27FC236}">
                <a16:creationId xmlns:a16="http://schemas.microsoft.com/office/drawing/2014/main" id="{6FD89952-1003-49B9-BE5F-97170A054921}"/>
              </a:ext>
            </a:extLst>
          </p:cNvPr>
          <p:cNvSpPr>
            <a:spLocks noGrp="1"/>
          </p:cNvSpPr>
          <p:nvPr>
            <p:ph type="dt" idx="10"/>
          </p:nvPr>
        </p:nvSpPr>
        <p:spPr>
          <a:xfrm>
            <a:off x="410766" y="4972050"/>
            <a:ext cx="617934" cy="171450"/>
          </a:xfrm>
          <a:prstGeom prst="rect">
            <a:avLst/>
          </a:prstGeom>
          <a:noFill/>
          <a:ln>
            <a:noFill/>
          </a:ln>
        </p:spPr>
        <p:txBody>
          <a:bodyPr spcFirstLastPara="1" wrap="square" lIns="0" tIns="45700" rIns="0" bIns="45700" anchor="b">
            <a:noAutofit/>
          </a:bodyPr>
          <a:lstStyle>
            <a:lvl1pPr algn="l">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a:endParaRPr/>
          </a:p>
        </p:txBody>
      </p:sp>
      <p:sp>
        <p:nvSpPr>
          <p:cNvPr id="44" name="Google Shape;44;p4">
            <a:extLst>
              <a:ext uri="{FF2B5EF4-FFF2-40B4-BE49-F238E27FC236}">
                <a16:creationId xmlns:a16="http://schemas.microsoft.com/office/drawing/2014/main" id="{70E42087-7169-4745-89E3-81815F0D3B91}"/>
              </a:ext>
            </a:extLst>
          </p:cNvPr>
          <p:cNvSpPr>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oAutofit/>
          </a:bodyPr>
          <a:lstStyle>
            <a:lvl1pPr marL="0" indent="0" algn="r">
              <a:spcBef>
                <a:spcPts val="0"/>
              </a:spcBef>
              <a:spcAft>
                <a:spcPts val="0"/>
              </a:spcAft>
              <a:buNone/>
              <a:defRPr/>
            </a:lvl1pPr>
            <a:lvl2pPr marL="0" indent="0" algn="r">
              <a:spcBef>
                <a:spcPts val="0"/>
              </a:spcBef>
              <a:spcAft>
                <a:spcPts val="0"/>
              </a:spcAft>
              <a:buNone/>
              <a:defRPr/>
            </a:lvl2pPr>
            <a:lvl3pPr marL="0" indent="0" algn="r">
              <a:spcBef>
                <a:spcPts val="0"/>
              </a:spcBef>
              <a:spcAft>
                <a:spcPts val="0"/>
              </a:spcAft>
              <a:buNone/>
              <a:defRPr/>
            </a:lvl3pPr>
            <a:lvl4pPr marL="0" indent="0" algn="r">
              <a:spcBef>
                <a:spcPts val="0"/>
              </a:spcBef>
              <a:spcAft>
                <a:spcPts val="0"/>
              </a:spcAft>
              <a:buNone/>
              <a:defRPr/>
            </a:lvl4pPr>
            <a:lvl5pPr marL="0" indent="0" algn="r">
              <a:spcBef>
                <a:spcPts val="0"/>
              </a:spcBef>
              <a:spcAft>
                <a:spcPts val="0"/>
              </a:spcAft>
              <a:buNone/>
              <a:defRPr/>
            </a:lvl5pPr>
            <a:lvl6pPr marL="0" indent="0" algn="r">
              <a:spcBef>
                <a:spcPts val="0"/>
              </a:spcBef>
              <a:spcAft>
                <a:spcPts val="0"/>
              </a:spcAft>
              <a:buNone/>
              <a:defRPr/>
            </a:lvl6pPr>
            <a:lvl7pPr marL="0" indent="0" algn="r">
              <a:spcBef>
                <a:spcPts val="0"/>
              </a:spcBef>
              <a:spcAft>
                <a:spcPts val="0"/>
              </a:spcAft>
              <a:buNone/>
              <a:defRPr/>
            </a:lvl7pPr>
            <a:lvl8pPr marL="0" indent="0" algn="r">
              <a:spcBef>
                <a:spcPts val="0"/>
              </a:spcBef>
              <a:spcAft>
                <a:spcPts val="0"/>
              </a:spcAft>
              <a:buNone/>
              <a:defRPr/>
            </a:lvl8pPr>
            <a:lvl9pPr marL="0" indent="0" algn="r">
              <a:spcBef>
                <a:spcPts val="0"/>
              </a:spcBef>
              <a:spcAft>
                <a:spcPts val="0"/>
              </a:spcAft>
              <a:buNone/>
              <a:defRPr/>
            </a:lvl9pPr>
          </a:lstStyle>
          <a:p>
            <a:pPr marL="0" indent="0" algn="r">
              <a:spcBef>
                <a:spcPts val="0"/>
              </a:spcBef>
              <a:spcAft>
                <a:spcPts val="0"/>
              </a:spcAft>
              <a:buNone/>
            </a:pPr>
            <a:fld id="{00000000-1234-1234-1234-123412341234}" type="slidenum">
              <a:t>‹#›</a:t>
            </a:fld>
            <a:endParaRPr/>
          </a:p>
        </p:txBody>
      </p:sp>
      <p:pic>
        <p:nvPicPr>
          <p:cNvPr id="45" name="Google Shape;45;p4"/>
          <p:cNvPicPr>
            <a:picLocks noChangeAspect="1"/>
          </p:cNvPicPr>
          <p:nvPr/>
        </p:nvPicPr>
        <p:blipFill rotWithShape="1">
          <a:blip r:embed="rId2">
            <a:alphaModFix/>
          </a:blip>
          <a:srcRect/>
          <a:stretch/>
        </p:blipFill>
        <p:spPr>
          <a:xfrm>
            <a:off x="135668" y="78731"/>
            <a:ext cx="2434590" cy="919356"/>
          </a:xfrm>
          <a:prstGeom prst="rect">
            <a:avLst/>
          </a:prstGeom>
          <a:ln>
            <a:noFill/>
          </a:ln>
        </p:spPr>
      </p:pic>
      <p:sp>
        <p:nvSpPr>
          <p:cNvPr id="46" name="Google Shape;46;p4">
            <a:extLst>
              <a:ext uri="{FF2B5EF4-FFF2-40B4-BE49-F238E27FC236}">
                <a16:creationId xmlns:a16="http://schemas.microsoft.com/office/drawing/2014/main" id="{72BD5827-CA17-4CA7-B7DF-8EBE9C6BB382}"/>
              </a:ext>
            </a:extLst>
          </p:cNvPr>
          <p:cNvSpPr>
            <a:spLocks noGrp="1"/>
          </p:cNvSpPr>
          <p:nvPr>
            <p:ph type="body" idx="1"/>
          </p:nvPr>
        </p:nvSpPr>
        <p:spPr>
          <a:xfrm>
            <a:off x="410766" y="3850148"/>
            <a:ext cx="1001676" cy="103874"/>
          </a:xfrm>
          <a:prstGeom prst="rect">
            <a:avLst/>
          </a:prstGeom>
          <a:noFill/>
          <a:ln w="9525" cmpd="sng">
            <a:solidFill>
              <a:schemeClr val="dk1"/>
            </a:solidFill>
            <a:prstDash val="solid"/>
            <a:headEnd type="none" w="sm" len="sm"/>
            <a:tailEnd type="none" w="sm" len="sm"/>
          </a:ln>
        </p:spPr>
        <p:txBody>
          <a:bodyPr spcFirstLastPara="1" wrap="square" lIns="91425" tIns="0" rIns="0" bIns="0" anchor="ctr">
            <a:spAutoFit/>
          </a:bodyPr>
          <a:lstStyle>
            <a:lvl1pPr marL="457200" indent="-228600" algn="l">
              <a:lnSpc>
                <a:spcPct val="100000"/>
              </a:lnSpc>
              <a:spcBef>
                <a:spcPts val="0"/>
              </a:spcBef>
              <a:spcAft>
                <a:spcPts val="0"/>
              </a:spcAft>
              <a:buNone/>
              <a:defRPr sz="675" b="0">
                <a:solidFill>
                  <a:schemeClr val="dk1"/>
                </a:solidFill>
                <a:latin typeface="Arial"/>
                <a:ea typeface="Arial"/>
                <a:cs typeface="Arial"/>
              </a:defRPr>
            </a:lvl1pPr>
            <a:lvl2pPr marL="914400" indent="-228600" algn="l">
              <a:lnSpc>
                <a:spcPct val="95000"/>
              </a:lnSpc>
              <a:spcBef>
                <a:spcPts val="375"/>
              </a:spcBef>
              <a:spcAft>
                <a:spcPts val="0"/>
              </a:spcAft>
              <a:buNone/>
              <a:defRPr sz="750">
                <a:latin typeface="Arial"/>
                <a:ea typeface="Arial"/>
                <a:cs typeface="Arial"/>
              </a:defRPr>
            </a:lvl2pPr>
            <a:lvl3pPr marL="1371600" indent="-228600" algn="l">
              <a:lnSpc>
                <a:spcPct val="95000"/>
              </a:lnSpc>
              <a:spcBef>
                <a:spcPts val="375"/>
              </a:spcBef>
              <a:spcAft>
                <a:spcPts val="0"/>
              </a:spcAft>
              <a:buNone/>
              <a:defRPr sz="750">
                <a:latin typeface="Arial"/>
                <a:ea typeface="Arial"/>
                <a:cs typeface="Arial"/>
              </a:defRPr>
            </a:lvl3pPr>
            <a:lvl4pPr marL="1828800" indent="-228600" algn="l">
              <a:lnSpc>
                <a:spcPct val="95000"/>
              </a:lnSpc>
              <a:spcBef>
                <a:spcPts val="375"/>
              </a:spcBef>
              <a:spcAft>
                <a:spcPts val="0"/>
              </a:spcAft>
              <a:buNone/>
              <a:defRPr sz="750">
                <a:latin typeface="Arial"/>
                <a:ea typeface="Arial"/>
                <a:cs typeface="Arial"/>
              </a:defRPr>
            </a:lvl4pPr>
            <a:lvl5pPr marL="2286000" indent="-228600" algn="l">
              <a:lnSpc>
                <a:spcPct val="95000"/>
              </a:lnSpc>
              <a:spcBef>
                <a:spcPts val="375"/>
              </a:spcBef>
              <a:spcAft>
                <a:spcPts val="0"/>
              </a:spcAft>
              <a:buNone/>
              <a:defRPr sz="750">
                <a:latin typeface="Arial"/>
                <a:ea typeface="Arial"/>
                <a:cs typeface="Arial"/>
              </a:defRPr>
            </a:lvl5pPr>
            <a:lvl6pPr marL="2743200" indent="-342900" algn="l">
              <a:lnSpc>
                <a:spcPct val="95000"/>
              </a:lnSpc>
              <a:spcBef>
                <a:spcPts val="375"/>
              </a:spcBef>
              <a:spcAft>
                <a:spcPts val="0"/>
              </a:spcAft>
              <a:buChar char="–"/>
              <a:defRPr/>
            </a:lvl6pPr>
            <a:lvl7pPr marL="3200400" indent="-342900" algn="l">
              <a:lnSpc>
                <a:spcPct val="95000"/>
              </a:lnSpc>
              <a:spcBef>
                <a:spcPts val="375"/>
              </a:spcBef>
              <a:spcAft>
                <a:spcPts val="0"/>
              </a:spcAft>
              <a:buChar char="–"/>
              <a:defRPr/>
            </a:lvl7pPr>
            <a:lvl8pPr marL="3657600" indent="-342900" algn="l">
              <a:lnSpc>
                <a:spcPct val="95000"/>
              </a:lnSpc>
              <a:spcBef>
                <a:spcPts val="375"/>
              </a:spcBef>
              <a:spcAft>
                <a:spcPts val="0"/>
              </a:spcAft>
              <a:buChar char="–"/>
              <a:defRPr/>
            </a:lvl8pPr>
            <a:lvl9pPr marL="4114800" indent="-342900" algn="l">
              <a:lnSpc>
                <a:spcPct val="95000"/>
              </a:lnSpc>
              <a:spcBef>
                <a:spcPts val="375"/>
              </a:spcBef>
              <a:spcAft>
                <a:spcPts val="0"/>
              </a:spcAft>
              <a:buChar char="–"/>
              <a:defRPr/>
            </a:lvl9pPr>
          </a:lstStyle>
          <a:p>
            <a:endParaRPr/>
          </a:p>
        </p:txBody>
      </p:sp>
      <p:sp>
        <p:nvSpPr>
          <p:cNvPr id="47" name="Google Shape;47;p4">
            <a:extLst>
              <a:ext uri="{FF2B5EF4-FFF2-40B4-BE49-F238E27FC236}">
                <a16:creationId xmlns:a16="http://schemas.microsoft.com/office/drawing/2014/main" id="{84CC85A1-C8B2-4552-B83F-9392381546AE}"/>
              </a:ext>
            </a:extLst>
          </p:cNvPr>
          <p:cNvSpPr>
            <a:spLocks noGrp="1"/>
          </p:cNvSpPr>
          <p:nvPr>
            <p:ph type="body" idx="2"/>
          </p:nvPr>
        </p:nvSpPr>
        <p:spPr>
          <a:xfrm>
            <a:off x="410766" y="3714554"/>
            <a:ext cx="1001676" cy="103874"/>
          </a:xfrm>
          <a:prstGeom prst="rect">
            <a:avLst/>
          </a:prstGeom>
          <a:noFill/>
          <a:ln w="9525" cmpd="sng">
            <a:solidFill>
              <a:schemeClr val="dk1"/>
            </a:solidFill>
            <a:prstDash val="solid"/>
            <a:headEnd type="none" w="sm" len="sm"/>
            <a:tailEnd type="none" w="sm" len="sm"/>
          </a:ln>
        </p:spPr>
        <p:txBody>
          <a:bodyPr spcFirstLastPara="1" wrap="square" lIns="91425" tIns="0" rIns="0" bIns="0" anchor="ctr">
            <a:spAutoFit/>
          </a:bodyPr>
          <a:lstStyle>
            <a:lvl1pPr marL="457200" indent="-228600" algn="l">
              <a:lnSpc>
                <a:spcPct val="100000"/>
              </a:lnSpc>
              <a:spcBef>
                <a:spcPts val="0"/>
              </a:spcBef>
              <a:spcAft>
                <a:spcPts val="0"/>
              </a:spcAft>
              <a:buNone/>
              <a:defRPr sz="675" b="0">
                <a:solidFill>
                  <a:schemeClr val="dk1"/>
                </a:solidFill>
                <a:latin typeface="Arial"/>
                <a:ea typeface="Arial"/>
                <a:cs typeface="Arial"/>
              </a:defRPr>
            </a:lvl1pPr>
            <a:lvl2pPr marL="914400" indent="-228600" algn="l">
              <a:lnSpc>
                <a:spcPct val="95000"/>
              </a:lnSpc>
              <a:spcBef>
                <a:spcPts val="375"/>
              </a:spcBef>
              <a:spcAft>
                <a:spcPts val="0"/>
              </a:spcAft>
              <a:buNone/>
              <a:defRPr sz="750">
                <a:latin typeface="Arial"/>
                <a:ea typeface="Arial"/>
                <a:cs typeface="Arial"/>
              </a:defRPr>
            </a:lvl2pPr>
            <a:lvl3pPr marL="1371600" indent="-228600" algn="l">
              <a:lnSpc>
                <a:spcPct val="95000"/>
              </a:lnSpc>
              <a:spcBef>
                <a:spcPts val="375"/>
              </a:spcBef>
              <a:spcAft>
                <a:spcPts val="0"/>
              </a:spcAft>
              <a:buNone/>
              <a:defRPr sz="750">
                <a:latin typeface="Arial"/>
                <a:ea typeface="Arial"/>
                <a:cs typeface="Arial"/>
              </a:defRPr>
            </a:lvl3pPr>
            <a:lvl4pPr marL="1828800" indent="-228600" algn="l">
              <a:lnSpc>
                <a:spcPct val="95000"/>
              </a:lnSpc>
              <a:spcBef>
                <a:spcPts val="375"/>
              </a:spcBef>
              <a:spcAft>
                <a:spcPts val="0"/>
              </a:spcAft>
              <a:buNone/>
              <a:defRPr sz="750">
                <a:latin typeface="Arial"/>
                <a:ea typeface="Arial"/>
                <a:cs typeface="Arial"/>
              </a:defRPr>
            </a:lvl4pPr>
            <a:lvl5pPr marL="2286000" indent="-228600" algn="l">
              <a:lnSpc>
                <a:spcPct val="95000"/>
              </a:lnSpc>
              <a:spcBef>
                <a:spcPts val="375"/>
              </a:spcBef>
              <a:spcAft>
                <a:spcPts val="0"/>
              </a:spcAft>
              <a:buNone/>
              <a:defRPr sz="750">
                <a:latin typeface="Arial"/>
                <a:ea typeface="Arial"/>
                <a:cs typeface="Arial"/>
              </a:defRPr>
            </a:lvl5pPr>
            <a:lvl6pPr marL="2743200" indent="-342900" algn="l">
              <a:lnSpc>
                <a:spcPct val="95000"/>
              </a:lnSpc>
              <a:spcBef>
                <a:spcPts val="375"/>
              </a:spcBef>
              <a:spcAft>
                <a:spcPts val="0"/>
              </a:spcAft>
              <a:buChar char="–"/>
              <a:defRPr/>
            </a:lvl6pPr>
            <a:lvl7pPr marL="3200400" indent="-342900" algn="l">
              <a:lnSpc>
                <a:spcPct val="95000"/>
              </a:lnSpc>
              <a:spcBef>
                <a:spcPts val="375"/>
              </a:spcBef>
              <a:spcAft>
                <a:spcPts val="0"/>
              </a:spcAft>
              <a:buChar char="–"/>
              <a:defRPr/>
            </a:lvl7pPr>
            <a:lvl8pPr marL="3657600" indent="-342900" algn="l">
              <a:lnSpc>
                <a:spcPct val="95000"/>
              </a:lnSpc>
              <a:spcBef>
                <a:spcPts val="375"/>
              </a:spcBef>
              <a:spcAft>
                <a:spcPts val="0"/>
              </a:spcAft>
              <a:buChar char="–"/>
              <a:defRPr/>
            </a:lvl8pPr>
            <a:lvl9pPr marL="4114800" indent="-342900" algn="l">
              <a:lnSpc>
                <a:spcPct val="95000"/>
              </a:lnSpc>
              <a:spcBef>
                <a:spcPts val="375"/>
              </a:spcBef>
              <a:spcAft>
                <a:spcPts val="0"/>
              </a:spcAft>
              <a:buChar char="–"/>
              <a:defRPr/>
            </a:lvl9pPr>
          </a:lstStyle>
          <a:p>
            <a:endParaRPr/>
          </a:p>
        </p:txBody>
      </p:sp>
      <p:sp>
        <p:nvSpPr>
          <p:cNvPr id="48" name="Google Shape;48;p4">
            <a:extLst>
              <a:ext uri="{FF2B5EF4-FFF2-40B4-BE49-F238E27FC236}">
                <a16:creationId xmlns:a16="http://schemas.microsoft.com/office/drawing/2014/main" id="{27702512-454F-48B9-B11D-CD756419AB7A}"/>
              </a:ext>
            </a:extLst>
          </p:cNvPr>
          <p:cNvSpPr>
            <a:spLocks noGrp="1"/>
          </p:cNvSpPr>
          <p:nvPr>
            <p:ph type="body" idx="3"/>
          </p:nvPr>
        </p:nvSpPr>
        <p:spPr>
          <a:xfrm>
            <a:off x="410766" y="3985742"/>
            <a:ext cx="1001676" cy="103874"/>
          </a:xfrm>
          <a:prstGeom prst="rect">
            <a:avLst/>
          </a:prstGeom>
          <a:noFill/>
          <a:ln w="9525" cmpd="sng">
            <a:solidFill>
              <a:schemeClr val="dk1"/>
            </a:solidFill>
            <a:prstDash val="solid"/>
            <a:headEnd type="none" w="sm" len="sm"/>
            <a:tailEnd type="none" w="sm" len="sm"/>
          </a:ln>
        </p:spPr>
        <p:txBody>
          <a:bodyPr spcFirstLastPara="1" wrap="square" lIns="91425" tIns="0" rIns="0" bIns="0" anchor="ctr">
            <a:spAutoFit/>
          </a:bodyPr>
          <a:lstStyle>
            <a:lvl1pPr marL="457200" indent="-228600" algn="l">
              <a:lnSpc>
                <a:spcPct val="100000"/>
              </a:lnSpc>
              <a:spcBef>
                <a:spcPts val="0"/>
              </a:spcBef>
              <a:spcAft>
                <a:spcPts val="0"/>
              </a:spcAft>
              <a:buNone/>
              <a:defRPr sz="675" b="0">
                <a:solidFill>
                  <a:schemeClr val="dk1"/>
                </a:solidFill>
                <a:latin typeface="Arial"/>
                <a:ea typeface="Arial"/>
                <a:cs typeface="Arial"/>
              </a:defRPr>
            </a:lvl1pPr>
            <a:lvl2pPr marL="914400" indent="-228600" algn="l">
              <a:lnSpc>
                <a:spcPct val="95000"/>
              </a:lnSpc>
              <a:spcBef>
                <a:spcPts val="375"/>
              </a:spcBef>
              <a:spcAft>
                <a:spcPts val="0"/>
              </a:spcAft>
              <a:buNone/>
              <a:defRPr sz="750">
                <a:latin typeface="Arial"/>
                <a:ea typeface="Arial"/>
                <a:cs typeface="Arial"/>
              </a:defRPr>
            </a:lvl2pPr>
            <a:lvl3pPr marL="1371600" indent="-228600" algn="l">
              <a:lnSpc>
                <a:spcPct val="95000"/>
              </a:lnSpc>
              <a:spcBef>
                <a:spcPts val="375"/>
              </a:spcBef>
              <a:spcAft>
                <a:spcPts val="0"/>
              </a:spcAft>
              <a:buNone/>
              <a:defRPr sz="750">
                <a:latin typeface="Arial"/>
                <a:ea typeface="Arial"/>
                <a:cs typeface="Arial"/>
              </a:defRPr>
            </a:lvl3pPr>
            <a:lvl4pPr marL="1828800" indent="-228600" algn="l">
              <a:lnSpc>
                <a:spcPct val="95000"/>
              </a:lnSpc>
              <a:spcBef>
                <a:spcPts val="375"/>
              </a:spcBef>
              <a:spcAft>
                <a:spcPts val="0"/>
              </a:spcAft>
              <a:buNone/>
              <a:defRPr sz="750">
                <a:latin typeface="Arial"/>
                <a:ea typeface="Arial"/>
                <a:cs typeface="Arial"/>
              </a:defRPr>
            </a:lvl4pPr>
            <a:lvl5pPr marL="2286000" indent="-228600" algn="l">
              <a:lnSpc>
                <a:spcPct val="95000"/>
              </a:lnSpc>
              <a:spcBef>
                <a:spcPts val="375"/>
              </a:spcBef>
              <a:spcAft>
                <a:spcPts val="0"/>
              </a:spcAft>
              <a:buNone/>
              <a:defRPr sz="750">
                <a:latin typeface="Arial"/>
                <a:ea typeface="Arial"/>
                <a:cs typeface="Arial"/>
              </a:defRPr>
            </a:lvl5pPr>
            <a:lvl6pPr marL="2743200" indent="-342900" algn="l">
              <a:lnSpc>
                <a:spcPct val="95000"/>
              </a:lnSpc>
              <a:spcBef>
                <a:spcPts val="375"/>
              </a:spcBef>
              <a:spcAft>
                <a:spcPts val="0"/>
              </a:spcAft>
              <a:buChar char="–"/>
              <a:defRPr/>
            </a:lvl6pPr>
            <a:lvl7pPr marL="3200400" indent="-342900" algn="l">
              <a:lnSpc>
                <a:spcPct val="95000"/>
              </a:lnSpc>
              <a:spcBef>
                <a:spcPts val="375"/>
              </a:spcBef>
              <a:spcAft>
                <a:spcPts val="0"/>
              </a:spcAft>
              <a:buChar char="–"/>
              <a:defRPr/>
            </a:lvl7pPr>
            <a:lvl8pPr marL="3657600" indent="-342900" algn="l">
              <a:lnSpc>
                <a:spcPct val="95000"/>
              </a:lnSpc>
              <a:spcBef>
                <a:spcPts val="375"/>
              </a:spcBef>
              <a:spcAft>
                <a:spcPts val="0"/>
              </a:spcAft>
              <a:buChar char="–"/>
              <a:defRPr/>
            </a:lvl8pPr>
            <a:lvl9pPr marL="4114800" indent="-342900" algn="l">
              <a:lnSpc>
                <a:spcPct val="95000"/>
              </a:lnSpc>
              <a:spcBef>
                <a:spcPts val="375"/>
              </a:spcBef>
              <a:spcAft>
                <a:spcPts val="0"/>
              </a:spcAft>
              <a:buChar char="–"/>
              <a:defRPr/>
            </a:lvl9pPr>
          </a:lstStyle>
          <a:p>
            <a:endParaRPr/>
          </a:p>
        </p:txBody>
      </p:sp>
      <p:sp>
        <p:nvSpPr>
          <p:cNvPr id="49" name="Google Shape;49;p4">
            <a:extLst>
              <a:ext uri="{FF2B5EF4-FFF2-40B4-BE49-F238E27FC236}">
                <a16:creationId xmlns:a16="http://schemas.microsoft.com/office/drawing/2014/main" id="{A621EDAE-E639-4FA2-8D0C-DD1E12BB7759}"/>
              </a:ext>
            </a:extLst>
          </p:cNvPr>
          <p:cNvSpPr>
            <a:spLocks noGrp="1"/>
          </p:cNvSpPr>
          <p:nvPr>
            <p:ph type="body" idx="4"/>
          </p:nvPr>
        </p:nvSpPr>
        <p:spPr>
          <a:xfrm>
            <a:off x="410766" y="4121336"/>
            <a:ext cx="1001676" cy="103874"/>
          </a:xfrm>
          <a:prstGeom prst="rect">
            <a:avLst/>
          </a:prstGeom>
          <a:noFill/>
          <a:ln w="9525" cmpd="sng">
            <a:solidFill>
              <a:schemeClr val="dk1"/>
            </a:solidFill>
            <a:prstDash val="solid"/>
            <a:headEnd type="none" w="sm" len="sm"/>
            <a:tailEnd type="none" w="sm" len="sm"/>
          </a:ln>
        </p:spPr>
        <p:txBody>
          <a:bodyPr spcFirstLastPara="1" wrap="square" lIns="91425" tIns="0" rIns="0" bIns="0" anchor="ctr">
            <a:spAutoFit/>
          </a:bodyPr>
          <a:lstStyle>
            <a:lvl1pPr marL="457200" indent="-228600" algn="l">
              <a:lnSpc>
                <a:spcPct val="100000"/>
              </a:lnSpc>
              <a:spcBef>
                <a:spcPts val="0"/>
              </a:spcBef>
              <a:spcAft>
                <a:spcPts val="0"/>
              </a:spcAft>
              <a:buNone/>
              <a:defRPr sz="675" b="0">
                <a:solidFill>
                  <a:schemeClr val="dk1"/>
                </a:solidFill>
                <a:latin typeface="Arial"/>
                <a:ea typeface="Arial"/>
                <a:cs typeface="Arial"/>
              </a:defRPr>
            </a:lvl1pPr>
            <a:lvl2pPr marL="914400" indent="-228600" algn="l">
              <a:lnSpc>
                <a:spcPct val="95000"/>
              </a:lnSpc>
              <a:spcBef>
                <a:spcPts val="375"/>
              </a:spcBef>
              <a:spcAft>
                <a:spcPts val="0"/>
              </a:spcAft>
              <a:buNone/>
              <a:defRPr sz="750">
                <a:latin typeface="Arial"/>
                <a:ea typeface="Arial"/>
                <a:cs typeface="Arial"/>
              </a:defRPr>
            </a:lvl2pPr>
            <a:lvl3pPr marL="1371600" indent="-228600" algn="l">
              <a:lnSpc>
                <a:spcPct val="95000"/>
              </a:lnSpc>
              <a:spcBef>
                <a:spcPts val="375"/>
              </a:spcBef>
              <a:spcAft>
                <a:spcPts val="0"/>
              </a:spcAft>
              <a:buNone/>
              <a:defRPr sz="750">
                <a:latin typeface="Arial"/>
                <a:ea typeface="Arial"/>
                <a:cs typeface="Arial"/>
              </a:defRPr>
            </a:lvl3pPr>
            <a:lvl4pPr marL="1828800" indent="-228600" algn="l">
              <a:lnSpc>
                <a:spcPct val="95000"/>
              </a:lnSpc>
              <a:spcBef>
                <a:spcPts val="375"/>
              </a:spcBef>
              <a:spcAft>
                <a:spcPts val="0"/>
              </a:spcAft>
              <a:buNone/>
              <a:defRPr sz="750">
                <a:latin typeface="Arial"/>
                <a:ea typeface="Arial"/>
                <a:cs typeface="Arial"/>
              </a:defRPr>
            </a:lvl4pPr>
            <a:lvl5pPr marL="2286000" indent="-228600" algn="l">
              <a:lnSpc>
                <a:spcPct val="95000"/>
              </a:lnSpc>
              <a:spcBef>
                <a:spcPts val="375"/>
              </a:spcBef>
              <a:spcAft>
                <a:spcPts val="0"/>
              </a:spcAft>
              <a:buNone/>
              <a:defRPr sz="750">
                <a:latin typeface="Arial"/>
                <a:ea typeface="Arial"/>
                <a:cs typeface="Arial"/>
              </a:defRPr>
            </a:lvl5pPr>
            <a:lvl6pPr marL="2743200" indent="-342900" algn="l">
              <a:lnSpc>
                <a:spcPct val="95000"/>
              </a:lnSpc>
              <a:spcBef>
                <a:spcPts val="375"/>
              </a:spcBef>
              <a:spcAft>
                <a:spcPts val="0"/>
              </a:spcAft>
              <a:buChar char="–"/>
              <a:defRPr/>
            </a:lvl6pPr>
            <a:lvl7pPr marL="3200400" indent="-342900" algn="l">
              <a:lnSpc>
                <a:spcPct val="95000"/>
              </a:lnSpc>
              <a:spcBef>
                <a:spcPts val="375"/>
              </a:spcBef>
              <a:spcAft>
                <a:spcPts val="0"/>
              </a:spcAft>
              <a:buChar char="–"/>
              <a:defRPr/>
            </a:lvl7pPr>
            <a:lvl8pPr marL="3657600" indent="-342900" algn="l">
              <a:lnSpc>
                <a:spcPct val="95000"/>
              </a:lnSpc>
              <a:spcBef>
                <a:spcPts val="375"/>
              </a:spcBef>
              <a:spcAft>
                <a:spcPts val="0"/>
              </a:spcAft>
              <a:buChar char="–"/>
              <a:defRPr/>
            </a:lvl8pPr>
            <a:lvl9pPr marL="4114800" indent="-342900" algn="l">
              <a:lnSpc>
                <a:spcPct val="95000"/>
              </a:lnSpc>
              <a:spcBef>
                <a:spcPts val="375"/>
              </a:spcBef>
              <a:spcAft>
                <a:spcPts val="0"/>
              </a:spcAft>
              <a:buChar char="–"/>
              <a:defRPr/>
            </a:lvl9pPr>
          </a:lstStyle>
          <a:p>
            <a:endParaRPr/>
          </a:p>
        </p:txBody>
      </p:sp>
      <p:sp>
        <p:nvSpPr>
          <p:cNvPr id="50" name="Google Shape;50;p4">
            <a:extLst>
              <a:ext uri="{FF2B5EF4-FFF2-40B4-BE49-F238E27FC236}">
                <a16:creationId xmlns:a16="http://schemas.microsoft.com/office/drawing/2014/main" id="{96103997-E07B-4104-8AE7-F0719DE223E6}"/>
              </a:ext>
            </a:extLst>
          </p:cNvPr>
          <p:cNvSpPr>
            <a:spLocks noGrp="1"/>
          </p:cNvSpPr>
          <p:nvPr>
            <p:ph type="body" idx="5"/>
          </p:nvPr>
        </p:nvSpPr>
        <p:spPr>
          <a:xfrm>
            <a:off x="410766" y="4256930"/>
            <a:ext cx="1001676" cy="103874"/>
          </a:xfrm>
          <a:prstGeom prst="rect">
            <a:avLst/>
          </a:prstGeom>
          <a:noFill/>
          <a:ln w="9525" cmpd="sng">
            <a:solidFill>
              <a:schemeClr val="dk1"/>
            </a:solidFill>
            <a:prstDash val="solid"/>
            <a:headEnd type="none" w="sm" len="sm"/>
            <a:tailEnd type="none" w="sm" len="sm"/>
          </a:ln>
        </p:spPr>
        <p:txBody>
          <a:bodyPr spcFirstLastPara="1" wrap="square" lIns="91425" tIns="0" rIns="0" bIns="0" anchor="ctr">
            <a:spAutoFit/>
          </a:bodyPr>
          <a:lstStyle>
            <a:lvl1pPr marL="457200" indent="-228600" algn="l">
              <a:lnSpc>
                <a:spcPct val="100000"/>
              </a:lnSpc>
              <a:spcBef>
                <a:spcPts val="0"/>
              </a:spcBef>
              <a:spcAft>
                <a:spcPts val="0"/>
              </a:spcAft>
              <a:buNone/>
              <a:defRPr sz="675" b="0">
                <a:solidFill>
                  <a:schemeClr val="dk1"/>
                </a:solidFill>
                <a:latin typeface="Arial"/>
                <a:ea typeface="Arial"/>
                <a:cs typeface="Arial"/>
              </a:defRPr>
            </a:lvl1pPr>
            <a:lvl2pPr marL="914400" indent="-228600" algn="l">
              <a:lnSpc>
                <a:spcPct val="95000"/>
              </a:lnSpc>
              <a:spcBef>
                <a:spcPts val="375"/>
              </a:spcBef>
              <a:spcAft>
                <a:spcPts val="0"/>
              </a:spcAft>
              <a:buNone/>
              <a:defRPr sz="750">
                <a:latin typeface="Arial"/>
                <a:ea typeface="Arial"/>
                <a:cs typeface="Arial"/>
              </a:defRPr>
            </a:lvl2pPr>
            <a:lvl3pPr marL="1371600" indent="-228600" algn="l">
              <a:lnSpc>
                <a:spcPct val="95000"/>
              </a:lnSpc>
              <a:spcBef>
                <a:spcPts val="375"/>
              </a:spcBef>
              <a:spcAft>
                <a:spcPts val="0"/>
              </a:spcAft>
              <a:buNone/>
              <a:defRPr sz="750">
                <a:latin typeface="Arial"/>
                <a:ea typeface="Arial"/>
                <a:cs typeface="Arial"/>
              </a:defRPr>
            </a:lvl3pPr>
            <a:lvl4pPr marL="1828800" indent="-228600" algn="l">
              <a:lnSpc>
                <a:spcPct val="95000"/>
              </a:lnSpc>
              <a:spcBef>
                <a:spcPts val="375"/>
              </a:spcBef>
              <a:spcAft>
                <a:spcPts val="0"/>
              </a:spcAft>
              <a:buNone/>
              <a:defRPr sz="750">
                <a:latin typeface="Arial"/>
                <a:ea typeface="Arial"/>
                <a:cs typeface="Arial"/>
              </a:defRPr>
            </a:lvl4pPr>
            <a:lvl5pPr marL="2286000" indent="-228600" algn="l">
              <a:lnSpc>
                <a:spcPct val="95000"/>
              </a:lnSpc>
              <a:spcBef>
                <a:spcPts val="375"/>
              </a:spcBef>
              <a:spcAft>
                <a:spcPts val="0"/>
              </a:spcAft>
              <a:buNone/>
              <a:defRPr sz="750">
                <a:latin typeface="Arial"/>
                <a:ea typeface="Arial"/>
                <a:cs typeface="Arial"/>
              </a:defRPr>
            </a:lvl5pPr>
            <a:lvl6pPr marL="2743200" indent="-342900" algn="l">
              <a:lnSpc>
                <a:spcPct val="95000"/>
              </a:lnSpc>
              <a:spcBef>
                <a:spcPts val="375"/>
              </a:spcBef>
              <a:spcAft>
                <a:spcPts val="0"/>
              </a:spcAft>
              <a:buChar char="–"/>
              <a:defRPr/>
            </a:lvl6pPr>
            <a:lvl7pPr marL="3200400" indent="-342900" algn="l">
              <a:lnSpc>
                <a:spcPct val="95000"/>
              </a:lnSpc>
              <a:spcBef>
                <a:spcPts val="375"/>
              </a:spcBef>
              <a:spcAft>
                <a:spcPts val="0"/>
              </a:spcAft>
              <a:buChar char="–"/>
              <a:defRPr/>
            </a:lvl7pPr>
            <a:lvl8pPr marL="3657600" indent="-342900" algn="l">
              <a:lnSpc>
                <a:spcPct val="95000"/>
              </a:lnSpc>
              <a:spcBef>
                <a:spcPts val="375"/>
              </a:spcBef>
              <a:spcAft>
                <a:spcPts val="0"/>
              </a:spcAft>
              <a:buChar char="–"/>
              <a:defRPr/>
            </a:lvl8pPr>
            <a:lvl9pPr marL="4114800" indent="-342900" algn="l">
              <a:lnSpc>
                <a:spcPct val="95000"/>
              </a:lnSpc>
              <a:spcBef>
                <a:spcPts val="375"/>
              </a:spcBef>
              <a:spcAft>
                <a:spcPts val="0"/>
              </a:spcAft>
              <a:buChar char="–"/>
              <a:defRPr/>
            </a:lvl9pPr>
          </a:lstStyle>
          <a:p>
            <a:endParaRPr/>
          </a:p>
        </p:txBody>
      </p:sp>
      <p:sp>
        <p:nvSpPr>
          <p:cNvPr id="51" name="Google Shape;51;p4">
            <a:extLst>
              <a:ext uri="{FF2B5EF4-FFF2-40B4-BE49-F238E27FC236}">
                <a16:creationId xmlns:a16="http://schemas.microsoft.com/office/drawing/2014/main" id="{C919C4EE-A60D-4DF8-9AF6-924CB00F4536}"/>
              </a:ext>
            </a:extLst>
          </p:cNvPr>
          <p:cNvSpPr>
            <a:spLocks noGrp="1"/>
          </p:cNvSpPr>
          <p:nvPr>
            <p:ph type="body" idx="6"/>
          </p:nvPr>
        </p:nvSpPr>
        <p:spPr>
          <a:xfrm>
            <a:off x="1485900" y="3850148"/>
            <a:ext cx="2343701" cy="103874"/>
          </a:xfrm>
          <a:prstGeom prst="rect">
            <a:avLst/>
          </a:prstGeom>
          <a:noFill/>
          <a:ln w="9525" cmpd="sng">
            <a:solidFill>
              <a:schemeClr val="dk1"/>
            </a:solidFill>
            <a:prstDash val="solid"/>
            <a:headEnd type="none" w="sm" len="sm"/>
            <a:tailEnd type="none" w="sm" len="sm"/>
          </a:ln>
        </p:spPr>
        <p:txBody>
          <a:bodyPr spcFirstLastPara="1" wrap="square" lIns="91425" tIns="0" rIns="365750" bIns="0" anchor="ctr">
            <a:spAutoFit/>
          </a:bodyPr>
          <a:lstStyle>
            <a:lvl1pPr marL="457200" indent="-228600" algn="l">
              <a:lnSpc>
                <a:spcPct val="100000"/>
              </a:lnSpc>
              <a:spcBef>
                <a:spcPts val="0"/>
              </a:spcBef>
              <a:spcAft>
                <a:spcPts val="0"/>
              </a:spcAft>
              <a:buNone/>
              <a:defRPr sz="675" b="0">
                <a:solidFill>
                  <a:schemeClr val="dk1"/>
                </a:solidFill>
                <a:latin typeface="Arial"/>
                <a:ea typeface="Arial"/>
                <a:cs typeface="Arial"/>
              </a:defRPr>
            </a:lvl1pPr>
            <a:lvl2pPr marL="914400" indent="-228600" algn="l">
              <a:lnSpc>
                <a:spcPct val="95000"/>
              </a:lnSpc>
              <a:spcBef>
                <a:spcPts val="375"/>
              </a:spcBef>
              <a:spcAft>
                <a:spcPts val="0"/>
              </a:spcAft>
              <a:buNone/>
              <a:defRPr sz="750">
                <a:latin typeface="Arial"/>
                <a:ea typeface="Arial"/>
                <a:cs typeface="Arial"/>
              </a:defRPr>
            </a:lvl2pPr>
            <a:lvl3pPr marL="1371600" indent="-228600" algn="l">
              <a:lnSpc>
                <a:spcPct val="95000"/>
              </a:lnSpc>
              <a:spcBef>
                <a:spcPts val="375"/>
              </a:spcBef>
              <a:spcAft>
                <a:spcPts val="0"/>
              </a:spcAft>
              <a:buNone/>
              <a:defRPr sz="750">
                <a:latin typeface="Arial"/>
                <a:ea typeface="Arial"/>
                <a:cs typeface="Arial"/>
              </a:defRPr>
            </a:lvl3pPr>
            <a:lvl4pPr marL="1828800" indent="-228600" algn="l">
              <a:lnSpc>
                <a:spcPct val="95000"/>
              </a:lnSpc>
              <a:spcBef>
                <a:spcPts val="375"/>
              </a:spcBef>
              <a:spcAft>
                <a:spcPts val="0"/>
              </a:spcAft>
              <a:buNone/>
              <a:defRPr sz="750">
                <a:latin typeface="Arial"/>
                <a:ea typeface="Arial"/>
                <a:cs typeface="Arial"/>
              </a:defRPr>
            </a:lvl4pPr>
            <a:lvl5pPr marL="2286000" indent="-228600" algn="l">
              <a:lnSpc>
                <a:spcPct val="95000"/>
              </a:lnSpc>
              <a:spcBef>
                <a:spcPts val="375"/>
              </a:spcBef>
              <a:spcAft>
                <a:spcPts val="0"/>
              </a:spcAft>
              <a:buNone/>
              <a:defRPr sz="750">
                <a:latin typeface="Arial"/>
                <a:ea typeface="Arial"/>
                <a:cs typeface="Arial"/>
              </a:defRPr>
            </a:lvl5pPr>
            <a:lvl6pPr marL="2743200" indent="-342900" algn="l">
              <a:lnSpc>
                <a:spcPct val="95000"/>
              </a:lnSpc>
              <a:spcBef>
                <a:spcPts val="375"/>
              </a:spcBef>
              <a:spcAft>
                <a:spcPts val="0"/>
              </a:spcAft>
              <a:buChar char="–"/>
              <a:defRPr/>
            </a:lvl6pPr>
            <a:lvl7pPr marL="3200400" indent="-342900" algn="l">
              <a:lnSpc>
                <a:spcPct val="95000"/>
              </a:lnSpc>
              <a:spcBef>
                <a:spcPts val="375"/>
              </a:spcBef>
              <a:spcAft>
                <a:spcPts val="0"/>
              </a:spcAft>
              <a:buChar char="–"/>
              <a:defRPr/>
            </a:lvl7pPr>
            <a:lvl8pPr marL="3657600" indent="-342900" algn="l">
              <a:lnSpc>
                <a:spcPct val="95000"/>
              </a:lnSpc>
              <a:spcBef>
                <a:spcPts val="375"/>
              </a:spcBef>
              <a:spcAft>
                <a:spcPts val="0"/>
              </a:spcAft>
              <a:buChar char="–"/>
              <a:defRPr/>
            </a:lvl8pPr>
            <a:lvl9pPr marL="4114800" indent="-342900" algn="l">
              <a:lnSpc>
                <a:spcPct val="95000"/>
              </a:lnSpc>
              <a:spcBef>
                <a:spcPts val="375"/>
              </a:spcBef>
              <a:spcAft>
                <a:spcPts val="0"/>
              </a:spcAft>
              <a:buChar char="–"/>
              <a:defRPr/>
            </a:lvl9pPr>
          </a:lstStyle>
          <a:p>
            <a:endParaRPr/>
          </a:p>
        </p:txBody>
      </p:sp>
      <p:sp>
        <p:nvSpPr>
          <p:cNvPr id="52" name="Google Shape;52;p4">
            <a:extLst>
              <a:ext uri="{FF2B5EF4-FFF2-40B4-BE49-F238E27FC236}">
                <a16:creationId xmlns:a16="http://schemas.microsoft.com/office/drawing/2014/main" id="{D5CAFD2B-295A-42E5-A9C2-C02986647408}"/>
              </a:ext>
            </a:extLst>
          </p:cNvPr>
          <p:cNvSpPr>
            <a:spLocks noGrp="1"/>
          </p:cNvSpPr>
          <p:nvPr>
            <p:ph type="body" idx="7"/>
          </p:nvPr>
        </p:nvSpPr>
        <p:spPr>
          <a:xfrm>
            <a:off x="1485900" y="3714554"/>
            <a:ext cx="2343701" cy="103874"/>
          </a:xfrm>
          <a:prstGeom prst="rect">
            <a:avLst/>
          </a:prstGeom>
          <a:noFill/>
          <a:ln w="9525" cmpd="sng">
            <a:solidFill>
              <a:schemeClr val="dk1"/>
            </a:solidFill>
            <a:prstDash val="solid"/>
            <a:headEnd type="none" w="sm" len="sm"/>
            <a:tailEnd type="none" w="sm" len="sm"/>
          </a:ln>
        </p:spPr>
        <p:txBody>
          <a:bodyPr spcFirstLastPara="1" wrap="square" lIns="91425" tIns="0" rIns="365750" bIns="0" anchor="ctr">
            <a:spAutoFit/>
          </a:bodyPr>
          <a:lstStyle>
            <a:lvl1pPr marL="457200" indent="-228600" algn="l">
              <a:lnSpc>
                <a:spcPct val="100000"/>
              </a:lnSpc>
              <a:spcBef>
                <a:spcPts val="0"/>
              </a:spcBef>
              <a:spcAft>
                <a:spcPts val="0"/>
              </a:spcAft>
              <a:buNone/>
              <a:defRPr sz="675" b="0">
                <a:solidFill>
                  <a:schemeClr val="dk1"/>
                </a:solidFill>
                <a:latin typeface="Arial"/>
                <a:ea typeface="Arial"/>
                <a:cs typeface="Arial"/>
              </a:defRPr>
            </a:lvl1pPr>
            <a:lvl2pPr marL="914400" indent="-228600" algn="l">
              <a:lnSpc>
                <a:spcPct val="95000"/>
              </a:lnSpc>
              <a:spcBef>
                <a:spcPts val="375"/>
              </a:spcBef>
              <a:spcAft>
                <a:spcPts val="0"/>
              </a:spcAft>
              <a:buNone/>
              <a:defRPr sz="750">
                <a:latin typeface="Arial"/>
                <a:ea typeface="Arial"/>
                <a:cs typeface="Arial"/>
              </a:defRPr>
            </a:lvl2pPr>
            <a:lvl3pPr marL="1371600" indent="-228600" algn="l">
              <a:lnSpc>
                <a:spcPct val="95000"/>
              </a:lnSpc>
              <a:spcBef>
                <a:spcPts val="375"/>
              </a:spcBef>
              <a:spcAft>
                <a:spcPts val="0"/>
              </a:spcAft>
              <a:buNone/>
              <a:defRPr sz="750">
                <a:latin typeface="Arial"/>
                <a:ea typeface="Arial"/>
                <a:cs typeface="Arial"/>
              </a:defRPr>
            </a:lvl3pPr>
            <a:lvl4pPr marL="1828800" indent="-228600" algn="l">
              <a:lnSpc>
                <a:spcPct val="95000"/>
              </a:lnSpc>
              <a:spcBef>
                <a:spcPts val="375"/>
              </a:spcBef>
              <a:spcAft>
                <a:spcPts val="0"/>
              </a:spcAft>
              <a:buNone/>
              <a:defRPr sz="750">
                <a:latin typeface="Arial"/>
                <a:ea typeface="Arial"/>
                <a:cs typeface="Arial"/>
              </a:defRPr>
            </a:lvl4pPr>
            <a:lvl5pPr marL="2286000" indent="-228600" algn="l">
              <a:lnSpc>
                <a:spcPct val="95000"/>
              </a:lnSpc>
              <a:spcBef>
                <a:spcPts val="375"/>
              </a:spcBef>
              <a:spcAft>
                <a:spcPts val="0"/>
              </a:spcAft>
              <a:buNone/>
              <a:defRPr sz="750">
                <a:latin typeface="Arial"/>
                <a:ea typeface="Arial"/>
                <a:cs typeface="Arial"/>
              </a:defRPr>
            </a:lvl5pPr>
            <a:lvl6pPr marL="2743200" indent="-342900" algn="l">
              <a:lnSpc>
                <a:spcPct val="95000"/>
              </a:lnSpc>
              <a:spcBef>
                <a:spcPts val="375"/>
              </a:spcBef>
              <a:spcAft>
                <a:spcPts val="0"/>
              </a:spcAft>
              <a:buChar char="–"/>
              <a:defRPr/>
            </a:lvl6pPr>
            <a:lvl7pPr marL="3200400" indent="-342900" algn="l">
              <a:lnSpc>
                <a:spcPct val="95000"/>
              </a:lnSpc>
              <a:spcBef>
                <a:spcPts val="375"/>
              </a:spcBef>
              <a:spcAft>
                <a:spcPts val="0"/>
              </a:spcAft>
              <a:buChar char="–"/>
              <a:defRPr/>
            </a:lvl7pPr>
            <a:lvl8pPr marL="3657600" indent="-342900" algn="l">
              <a:lnSpc>
                <a:spcPct val="95000"/>
              </a:lnSpc>
              <a:spcBef>
                <a:spcPts val="375"/>
              </a:spcBef>
              <a:spcAft>
                <a:spcPts val="0"/>
              </a:spcAft>
              <a:buChar char="–"/>
              <a:defRPr/>
            </a:lvl8pPr>
            <a:lvl9pPr marL="4114800" indent="-342900" algn="l">
              <a:lnSpc>
                <a:spcPct val="95000"/>
              </a:lnSpc>
              <a:spcBef>
                <a:spcPts val="375"/>
              </a:spcBef>
              <a:spcAft>
                <a:spcPts val="0"/>
              </a:spcAft>
              <a:buChar char="–"/>
              <a:defRPr/>
            </a:lvl9pPr>
          </a:lstStyle>
          <a:p>
            <a:endParaRPr/>
          </a:p>
        </p:txBody>
      </p:sp>
      <p:sp>
        <p:nvSpPr>
          <p:cNvPr id="53" name="Google Shape;53;p4">
            <a:extLst>
              <a:ext uri="{FF2B5EF4-FFF2-40B4-BE49-F238E27FC236}">
                <a16:creationId xmlns:a16="http://schemas.microsoft.com/office/drawing/2014/main" id="{34FC2922-5735-4E8B-959C-FFFD4E2585F5}"/>
              </a:ext>
            </a:extLst>
          </p:cNvPr>
          <p:cNvSpPr>
            <a:spLocks noGrp="1"/>
          </p:cNvSpPr>
          <p:nvPr>
            <p:ph type="body" idx="8"/>
          </p:nvPr>
        </p:nvSpPr>
        <p:spPr>
          <a:xfrm>
            <a:off x="1485900" y="3985742"/>
            <a:ext cx="2343701" cy="103874"/>
          </a:xfrm>
          <a:prstGeom prst="rect">
            <a:avLst/>
          </a:prstGeom>
          <a:noFill/>
          <a:ln w="9525" cmpd="sng">
            <a:solidFill>
              <a:schemeClr val="dk1"/>
            </a:solidFill>
            <a:prstDash val="solid"/>
            <a:headEnd type="none" w="sm" len="sm"/>
            <a:tailEnd type="none" w="sm" len="sm"/>
          </a:ln>
        </p:spPr>
        <p:txBody>
          <a:bodyPr spcFirstLastPara="1" wrap="square" lIns="91425" tIns="0" rIns="365750" bIns="0" anchor="ctr">
            <a:spAutoFit/>
          </a:bodyPr>
          <a:lstStyle>
            <a:lvl1pPr marL="457200" indent="-228600" algn="l">
              <a:lnSpc>
                <a:spcPct val="100000"/>
              </a:lnSpc>
              <a:spcBef>
                <a:spcPts val="0"/>
              </a:spcBef>
              <a:spcAft>
                <a:spcPts val="0"/>
              </a:spcAft>
              <a:buNone/>
              <a:defRPr sz="675" b="0">
                <a:solidFill>
                  <a:schemeClr val="dk1"/>
                </a:solidFill>
                <a:latin typeface="Arial"/>
                <a:ea typeface="Arial"/>
                <a:cs typeface="Arial"/>
              </a:defRPr>
            </a:lvl1pPr>
            <a:lvl2pPr marL="914400" indent="-228600" algn="l">
              <a:lnSpc>
                <a:spcPct val="95000"/>
              </a:lnSpc>
              <a:spcBef>
                <a:spcPts val="375"/>
              </a:spcBef>
              <a:spcAft>
                <a:spcPts val="0"/>
              </a:spcAft>
              <a:buNone/>
              <a:defRPr sz="750">
                <a:latin typeface="Arial"/>
                <a:ea typeface="Arial"/>
                <a:cs typeface="Arial"/>
              </a:defRPr>
            </a:lvl2pPr>
            <a:lvl3pPr marL="1371600" indent="-228600" algn="l">
              <a:lnSpc>
                <a:spcPct val="95000"/>
              </a:lnSpc>
              <a:spcBef>
                <a:spcPts val="375"/>
              </a:spcBef>
              <a:spcAft>
                <a:spcPts val="0"/>
              </a:spcAft>
              <a:buNone/>
              <a:defRPr sz="750">
                <a:latin typeface="Arial"/>
                <a:ea typeface="Arial"/>
                <a:cs typeface="Arial"/>
              </a:defRPr>
            </a:lvl3pPr>
            <a:lvl4pPr marL="1828800" indent="-228600" algn="l">
              <a:lnSpc>
                <a:spcPct val="95000"/>
              </a:lnSpc>
              <a:spcBef>
                <a:spcPts val="375"/>
              </a:spcBef>
              <a:spcAft>
                <a:spcPts val="0"/>
              </a:spcAft>
              <a:buNone/>
              <a:defRPr sz="750">
                <a:latin typeface="Arial"/>
                <a:ea typeface="Arial"/>
                <a:cs typeface="Arial"/>
              </a:defRPr>
            </a:lvl4pPr>
            <a:lvl5pPr marL="2286000" indent="-228600" algn="l">
              <a:lnSpc>
                <a:spcPct val="95000"/>
              </a:lnSpc>
              <a:spcBef>
                <a:spcPts val="375"/>
              </a:spcBef>
              <a:spcAft>
                <a:spcPts val="0"/>
              </a:spcAft>
              <a:buNone/>
              <a:defRPr sz="750">
                <a:latin typeface="Arial"/>
                <a:ea typeface="Arial"/>
                <a:cs typeface="Arial"/>
              </a:defRPr>
            </a:lvl5pPr>
            <a:lvl6pPr marL="2743200" indent="-342900" algn="l">
              <a:lnSpc>
                <a:spcPct val="95000"/>
              </a:lnSpc>
              <a:spcBef>
                <a:spcPts val="375"/>
              </a:spcBef>
              <a:spcAft>
                <a:spcPts val="0"/>
              </a:spcAft>
              <a:buChar char="–"/>
              <a:defRPr/>
            </a:lvl6pPr>
            <a:lvl7pPr marL="3200400" indent="-342900" algn="l">
              <a:lnSpc>
                <a:spcPct val="95000"/>
              </a:lnSpc>
              <a:spcBef>
                <a:spcPts val="375"/>
              </a:spcBef>
              <a:spcAft>
                <a:spcPts val="0"/>
              </a:spcAft>
              <a:buChar char="–"/>
              <a:defRPr/>
            </a:lvl7pPr>
            <a:lvl8pPr marL="3657600" indent="-342900" algn="l">
              <a:lnSpc>
                <a:spcPct val="95000"/>
              </a:lnSpc>
              <a:spcBef>
                <a:spcPts val="375"/>
              </a:spcBef>
              <a:spcAft>
                <a:spcPts val="0"/>
              </a:spcAft>
              <a:buChar char="–"/>
              <a:defRPr/>
            </a:lvl8pPr>
            <a:lvl9pPr marL="4114800" indent="-342900" algn="l">
              <a:lnSpc>
                <a:spcPct val="95000"/>
              </a:lnSpc>
              <a:spcBef>
                <a:spcPts val="375"/>
              </a:spcBef>
              <a:spcAft>
                <a:spcPts val="0"/>
              </a:spcAft>
              <a:buChar char="–"/>
              <a:defRPr/>
            </a:lvl9pPr>
          </a:lstStyle>
          <a:p>
            <a:endParaRPr/>
          </a:p>
        </p:txBody>
      </p:sp>
      <p:sp>
        <p:nvSpPr>
          <p:cNvPr id="54" name="Google Shape;54;p4">
            <a:extLst>
              <a:ext uri="{FF2B5EF4-FFF2-40B4-BE49-F238E27FC236}">
                <a16:creationId xmlns:a16="http://schemas.microsoft.com/office/drawing/2014/main" id="{DBBF2175-504A-42EF-BA3C-850A8EC9DE87}"/>
              </a:ext>
            </a:extLst>
          </p:cNvPr>
          <p:cNvSpPr>
            <a:spLocks noGrp="1"/>
          </p:cNvSpPr>
          <p:nvPr>
            <p:ph type="body" idx="9"/>
          </p:nvPr>
        </p:nvSpPr>
        <p:spPr>
          <a:xfrm>
            <a:off x="1485900" y="4121336"/>
            <a:ext cx="2343701" cy="103874"/>
          </a:xfrm>
          <a:prstGeom prst="rect">
            <a:avLst/>
          </a:prstGeom>
          <a:noFill/>
          <a:ln w="9525" cmpd="sng">
            <a:solidFill>
              <a:schemeClr val="dk1"/>
            </a:solidFill>
            <a:prstDash val="solid"/>
            <a:headEnd type="none" w="sm" len="sm"/>
            <a:tailEnd type="none" w="sm" len="sm"/>
          </a:ln>
        </p:spPr>
        <p:txBody>
          <a:bodyPr spcFirstLastPara="1" wrap="square" lIns="91425" tIns="0" rIns="365750" bIns="0" anchor="ctr">
            <a:spAutoFit/>
          </a:bodyPr>
          <a:lstStyle>
            <a:lvl1pPr marL="457200" indent="-228600" algn="l">
              <a:lnSpc>
                <a:spcPct val="100000"/>
              </a:lnSpc>
              <a:spcBef>
                <a:spcPts val="0"/>
              </a:spcBef>
              <a:spcAft>
                <a:spcPts val="0"/>
              </a:spcAft>
              <a:buNone/>
              <a:defRPr sz="675" b="0">
                <a:solidFill>
                  <a:schemeClr val="dk1"/>
                </a:solidFill>
                <a:latin typeface="Arial"/>
                <a:ea typeface="Arial"/>
                <a:cs typeface="Arial"/>
              </a:defRPr>
            </a:lvl1pPr>
            <a:lvl2pPr marL="914400" indent="-228600" algn="l">
              <a:lnSpc>
                <a:spcPct val="95000"/>
              </a:lnSpc>
              <a:spcBef>
                <a:spcPts val="375"/>
              </a:spcBef>
              <a:spcAft>
                <a:spcPts val="0"/>
              </a:spcAft>
              <a:buNone/>
              <a:defRPr sz="750">
                <a:latin typeface="Arial"/>
                <a:ea typeface="Arial"/>
                <a:cs typeface="Arial"/>
              </a:defRPr>
            </a:lvl2pPr>
            <a:lvl3pPr marL="1371600" indent="-228600" algn="l">
              <a:lnSpc>
                <a:spcPct val="95000"/>
              </a:lnSpc>
              <a:spcBef>
                <a:spcPts val="375"/>
              </a:spcBef>
              <a:spcAft>
                <a:spcPts val="0"/>
              </a:spcAft>
              <a:buNone/>
              <a:defRPr sz="750">
                <a:latin typeface="Arial"/>
                <a:ea typeface="Arial"/>
                <a:cs typeface="Arial"/>
              </a:defRPr>
            </a:lvl3pPr>
            <a:lvl4pPr marL="1828800" indent="-228600" algn="l">
              <a:lnSpc>
                <a:spcPct val="95000"/>
              </a:lnSpc>
              <a:spcBef>
                <a:spcPts val="375"/>
              </a:spcBef>
              <a:spcAft>
                <a:spcPts val="0"/>
              </a:spcAft>
              <a:buNone/>
              <a:defRPr sz="750">
                <a:latin typeface="Arial"/>
                <a:ea typeface="Arial"/>
                <a:cs typeface="Arial"/>
              </a:defRPr>
            </a:lvl4pPr>
            <a:lvl5pPr marL="2286000" indent="-228600" algn="l">
              <a:lnSpc>
                <a:spcPct val="95000"/>
              </a:lnSpc>
              <a:spcBef>
                <a:spcPts val="375"/>
              </a:spcBef>
              <a:spcAft>
                <a:spcPts val="0"/>
              </a:spcAft>
              <a:buNone/>
              <a:defRPr sz="750">
                <a:latin typeface="Arial"/>
                <a:ea typeface="Arial"/>
                <a:cs typeface="Arial"/>
              </a:defRPr>
            </a:lvl5pPr>
            <a:lvl6pPr marL="2743200" indent="-342900" algn="l">
              <a:lnSpc>
                <a:spcPct val="95000"/>
              </a:lnSpc>
              <a:spcBef>
                <a:spcPts val="375"/>
              </a:spcBef>
              <a:spcAft>
                <a:spcPts val="0"/>
              </a:spcAft>
              <a:buChar char="–"/>
              <a:defRPr/>
            </a:lvl6pPr>
            <a:lvl7pPr marL="3200400" indent="-342900" algn="l">
              <a:lnSpc>
                <a:spcPct val="95000"/>
              </a:lnSpc>
              <a:spcBef>
                <a:spcPts val="375"/>
              </a:spcBef>
              <a:spcAft>
                <a:spcPts val="0"/>
              </a:spcAft>
              <a:buChar char="–"/>
              <a:defRPr/>
            </a:lvl7pPr>
            <a:lvl8pPr marL="3657600" indent="-342900" algn="l">
              <a:lnSpc>
                <a:spcPct val="95000"/>
              </a:lnSpc>
              <a:spcBef>
                <a:spcPts val="375"/>
              </a:spcBef>
              <a:spcAft>
                <a:spcPts val="0"/>
              </a:spcAft>
              <a:buChar char="–"/>
              <a:defRPr/>
            </a:lvl8pPr>
            <a:lvl9pPr marL="4114800" indent="-342900" algn="l">
              <a:lnSpc>
                <a:spcPct val="95000"/>
              </a:lnSpc>
              <a:spcBef>
                <a:spcPts val="375"/>
              </a:spcBef>
              <a:spcAft>
                <a:spcPts val="0"/>
              </a:spcAft>
              <a:buChar char="–"/>
              <a:defRPr/>
            </a:lvl9pPr>
          </a:lstStyle>
          <a:p>
            <a:endParaRPr/>
          </a:p>
        </p:txBody>
      </p:sp>
      <p:sp>
        <p:nvSpPr>
          <p:cNvPr id="55" name="Google Shape;55;p4">
            <a:extLst>
              <a:ext uri="{FF2B5EF4-FFF2-40B4-BE49-F238E27FC236}">
                <a16:creationId xmlns:a16="http://schemas.microsoft.com/office/drawing/2014/main" id="{039C0D39-6024-494A-89A3-1E68FE8A5A87}"/>
              </a:ext>
            </a:extLst>
          </p:cNvPr>
          <p:cNvSpPr>
            <a:spLocks noGrp="1"/>
          </p:cNvSpPr>
          <p:nvPr>
            <p:ph type="body" idx="13"/>
          </p:nvPr>
        </p:nvSpPr>
        <p:spPr>
          <a:xfrm>
            <a:off x="1485900" y="4256930"/>
            <a:ext cx="2343701" cy="103874"/>
          </a:xfrm>
          <a:prstGeom prst="rect">
            <a:avLst/>
          </a:prstGeom>
          <a:noFill/>
          <a:ln w="9525" cmpd="sng">
            <a:solidFill>
              <a:schemeClr val="dk1"/>
            </a:solidFill>
            <a:prstDash val="solid"/>
            <a:headEnd type="none" w="sm" len="sm"/>
            <a:tailEnd type="none" w="sm" len="sm"/>
          </a:ln>
        </p:spPr>
        <p:txBody>
          <a:bodyPr spcFirstLastPara="1" wrap="square" lIns="91425" tIns="0" rIns="365750" bIns="0" anchor="ctr">
            <a:spAutoFit/>
          </a:bodyPr>
          <a:lstStyle>
            <a:lvl1pPr marL="457200" indent="-228600" algn="l">
              <a:lnSpc>
                <a:spcPct val="100000"/>
              </a:lnSpc>
              <a:spcBef>
                <a:spcPts val="0"/>
              </a:spcBef>
              <a:spcAft>
                <a:spcPts val="0"/>
              </a:spcAft>
              <a:buNone/>
              <a:defRPr sz="675" b="0">
                <a:solidFill>
                  <a:schemeClr val="dk1"/>
                </a:solidFill>
                <a:latin typeface="Arial"/>
                <a:ea typeface="Arial"/>
                <a:cs typeface="Arial"/>
              </a:defRPr>
            </a:lvl1pPr>
            <a:lvl2pPr marL="914400" indent="-228600" algn="l">
              <a:lnSpc>
                <a:spcPct val="95000"/>
              </a:lnSpc>
              <a:spcBef>
                <a:spcPts val="375"/>
              </a:spcBef>
              <a:spcAft>
                <a:spcPts val="0"/>
              </a:spcAft>
              <a:buNone/>
              <a:defRPr sz="750">
                <a:latin typeface="Arial"/>
                <a:ea typeface="Arial"/>
                <a:cs typeface="Arial"/>
              </a:defRPr>
            </a:lvl2pPr>
            <a:lvl3pPr marL="1371600" indent="-228600" algn="l">
              <a:lnSpc>
                <a:spcPct val="95000"/>
              </a:lnSpc>
              <a:spcBef>
                <a:spcPts val="375"/>
              </a:spcBef>
              <a:spcAft>
                <a:spcPts val="0"/>
              </a:spcAft>
              <a:buNone/>
              <a:defRPr sz="750">
                <a:latin typeface="Arial"/>
                <a:ea typeface="Arial"/>
                <a:cs typeface="Arial"/>
              </a:defRPr>
            </a:lvl3pPr>
            <a:lvl4pPr marL="1828800" indent="-228600" algn="l">
              <a:lnSpc>
                <a:spcPct val="95000"/>
              </a:lnSpc>
              <a:spcBef>
                <a:spcPts val="375"/>
              </a:spcBef>
              <a:spcAft>
                <a:spcPts val="0"/>
              </a:spcAft>
              <a:buNone/>
              <a:defRPr sz="750">
                <a:latin typeface="Arial"/>
                <a:ea typeface="Arial"/>
                <a:cs typeface="Arial"/>
              </a:defRPr>
            </a:lvl4pPr>
            <a:lvl5pPr marL="2286000" indent="-228600" algn="l">
              <a:lnSpc>
                <a:spcPct val="95000"/>
              </a:lnSpc>
              <a:spcBef>
                <a:spcPts val="375"/>
              </a:spcBef>
              <a:spcAft>
                <a:spcPts val="0"/>
              </a:spcAft>
              <a:buNone/>
              <a:defRPr sz="750">
                <a:latin typeface="Arial"/>
                <a:ea typeface="Arial"/>
                <a:cs typeface="Arial"/>
              </a:defRPr>
            </a:lvl5pPr>
            <a:lvl6pPr marL="2743200" indent="-342900" algn="l">
              <a:lnSpc>
                <a:spcPct val="95000"/>
              </a:lnSpc>
              <a:spcBef>
                <a:spcPts val="375"/>
              </a:spcBef>
              <a:spcAft>
                <a:spcPts val="0"/>
              </a:spcAft>
              <a:buChar char="–"/>
              <a:defRPr/>
            </a:lvl6pPr>
            <a:lvl7pPr marL="3200400" indent="-342900" algn="l">
              <a:lnSpc>
                <a:spcPct val="95000"/>
              </a:lnSpc>
              <a:spcBef>
                <a:spcPts val="375"/>
              </a:spcBef>
              <a:spcAft>
                <a:spcPts val="0"/>
              </a:spcAft>
              <a:buChar char="–"/>
              <a:defRPr/>
            </a:lvl7pPr>
            <a:lvl8pPr marL="3657600" indent="-342900" algn="l">
              <a:lnSpc>
                <a:spcPct val="95000"/>
              </a:lnSpc>
              <a:spcBef>
                <a:spcPts val="375"/>
              </a:spcBef>
              <a:spcAft>
                <a:spcPts val="0"/>
              </a:spcAft>
              <a:buChar char="–"/>
              <a:defRPr/>
            </a:lvl8pPr>
            <a:lvl9pPr marL="4114800" indent="-342900" algn="l">
              <a:lnSpc>
                <a:spcPct val="95000"/>
              </a:lnSpc>
              <a:spcBef>
                <a:spcPts val="375"/>
              </a:spcBef>
              <a:spcAft>
                <a:spcPts val="0"/>
              </a:spcAft>
              <a:buChar char="–"/>
              <a:defRPr/>
            </a:lvl9pPr>
          </a:lstStyle>
          <a:p>
            <a:endParaRPr/>
          </a:p>
        </p:txBody>
      </p:sp>
      <p:sp>
        <p:nvSpPr>
          <p:cNvPr id="57" name="Google Shape;57;p4">
            <a:extLst>
              <a:ext uri="{FF2B5EF4-FFF2-40B4-BE49-F238E27FC236}">
                <a16:creationId xmlns:a16="http://schemas.microsoft.com/office/drawing/2014/main" id="{F62FD514-6FC4-4050-BA22-77173F0BE2FC}"/>
              </a:ext>
            </a:extLst>
          </p:cNvPr>
          <p:cNvSpPr>
            <a:spLocks noGrp="1"/>
          </p:cNvSpPr>
          <p:nvPr/>
        </p:nvSpPr>
        <p:spPr>
          <a:xfrm>
            <a:off x="411164" y="1480665"/>
            <a:ext cx="5380037" cy="1783080"/>
          </a:xfrm>
          <a:prstGeom prst="rect">
            <a:avLst/>
          </a:prstGeom>
          <a:noFill/>
          <a:ln w="19050" cmpd="sng">
            <a:solidFill>
              <a:srgbClr val="221F20"/>
            </a:solidFill>
            <a:prstDash val="solid"/>
            <a:headEnd type="none" w="sm" len="sm"/>
            <a:tailEnd type="none" w="sm" len="sm"/>
          </a:ln>
        </p:spPr>
        <p:txBody>
          <a:bodyPr spcFirstLastPara="1" wrap="square" lIns="91425" tIns="45700" rIns="91425" bIns="45700" anchor="ctr">
            <a:noAutofit/>
          </a:bodyPr>
          <a:lstStyle/>
          <a:p>
            <a:pPr marL="0" indent="0" algn="ctr">
              <a:lnSpc>
                <a:spcPct val="100000"/>
              </a:lnSpc>
              <a:spcBef>
                <a:spcPts val="0"/>
              </a:spcBef>
              <a:spcAft>
                <a:spcPts val="0"/>
              </a:spcAft>
              <a:buNone/>
            </a:pPr>
            <a:endParaRPr/>
          </a:p>
        </p:txBody>
      </p:sp>
      <p:cxnSp>
        <p:nvCxnSpPr>
          <p:cNvPr id="58" name="Google Shape;58;p4"/>
          <p:cNvCxnSpPr/>
          <p:nvPr/>
        </p:nvCxnSpPr>
        <p:spPr>
          <a:xfrm>
            <a:off x="411164" y="2749395"/>
            <a:ext cx="5380037" cy="0"/>
          </a:xfrm>
          <a:prstGeom prst="straightConnector1">
            <a:avLst/>
          </a:prstGeom>
          <a:ln w="19050" cap="flat">
            <a:solidFill>
              <a:srgbClr val="221F20"/>
            </a:solidFill>
            <a:prstDash val="solid"/>
            <a:miter/>
            <a:headEnd type="none" w="sm" len="sm"/>
            <a:tailEnd type="none" w="sm" len="sm"/>
          </a:ln>
        </p:spPr>
      </p:cxnSp>
      <p:cxnSp>
        <p:nvCxnSpPr>
          <p:cNvPr id="59" name="Google Shape;59;p4"/>
          <p:cNvCxnSpPr/>
          <p:nvPr/>
        </p:nvCxnSpPr>
        <p:spPr>
          <a:xfrm>
            <a:off x="3633787" y="2749395"/>
            <a:ext cx="0" cy="514350"/>
          </a:xfrm>
          <a:prstGeom prst="straightConnector1">
            <a:avLst/>
          </a:prstGeom>
          <a:ln w="19050" cap="flat">
            <a:solidFill>
              <a:srgbClr val="221F20"/>
            </a:solidFill>
            <a:prstDash val="solid"/>
            <a:miter/>
            <a:headEnd type="none" w="sm" len="sm"/>
            <a:tailEnd type="none" w="sm" len="sm"/>
          </a:ln>
        </p:spPr>
      </p:cxnSp>
      <p:sp>
        <p:nvSpPr>
          <p:cNvPr id="60" name="Google Shape;60;p4">
            <a:extLst>
              <a:ext uri="{FF2B5EF4-FFF2-40B4-BE49-F238E27FC236}">
                <a16:creationId xmlns:a16="http://schemas.microsoft.com/office/drawing/2014/main" id="{33C8CA05-0B6B-42CB-A9A5-5E4B1BACAAC7}"/>
              </a:ext>
            </a:extLst>
          </p:cNvPr>
          <p:cNvSpPr>
            <a:spLocks noGrp="1"/>
          </p:cNvSpPr>
          <p:nvPr>
            <p:ph type="ctrTitle"/>
          </p:nvPr>
        </p:nvSpPr>
        <p:spPr>
          <a:xfrm>
            <a:off x="685800" y="1652115"/>
            <a:ext cx="4822031" cy="994410"/>
          </a:xfrm>
          <a:prstGeom prst="rect">
            <a:avLst/>
          </a:prstGeom>
          <a:noFill/>
          <a:ln>
            <a:noFill/>
          </a:ln>
        </p:spPr>
        <p:txBody>
          <a:bodyPr spcFirstLastPara="1" wrap="square" lIns="0" tIns="0" rIns="0" bIns="0" anchor="t">
            <a:noAutofit/>
          </a:bodyPr>
          <a:lstStyle>
            <a:lvl1pPr algn="l">
              <a:lnSpc>
                <a:spcPct val="80000"/>
              </a:lnSpc>
              <a:spcBef>
                <a:spcPts val="0"/>
              </a:spcBef>
              <a:spcAft>
                <a:spcPts val="0"/>
              </a:spcAft>
              <a:buNone/>
              <a:defRPr sz="2700"/>
            </a:lvl1pPr>
            <a:lvl2pPr>
              <a:spcBef>
                <a:spcPts val="0"/>
              </a:spcBef>
              <a:spcAft>
                <a:spcPts val="0"/>
              </a:spcAft>
              <a:buNone/>
              <a:defRPr/>
            </a:lvl2pPr>
            <a:lvl3pPr>
              <a:spcBef>
                <a:spcPts val="0"/>
              </a:spcBef>
              <a:spcAft>
                <a:spcPts val="0"/>
              </a:spcAft>
              <a:buNone/>
              <a:defRPr/>
            </a:lvl3pPr>
            <a:lvl4pPr>
              <a:spcBef>
                <a:spcPts val="0"/>
              </a:spcBef>
              <a:spcAft>
                <a:spcPts val="0"/>
              </a:spcAft>
              <a:buNone/>
              <a:defRPr/>
            </a:lvl4pPr>
            <a:lvl5pPr>
              <a:spcBef>
                <a:spcPts val="0"/>
              </a:spcBef>
              <a:spcAft>
                <a:spcPts val="0"/>
              </a:spcAft>
              <a:buNone/>
              <a:defRPr/>
            </a:lvl5pPr>
            <a:lvl6pPr>
              <a:spcBef>
                <a:spcPts val="0"/>
              </a:spcBef>
              <a:spcAft>
                <a:spcPts val="0"/>
              </a:spcAft>
              <a:buNone/>
              <a:defRPr/>
            </a:lvl6pPr>
            <a:lvl7pPr>
              <a:spcBef>
                <a:spcPts val="0"/>
              </a:spcBef>
              <a:spcAft>
                <a:spcPts val="0"/>
              </a:spcAft>
              <a:buNone/>
              <a:defRPr/>
            </a:lvl7pPr>
            <a:lvl8pPr>
              <a:spcBef>
                <a:spcPts val="0"/>
              </a:spcBef>
              <a:spcAft>
                <a:spcPts val="0"/>
              </a:spcAft>
              <a:buNone/>
              <a:defRPr/>
            </a:lvl8pPr>
            <a:lvl9pPr>
              <a:spcBef>
                <a:spcPts val="0"/>
              </a:spcBef>
              <a:spcAft>
                <a:spcPts val="0"/>
              </a:spcAft>
              <a:buNone/>
              <a:defRPr/>
            </a:lvl9pPr>
          </a:lstStyle>
          <a:p>
            <a:endParaRPr/>
          </a:p>
        </p:txBody>
      </p:sp>
      <p:sp>
        <p:nvSpPr>
          <p:cNvPr id="61" name="Google Shape;61;p4">
            <a:extLst>
              <a:ext uri="{FF2B5EF4-FFF2-40B4-BE49-F238E27FC236}">
                <a16:creationId xmlns:a16="http://schemas.microsoft.com/office/drawing/2014/main" id="{82B1CE76-A78B-42BE-BC97-AC213914E285}"/>
              </a:ext>
            </a:extLst>
          </p:cNvPr>
          <p:cNvSpPr>
            <a:spLocks noGrp="1"/>
          </p:cNvSpPr>
          <p:nvPr>
            <p:ph type="subTitle" idx="14"/>
          </p:nvPr>
        </p:nvSpPr>
        <p:spPr>
          <a:xfrm>
            <a:off x="685800" y="2838549"/>
            <a:ext cx="2674144" cy="342900"/>
          </a:xfrm>
          <a:prstGeom prst="rect">
            <a:avLst/>
          </a:prstGeom>
          <a:noFill/>
          <a:ln>
            <a:noFill/>
          </a:ln>
        </p:spPr>
        <p:txBody>
          <a:bodyPr spcFirstLastPara="1" wrap="square" lIns="0" tIns="0" rIns="0" bIns="0" anchor="ctr">
            <a:noAutofit/>
          </a:bodyPr>
          <a:lstStyle>
            <a:lvl1pPr algn="l">
              <a:lnSpc>
                <a:spcPct val="95000"/>
              </a:lnSpc>
              <a:spcBef>
                <a:spcPts val="0"/>
              </a:spcBef>
              <a:spcAft>
                <a:spcPts val="0"/>
              </a:spcAft>
              <a:buNone/>
              <a:defRPr sz="900" b="1">
                <a:solidFill>
                  <a:schemeClr val="dk2"/>
                </a:solidFill>
              </a:defRPr>
            </a:lvl1pPr>
            <a:lvl2pPr algn="l">
              <a:lnSpc>
                <a:spcPct val="95000"/>
              </a:lnSpc>
              <a:spcBef>
                <a:spcPts val="0"/>
              </a:spcBef>
              <a:spcAft>
                <a:spcPts val="0"/>
              </a:spcAft>
              <a:buNone/>
              <a:defRPr sz="900" b="1">
                <a:solidFill>
                  <a:schemeClr val="dk2"/>
                </a:solidFill>
              </a:defRPr>
            </a:lvl2pPr>
            <a:lvl3pPr algn="l">
              <a:lnSpc>
                <a:spcPct val="95000"/>
              </a:lnSpc>
              <a:spcBef>
                <a:spcPts val="0"/>
              </a:spcBef>
              <a:spcAft>
                <a:spcPts val="0"/>
              </a:spcAft>
              <a:buNone/>
              <a:defRPr sz="900" b="1">
                <a:solidFill>
                  <a:schemeClr val="dk2"/>
                </a:solidFill>
              </a:defRPr>
            </a:lvl3pPr>
            <a:lvl4pPr algn="l">
              <a:lnSpc>
                <a:spcPct val="95000"/>
              </a:lnSpc>
              <a:spcBef>
                <a:spcPts val="0"/>
              </a:spcBef>
              <a:spcAft>
                <a:spcPts val="0"/>
              </a:spcAft>
              <a:buNone/>
              <a:defRPr sz="900" b="1">
                <a:solidFill>
                  <a:schemeClr val="dk2"/>
                </a:solidFill>
              </a:defRPr>
            </a:lvl4pPr>
            <a:lvl5pPr algn="l">
              <a:lnSpc>
                <a:spcPct val="95000"/>
              </a:lnSpc>
              <a:spcBef>
                <a:spcPts val="0"/>
              </a:spcBef>
              <a:spcAft>
                <a:spcPts val="0"/>
              </a:spcAft>
              <a:buNone/>
              <a:defRPr sz="900" b="1">
                <a:solidFill>
                  <a:schemeClr val="dk2"/>
                </a:solidFill>
              </a:defRPr>
            </a:lvl5pPr>
            <a:lvl6pPr algn="l">
              <a:lnSpc>
                <a:spcPct val="95000"/>
              </a:lnSpc>
              <a:spcBef>
                <a:spcPts val="0"/>
              </a:spcBef>
              <a:spcAft>
                <a:spcPts val="0"/>
              </a:spcAft>
              <a:buNone/>
              <a:defRPr sz="900" b="1">
                <a:solidFill>
                  <a:schemeClr val="dk2"/>
                </a:solidFill>
              </a:defRPr>
            </a:lvl6pPr>
            <a:lvl7pPr algn="l">
              <a:lnSpc>
                <a:spcPct val="95000"/>
              </a:lnSpc>
              <a:spcBef>
                <a:spcPts val="0"/>
              </a:spcBef>
              <a:spcAft>
                <a:spcPts val="0"/>
              </a:spcAft>
              <a:buNone/>
              <a:defRPr sz="900" b="1">
                <a:solidFill>
                  <a:schemeClr val="dk2"/>
                </a:solidFill>
              </a:defRPr>
            </a:lvl7pPr>
            <a:lvl8pPr algn="l">
              <a:lnSpc>
                <a:spcPct val="95000"/>
              </a:lnSpc>
              <a:spcBef>
                <a:spcPts val="0"/>
              </a:spcBef>
              <a:spcAft>
                <a:spcPts val="0"/>
              </a:spcAft>
              <a:buNone/>
              <a:defRPr sz="900" b="1">
                <a:solidFill>
                  <a:schemeClr val="dk2"/>
                </a:solidFill>
              </a:defRPr>
            </a:lvl8pPr>
            <a:lvl9pPr algn="l">
              <a:lnSpc>
                <a:spcPct val="95000"/>
              </a:lnSpc>
              <a:spcBef>
                <a:spcPts val="0"/>
              </a:spcBef>
              <a:spcAft>
                <a:spcPts val="0"/>
              </a:spcAft>
              <a:buNone/>
              <a:defRPr sz="900" b="1">
                <a:solidFill>
                  <a:schemeClr val="dk2"/>
                </a:solidFill>
              </a:defRPr>
            </a:lvl9pPr>
          </a:lstStyle>
          <a:p>
            <a:endParaRPr/>
          </a:p>
        </p:txBody>
      </p:sp>
      <p:sp>
        <p:nvSpPr>
          <p:cNvPr id="62" name="Google Shape;62;p4">
            <a:extLst>
              <a:ext uri="{FF2B5EF4-FFF2-40B4-BE49-F238E27FC236}">
                <a16:creationId xmlns:a16="http://schemas.microsoft.com/office/drawing/2014/main" id="{46CFDF3A-0C6F-464A-AA85-AE3151D8DB47}"/>
              </a:ext>
            </a:extLst>
          </p:cNvPr>
          <p:cNvSpPr>
            <a:spLocks noGrp="1"/>
          </p:cNvSpPr>
          <p:nvPr>
            <p:ph type="body" idx="15"/>
          </p:nvPr>
        </p:nvSpPr>
        <p:spPr>
          <a:xfrm>
            <a:off x="3909060" y="2838549"/>
            <a:ext cx="1598771" cy="342900"/>
          </a:xfrm>
          <a:prstGeom prst="rect">
            <a:avLst/>
          </a:prstGeom>
          <a:noFill/>
          <a:ln>
            <a:noFill/>
          </a:ln>
        </p:spPr>
        <p:txBody>
          <a:bodyPr spcFirstLastPara="1" wrap="square" lIns="0" tIns="0" rIns="0" bIns="0" anchor="ctr">
            <a:noAutofit/>
          </a:bodyPr>
          <a:lstStyle>
            <a:lvl1pPr marL="457200" indent="-228600" algn="ctr">
              <a:lnSpc>
                <a:spcPct val="80000"/>
              </a:lnSpc>
              <a:spcBef>
                <a:spcPts val="0"/>
              </a:spcBef>
              <a:spcAft>
                <a:spcPts val="0"/>
              </a:spcAft>
              <a:buNone/>
              <a:defRPr sz="1050" b="1" cap="none">
                <a:solidFill>
                  <a:schemeClr val="dk2"/>
                </a:solidFill>
              </a:defRPr>
            </a:lvl1pPr>
            <a:lvl2pPr marL="914400" indent="-228600" algn="ctr">
              <a:lnSpc>
                <a:spcPct val="80000"/>
              </a:lnSpc>
              <a:spcBef>
                <a:spcPts val="0"/>
              </a:spcBef>
              <a:spcAft>
                <a:spcPts val="0"/>
              </a:spcAft>
              <a:buNone/>
              <a:defRPr sz="1050" b="1" cap="none">
                <a:solidFill>
                  <a:schemeClr val="dk2"/>
                </a:solidFill>
              </a:defRPr>
            </a:lvl2pPr>
            <a:lvl3pPr marL="1371600" indent="-228600" algn="ctr">
              <a:lnSpc>
                <a:spcPct val="80000"/>
              </a:lnSpc>
              <a:spcBef>
                <a:spcPts val="0"/>
              </a:spcBef>
              <a:spcAft>
                <a:spcPts val="0"/>
              </a:spcAft>
              <a:buNone/>
              <a:defRPr sz="1050" b="1" cap="none">
                <a:solidFill>
                  <a:schemeClr val="dk2"/>
                </a:solidFill>
              </a:defRPr>
            </a:lvl3pPr>
            <a:lvl4pPr marL="1828800" indent="-228600" algn="ctr">
              <a:lnSpc>
                <a:spcPct val="80000"/>
              </a:lnSpc>
              <a:spcBef>
                <a:spcPts val="0"/>
              </a:spcBef>
              <a:spcAft>
                <a:spcPts val="0"/>
              </a:spcAft>
              <a:buNone/>
              <a:defRPr sz="1050" b="1" cap="none">
                <a:solidFill>
                  <a:schemeClr val="dk2"/>
                </a:solidFill>
              </a:defRPr>
            </a:lvl4pPr>
            <a:lvl5pPr marL="2286000" indent="-228600" algn="ctr">
              <a:lnSpc>
                <a:spcPct val="80000"/>
              </a:lnSpc>
              <a:spcBef>
                <a:spcPts val="0"/>
              </a:spcBef>
              <a:spcAft>
                <a:spcPts val="0"/>
              </a:spcAft>
              <a:buNone/>
              <a:defRPr sz="1050" b="1" cap="none">
                <a:solidFill>
                  <a:schemeClr val="dk2"/>
                </a:solidFill>
              </a:defRPr>
            </a:lvl5pPr>
            <a:lvl6pPr marL="2743200" indent="-228600" algn="ctr">
              <a:lnSpc>
                <a:spcPct val="80000"/>
              </a:lnSpc>
              <a:spcBef>
                <a:spcPts val="0"/>
              </a:spcBef>
              <a:spcAft>
                <a:spcPts val="0"/>
              </a:spcAft>
              <a:buNone/>
              <a:defRPr sz="1050" b="1" cap="none">
                <a:solidFill>
                  <a:schemeClr val="dk2"/>
                </a:solidFill>
              </a:defRPr>
            </a:lvl6pPr>
            <a:lvl7pPr marL="3200400" indent="-228600" algn="ctr">
              <a:lnSpc>
                <a:spcPct val="80000"/>
              </a:lnSpc>
              <a:spcBef>
                <a:spcPts val="0"/>
              </a:spcBef>
              <a:spcAft>
                <a:spcPts val="0"/>
              </a:spcAft>
              <a:buNone/>
              <a:defRPr sz="1050" b="1" cap="none">
                <a:solidFill>
                  <a:schemeClr val="dk2"/>
                </a:solidFill>
              </a:defRPr>
            </a:lvl7pPr>
            <a:lvl8pPr marL="3657600" indent="-228600" algn="ctr">
              <a:lnSpc>
                <a:spcPct val="80000"/>
              </a:lnSpc>
              <a:spcBef>
                <a:spcPts val="0"/>
              </a:spcBef>
              <a:spcAft>
                <a:spcPts val="0"/>
              </a:spcAft>
              <a:buNone/>
              <a:defRPr sz="1050" b="1" cap="none">
                <a:solidFill>
                  <a:schemeClr val="dk2"/>
                </a:solidFill>
              </a:defRPr>
            </a:lvl8pPr>
            <a:lvl9pPr marL="4114800" indent="-228600" algn="ctr">
              <a:lnSpc>
                <a:spcPct val="80000"/>
              </a:lnSpc>
              <a:spcBef>
                <a:spcPts val="0"/>
              </a:spcBef>
              <a:spcAft>
                <a:spcPts val="0"/>
              </a:spcAft>
              <a:buNone/>
              <a:defRPr sz="1050" b="1" cap="none">
                <a:solidFill>
                  <a:schemeClr val="dk2"/>
                </a:solidFill>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Title Slide - Image">
  <p:cSld name="Title Slide - Image">
    <p:bg>
      <p:bgPr>
        <a:blipFill>
          <a:blip r:embed="rId2">
            <a:alphaModFix/>
          </a:blip>
          <a:stretch>
            <a:fillRect/>
          </a:stretch>
        </a:blipFill>
        <a:effectLst/>
      </p:bgPr>
    </p:bg>
    <p:spTree>
      <p:nvGrpSpPr>
        <p:cNvPr id="1" name=""/>
        <p:cNvGrpSpPr/>
        <p:nvPr/>
      </p:nvGrpSpPr>
      <p:grpSpPr>
        <a:xfrm>
          <a:off x="0" y="0"/>
          <a:ext cx="0" cy="0"/>
          <a:chOff x="0" y="0"/>
          <a:chExt cx="0" cy="0"/>
        </a:xfrm>
      </p:grpSpPr>
      <p:sp>
        <p:nvSpPr>
          <p:cNvPr id="64" name="Google Shape;64;p5">
            <a:extLst>
              <a:ext uri="{FF2B5EF4-FFF2-40B4-BE49-F238E27FC236}">
                <a16:creationId xmlns:a16="http://schemas.microsoft.com/office/drawing/2014/main" id="{40D59038-FE97-44E1-BDD5-89E871DF785F}"/>
              </a:ext>
            </a:extLst>
          </p:cNvPr>
          <p:cNvSpPr>
            <a:spLocks noGrp="1"/>
          </p:cNvSpPr>
          <p:nvPr>
            <p:ph type="dt" idx="10"/>
          </p:nvPr>
        </p:nvSpPr>
        <p:spPr>
          <a:xfrm>
            <a:off x="410766" y="4972050"/>
            <a:ext cx="617934" cy="171450"/>
          </a:xfrm>
          <a:prstGeom prst="rect">
            <a:avLst/>
          </a:prstGeom>
          <a:noFill/>
          <a:ln>
            <a:noFill/>
          </a:ln>
        </p:spPr>
        <p:txBody>
          <a:bodyPr spcFirstLastPara="1" wrap="square" lIns="0" tIns="45700" rIns="0" bIns="45700" anchor="b">
            <a:noAutofit/>
          </a:bodyPr>
          <a:lstStyle>
            <a:lvl1pPr algn="l">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a:endParaRPr/>
          </a:p>
        </p:txBody>
      </p:sp>
      <p:sp>
        <p:nvSpPr>
          <p:cNvPr id="65" name="Google Shape;65;p5">
            <a:extLst>
              <a:ext uri="{FF2B5EF4-FFF2-40B4-BE49-F238E27FC236}">
                <a16:creationId xmlns:a16="http://schemas.microsoft.com/office/drawing/2014/main" id="{DDABEE79-4014-4E3E-AE8A-E3B693598654}"/>
              </a:ext>
            </a:extLst>
          </p:cNvPr>
          <p:cNvSpPr>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oAutofit/>
          </a:bodyPr>
          <a:lstStyle>
            <a:lvl1pPr marL="0" indent="0" algn="r">
              <a:spcBef>
                <a:spcPts val="0"/>
              </a:spcBef>
              <a:spcAft>
                <a:spcPts val="0"/>
              </a:spcAft>
              <a:buNone/>
              <a:defRPr/>
            </a:lvl1pPr>
            <a:lvl2pPr marL="0" indent="0" algn="r">
              <a:spcBef>
                <a:spcPts val="0"/>
              </a:spcBef>
              <a:spcAft>
                <a:spcPts val="0"/>
              </a:spcAft>
              <a:buNone/>
              <a:defRPr/>
            </a:lvl2pPr>
            <a:lvl3pPr marL="0" indent="0" algn="r">
              <a:spcBef>
                <a:spcPts val="0"/>
              </a:spcBef>
              <a:spcAft>
                <a:spcPts val="0"/>
              </a:spcAft>
              <a:buNone/>
              <a:defRPr/>
            </a:lvl3pPr>
            <a:lvl4pPr marL="0" indent="0" algn="r">
              <a:spcBef>
                <a:spcPts val="0"/>
              </a:spcBef>
              <a:spcAft>
                <a:spcPts val="0"/>
              </a:spcAft>
              <a:buNone/>
              <a:defRPr/>
            </a:lvl4pPr>
            <a:lvl5pPr marL="0" indent="0" algn="r">
              <a:spcBef>
                <a:spcPts val="0"/>
              </a:spcBef>
              <a:spcAft>
                <a:spcPts val="0"/>
              </a:spcAft>
              <a:buNone/>
              <a:defRPr/>
            </a:lvl5pPr>
            <a:lvl6pPr marL="0" indent="0" algn="r">
              <a:spcBef>
                <a:spcPts val="0"/>
              </a:spcBef>
              <a:spcAft>
                <a:spcPts val="0"/>
              </a:spcAft>
              <a:buNone/>
              <a:defRPr/>
            </a:lvl6pPr>
            <a:lvl7pPr marL="0" indent="0" algn="r">
              <a:spcBef>
                <a:spcPts val="0"/>
              </a:spcBef>
              <a:spcAft>
                <a:spcPts val="0"/>
              </a:spcAft>
              <a:buNone/>
              <a:defRPr/>
            </a:lvl7pPr>
            <a:lvl8pPr marL="0" indent="0" algn="r">
              <a:spcBef>
                <a:spcPts val="0"/>
              </a:spcBef>
              <a:spcAft>
                <a:spcPts val="0"/>
              </a:spcAft>
              <a:buNone/>
              <a:defRPr/>
            </a:lvl8pPr>
            <a:lvl9pPr marL="0" indent="0" algn="r">
              <a:spcBef>
                <a:spcPts val="0"/>
              </a:spcBef>
              <a:spcAft>
                <a:spcPts val="0"/>
              </a:spcAft>
              <a:buNone/>
              <a:defRPr/>
            </a:lvl9pPr>
          </a:lstStyle>
          <a:p>
            <a:pPr marL="0" indent="0" algn="r">
              <a:spcBef>
                <a:spcPts val="0"/>
              </a:spcBef>
              <a:spcAft>
                <a:spcPts val="0"/>
              </a:spcAft>
              <a:buNone/>
            </a:pPr>
            <a:fld id="{00000000-1234-1234-1234-123412341234}" type="slidenum">
              <a:t>‹#›</a:t>
            </a:fld>
            <a:endParaRPr/>
          </a:p>
        </p:txBody>
      </p:sp>
      <p:pic>
        <p:nvPicPr>
          <p:cNvPr id="66" name="Google Shape;66;p5"/>
          <p:cNvPicPr>
            <a:picLocks noChangeAspect="1"/>
          </p:cNvPicPr>
          <p:nvPr/>
        </p:nvPicPr>
        <p:blipFill rotWithShape="1">
          <a:blip r:embed="rId3">
            <a:alphaModFix/>
          </a:blip>
          <a:srcRect/>
          <a:stretch/>
        </p:blipFill>
        <p:spPr>
          <a:xfrm>
            <a:off x="183674" y="84473"/>
            <a:ext cx="2434590" cy="919356"/>
          </a:xfrm>
          <a:prstGeom prst="rect">
            <a:avLst/>
          </a:prstGeom>
          <a:ln>
            <a:noFill/>
          </a:ln>
        </p:spPr>
      </p:pic>
      <p:sp>
        <p:nvSpPr>
          <p:cNvPr id="67" name="Google Shape;67;p5">
            <a:extLst>
              <a:ext uri="{FF2B5EF4-FFF2-40B4-BE49-F238E27FC236}">
                <a16:creationId xmlns:a16="http://schemas.microsoft.com/office/drawing/2014/main" id="{F5B9C0AF-0DD3-4D18-A32D-A1804E3F8388}"/>
              </a:ext>
            </a:extLst>
          </p:cNvPr>
          <p:cNvSpPr>
            <a:spLocks noGrp="1"/>
          </p:cNvSpPr>
          <p:nvPr>
            <p:ph type="body" idx="1"/>
          </p:nvPr>
        </p:nvSpPr>
        <p:spPr>
          <a:xfrm>
            <a:off x="410766" y="3850148"/>
            <a:ext cx="1001676" cy="103874"/>
          </a:xfrm>
          <a:prstGeom prst="rect">
            <a:avLst/>
          </a:prstGeom>
          <a:solidFill>
            <a:schemeClr val="lt1">
              <a:alpha val="92941"/>
            </a:schemeClr>
          </a:solidFill>
          <a:ln w="9525" cmpd="sng">
            <a:solidFill>
              <a:schemeClr val="lt1"/>
            </a:solidFill>
            <a:prstDash val="solid"/>
            <a:headEnd type="none" w="sm" len="sm"/>
            <a:tailEnd type="none" w="sm" len="sm"/>
          </a:ln>
        </p:spPr>
        <p:txBody>
          <a:bodyPr spcFirstLastPara="1" wrap="square" lIns="91425" tIns="0" rIns="0" bIns="0" anchor="ctr">
            <a:spAutoFit/>
          </a:bodyPr>
          <a:lstStyle>
            <a:lvl1pPr marL="457200" indent="-228600" algn="l">
              <a:lnSpc>
                <a:spcPct val="100000"/>
              </a:lnSpc>
              <a:spcBef>
                <a:spcPts val="0"/>
              </a:spcBef>
              <a:spcAft>
                <a:spcPts val="0"/>
              </a:spcAft>
              <a:buNone/>
              <a:defRPr sz="675" b="0">
                <a:solidFill>
                  <a:schemeClr val="dk1"/>
                </a:solidFill>
                <a:latin typeface="Arial"/>
                <a:ea typeface="Arial"/>
                <a:cs typeface="Arial"/>
              </a:defRPr>
            </a:lvl1pPr>
            <a:lvl2pPr marL="914400" indent="-228600" algn="l">
              <a:lnSpc>
                <a:spcPct val="95000"/>
              </a:lnSpc>
              <a:spcBef>
                <a:spcPts val="375"/>
              </a:spcBef>
              <a:spcAft>
                <a:spcPts val="0"/>
              </a:spcAft>
              <a:buNone/>
              <a:defRPr sz="750">
                <a:latin typeface="Arial"/>
                <a:ea typeface="Arial"/>
                <a:cs typeface="Arial"/>
              </a:defRPr>
            </a:lvl2pPr>
            <a:lvl3pPr marL="1371600" indent="-228600" algn="l">
              <a:lnSpc>
                <a:spcPct val="95000"/>
              </a:lnSpc>
              <a:spcBef>
                <a:spcPts val="375"/>
              </a:spcBef>
              <a:spcAft>
                <a:spcPts val="0"/>
              </a:spcAft>
              <a:buNone/>
              <a:defRPr sz="750">
                <a:latin typeface="Arial"/>
                <a:ea typeface="Arial"/>
                <a:cs typeface="Arial"/>
              </a:defRPr>
            </a:lvl3pPr>
            <a:lvl4pPr marL="1828800" indent="-228600" algn="l">
              <a:lnSpc>
                <a:spcPct val="95000"/>
              </a:lnSpc>
              <a:spcBef>
                <a:spcPts val="375"/>
              </a:spcBef>
              <a:spcAft>
                <a:spcPts val="0"/>
              </a:spcAft>
              <a:buNone/>
              <a:defRPr sz="750">
                <a:latin typeface="Arial"/>
                <a:ea typeface="Arial"/>
                <a:cs typeface="Arial"/>
              </a:defRPr>
            </a:lvl4pPr>
            <a:lvl5pPr marL="2286000" indent="-228600" algn="l">
              <a:lnSpc>
                <a:spcPct val="95000"/>
              </a:lnSpc>
              <a:spcBef>
                <a:spcPts val="375"/>
              </a:spcBef>
              <a:spcAft>
                <a:spcPts val="0"/>
              </a:spcAft>
              <a:buNone/>
              <a:defRPr sz="750">
                <a:latin typeface="Arial"/>
                <a:ea typeface="Arial"/>
                <a:cs typeface="Arial"/>
              </a:defRPr>
            </a:lvl5pPr>
            <a:lvl6pPr marL="2743200" indent="-342900" algn="l">
              <a:lnSpc>
                <a:spcPct val="95000"/>
              </a:lnSpc>
              <a:spcBef>
                <a:spcPts val="375"/>
              </a:spcBef>
              <a:spcAft>
                <a:spcPts val="0"/>
              </a:spcAft>
              <a:buChar char="–"/>
              <a:defRPr/>
            </a:lvl6pPr>
            <a:lvl7pPr marL="3200400" indent="-342900" algn="l">
              <a:lnSpc>
                <a:spcPct val="95000"/>
              </a:lnSpc>
              <a:spcBef>
                <a:spcPts val="375"/>
              </a:spcBef>
              <a:spcAft>
                <a:spcPts val="0"/>
              </a:spcAft>
              <a:buChar char="–"/>
              <a:defRPr/>
            </a:lvl7pPr>
            <a:lvl8pPr marL="3657600" indent="-342900" algn="l">
              <a:lnSpc>
                <a:spcPct val="95000"/>
              </a:lnSpc>
              <a:spcBef>
                <a:spcPts val="375"/>
              </a:spcBef>
              <a:spcAft>
                <a:spcPts val="0"/>
              </a:spcAft>
              <a:buChar char="–"/>
              <a:defRPr/>
            </a:lvl8pPr>
            <a:lvl9pPr marL="4114800" indent="-342900" algn="l">
              <a:lnSpc>
                <a:spcPct val="95000"/>
              </a:lnSpc>
              <a:spcBef>
                <a:spcPts val="375"/>
              </a:spcBef>
              <a:spcAft>
                <a:spcPts val="0"/>
              </a:spcAft>
              <a:buChar char="–"/>
              <a:defRPr/>
            </a:lvl9pPr>
          </a:lstStyle>
          <a:p>
            <a:endParaRPr/>
          </a:p>
        </p:txBody>
      </p:sp>
      <p:sp>
        <p:nvSpPr>
          <p:cNvPr id="68" name="Google Shape;68;p5">
            <a:extLst>
              <a:ext uri="{FF2B5EF4-FFF2-40B4-BE49-F238E27FC236}">
                <a16:creationId xmlns:a16="http://schemas.microsoft.com/office/drawing/2014/main" id="{B045E841-4F0E-4D68-9FDC-E187C557855A}"/>
              </a:ext>
            </a:extLst>
          </p:cNvPr>
          <p:cNvSpPr>
            <a:spLocks noGrp="1"/>
          </p:cNvSpPr>
          <p:nvPr>
            <p:ph type="body" idx="2"/>
          </p:nvPr>
        </p:nvSpPr>
        <p:spPr>
          <a:xfrm>
            <a:off x="410766" y="3714554"/>
            <a:ext cx="1001676" cy="103874"/>
          </a:xfrm>
          <a:prstGeom prst="rect">
            <a:avLst/>
          </a:prstGeom>
          <a:solidFill>
            <a:schemeClr val="lt1">
              <a:alpha val="92941"/>
            </a:schemeClr>
          </a:solidFill>
          <a:ln w="9525" cmpd="sng">
            <a:solidFill>
              <a:schemeClr val="lt1"/>
            </a:solidFill>
            <a:prstDash val="solid"/>
            <a:headEnd type="none" w="sm" len="sm"/>
            <a:tailEnd type="none" w="sm" len="sm"/>
          </a:ln>
        </p:spPr>
        <p:txBody>
          <a:bodyPr spcFirstLastPara="1" wrap="square" lIns="91425" tIns="0" rIns="0" bIns="0" anchor="ctr">
            <a:spAutoFit/>
          </a:bodyPr>
          <a:lstStyle>
            <a:lvl1pPr marL="457200" indent="-228600" algn="l">
              <a:lnSpc>
                <a:spcPct val="100000"/>
              </a:lnSpc>
              <a:spcBef>
                <a:spcPts val="0"/>
              </a:spcBef>
              <a:spcAft>
                <a:spcPts val="0"/>
              </a:spcAft>
              <a:buNone/>
              <a:defRPr sz="675" b="0">
                <a:solidFill>
                  <a:schemeClr val="dk1"/>
                </a:solidFill>
                <a:latin typeface="Arial"/>
                <a:ea typeface="Arial"/>
                <a:cs typeface="Arial"/>
              </a:defRPr>
            </a:lvl1pPr>
            <a:lvl2pPr marL="914400" indent="-228600" algn="l">
              <a:lnSpc>
                <a:spcPct val="95000"/>
              </a:lnSpc>
              <a:spcBef>
                <a:spcPts val="375"/>
              </a:spcBef>
              <a:spcAft>
                <a:spcPts val="0"/>
              </a:spcAft>
              <a:buNone/>
              <a:defRPr sz="750">
                <a:latin typeface="Arial"/>
                <a:ea typeface="Arial"/>
                <a:cs typeface="Arial"/>
              </a:defRPr>
            </a:lvl2pPr>
            <a:lvl3pPr marL="1371600" indent="-228600" algn="l">
              <a:lnSpc>
                <a:spcPct val="95000"/>
              </a:lnSpc>
              <a:spcBef>
                <a:spcPts val="375"/>
              </a:spcBef>
              <a:spcAft>
                <a:spcPts val="0"/>
              </a:spcAft>
              <a:buNone/>
              <a:defRPr sz="750">
                <a:latin typeface="Arial"/>
                <a:ea typeface="Arial"/>
                <a:cs typeface="Arial"/>
              </a:defRPr>
            </a:lvl3pPr>
            <a:lvl4pPr marL="1828800" indent="-228600" algn="l">
              <a:lnSpc>
                <a:spcPct val="95000"/>
              </a:lnSpc>
              <a:spcBef>
                <a:spcPts val="375"/>
              </a:spcBef>
              <a:spcAft>
                <a:spcPts val="0"/>
              </a:spcAft>
              <a:buNone/>
              <a:defRPr sz="750">
                <a:latin typeface="Arial"/>
                <a:ea typeface="Arial"/>
                <a:cs typeface="Arial"/>
              </a:defRPr>
            </a:lvl4pPr>
            <a:lvl5pPr marL="2286000" indent="-228600" algn="l">
              <a:lnSpc>
                <a:spcPct val="95000"/>
              </a:lnSpc>
              <a:spcBef>
                <a:spcPts val="375"/>
              </a:spcBef>
              <a:spcAft>
                <a:spcPts val="0"/>
              </a:spcAft>
              <a:buNone/>
              <a:defRPr sz="750">
                <a:latin typeface="Arial"/>
                <a:ea typeface="Arial"/>
                <a:cs typeface="Arial"/>
              </a:defRPr>
            </a:lvl5pPr>
            <a:lvl6pPr marL="2743200" indent="-342900" algn="l">
              <a:lnSpc>
                <a:spcPct val="95000"/>
              </a:lnSpc>
              <a:spcBef>
                <a:spcPts val="375"/>
              </a:spcBef>
              <a:spcAft>
                <a:spcPts val="0"/>
              </a:spcAft>
              <a:buChar char="–"/>
              <a:defRPr/>
            </a:lvl6pPr>
            <a:lvl7pPr marL="3200400" indent="-342900" algn="l">
              <a:lnSpc>
                <a:spcPct val="95000"/>
              </a:lnSpc>
              <a:spcBef>
                <a:spcPts val="375"/>
              </a:spcBef>
              <a:spcAft>
                <a:spcPts val="0"/>
              </a:spcAft>
              <a:buChar char="–"/>
              <a:defRPr/>
            </a:lvl7pPr>
            <a:lvl8pPr marL="3657600" indent="-342900" algn="l">
              <a:lnSpc>
                <a:spcPct val="95000"/>
              </a:lnSpc>
              <a:spcBef>
                <a:spcPts val="375"/>
              </a:spcBef>
              <a:spcAft>
                <a:spcPts val="0"/>
              </a:spcAft>
              <a:buChar char="–"/>
              <a:defRPr/>
            </a:lvl8pPr>
            <a:lvl9pPr marL="4114800" indent="-342900" algn="l">
              <a:lnSpc>
                <a:spcPct val="95000"/>
              </a:lnSpc>
              <a:spcBef>
                <a:spcPts val="375"/>
              </a:spcBef>
              <a:spcAft>
                <a:spcPts val="0"/>
              </a:spcAft>
              <a:buChar char="–"/>
              <a:defRPr/>
            </a:lvl9pPr>
          </a:lstStyle>
          <a:p>
            <a:endParaRPr/>
          </a:p>
        </p:txBody>
      </p:sp>
      <p:sp>
        <p:nvSpPr>
          <p:cNvPr id="69" name="Google Shape;69;p5">
            <a:extLst>
              <a:ext uri="{FF2B5EF4-FFF2-40B4-BE49-F238E27FC236}">
                <a16:creationId xmlns:a16="http://schemas.microsoft.com/office/drawing/2014/main" id="{E28CE2B0-F770-4624-83E7-9673EC81ACE5}"/>
              </a:ext>
            </a:extLst>
          </p:cNvPr>
          <p:cNvSpPr>
            <a:spLocks noGrp="1"/>
          </p:cNvSpPr>
          <p:nvPr>
            <p:ph type="body" idx="3"/>
          </p:nvPr>
        </p:nvSpPr>
        <p:spPr>
          <a:xfrm>
            <a:off x="410766" y="3985742"/>
            <a:ext cx="1001676" cy="103874"/>
          </a:xfrm>
          <a:prstGeom prst="rect">
            <a:avLst/>
          </a:prstGeom>
          <a:solidFill>
            <a:schemeClr val="lt1">
              <a:alpha val="92941"/>
            </a:schemeClr>
          </a:solidFill>
          <a:ln w="9525" cmpd="sng">
            <a:solidFill>
              <a:schemeClr val="lt1"/>
            </a:solidFill>
            <a:prstDash val="solid"/>
            <a:headEnd type="none" w="sm" len="sm"/>
            <a:tailEnd type="none" w="sm" len="sm"/>
          </a:ln>
        </p:spPr>
        <p:txBody>
          <a:bodyPr spcFirstLastPara="1" wrap="square" lIns="91425" tIns="0" rIns="0" bIns="0" anchor="ctr">
            <a:spAutoFit/>
          </a:bodyPr>
          <a:lstStyle>
            <a:lvl1pPr marL="457200" indent="-228600" algn="l">
              <a:lnSpc>
                <a:spcPct val="100000"/>
              </a:lnSpc>
              <a:spcBef>
                <a:spcPts val="0"/>
              </a:spcBef>
              <a:spcAft>
                <a:spcPts val="0"/>
              </a:spcAft>
              <a:buNone/>
              <a:defRPr sz="675" b="0">
                <a:solidFill>
                  <a:schemeClr val="dk1"/>
                </a:solidFill>
                <a:latin typeface="Arial"/>
                <a:ea typeface="Arial"/>
                <a:cs typeface="Arial"/>
              </a:defRPr>
            </a:lvl1pPr>
            <a:lvl2pPr marL="914400" indent="-228600" algn="l">
              <a:lnSpc>
                <a:spcPct val="95000"/>
              </a:lnSpc>
              <a:spcBef>
                <a:spcPts val="375"/>
              </a:spcBef>
              <a:spcAft>
                <a:spcPts val="0"/>
              </a:spcAft>
              <a:buNone/>
              <a:defRPr sz="750">
                <a:latin typeface="Arial"/>
                <a:ea typeface="Arial"/>
                <a:cs typeface="Arial"/>
              </a:defRPr>
            </a:lvl2pPr>
            <a:lvl3pPr marL="1371600" indent="-228600" algn="l">
              <a:lnSpc>
                <a:spcPct val="95000"/>
              </a:lnSpc>
              <a:spcBef>
                <a:spcPts val="375"/>
              </a:spcBef>
              <a:spcAft>
                <a:spcPts val="0"/>
              </a:spcAft>
              <a:buNone/>
              <a:defRPr sz="750">
                <a:latin typeface="Arial"/>
                <a:ea typeface="Arial"/>
                <a:cs typeface="Arial"/>
              </a:defRPr>
            </a:lvl3pPr>
            <a:lvl4pPr marL="1828800" indent="-228600" algn="l">
              <a:lnSpc>
                <a:spcPct val="95000"/>
              </a:lnSpc>
              <a:spcBef>
                <a:spcPts val="375"/>
              </a:spcBef>
              <a:spcAft>
                <a:spcPts val="0"/>
              </a:spcAft>
              <a:buNone/>
              <a:defRPr sz="750">
                <a:latin typeface="Arial"/>
                <a:ea typeface="Arial"/>
                <a:cs typeface="Arial"/>
              </a:defRPr>
            </a:lvl4pPr>
            <a:lvl5pPr marL="2286000" indent="-228600" algn="l">
              <a:lnSpc>
                <a:spcPct val="95000"/>
              </a:lnSpc>
              <a:spcBef>
                <a:spcPts val="375"/>
              </a:spcBef>
              <a:spcAft>
                <a:spcPts val="0"/>
              </a:spcAft>
              <a:buNone/>
              <a:defRPr sz="750">
                <a:latin typeface="Arial"/>
                <a:ea typeface="Arial"/>
                <a:cs typeface="Arial"/>
              </a:defRPr>
            </a:lvl5pPr>
            <a:lvl6pPr marL="2743200" indent="-342900" algn="l">
              <a:lnSpc>
                <a:spcPct val="95000"/>
              </a:lnSpc>
              <a:spcBef>
                <a:spcPts val="375"/>
              </a:spcBef>
              <a:spcAft>
                <a:spcPts val="0"/>
              </a:spcAft>
              <a:buChar char="–"/>
              <a:defRPr/>
            </a:lvl6pPr>
            <a:lvl7pPr marL="3200400" indent="-342900" algn="l">
              <a:lnSpc>
                <a:spcPct val="95000"/>
              </a:lnSpc>
              <a:spcBef>
                <a:spcPts val="375"/>
              </a:spcBef>
              <a:spcAft>
                <a:spcPts val="0"/>
              </a:spcAft>
              <a:buChar char="–"/>
              <a:defRPr/>
            </a:lvl7pPr>
            <a:lvl8pPr marL="3657600" indent="-342900" algn="l">
              <a:lnSpc>
                <a:spcPct val="95000"/>
              </a:lnSpc>
              <a:spcBef>
                <a:spcPts val="375"/>
              </a:spcBef>
              <a:spcAft>
                <a:spcPts val="0"/>
              </a:spcAft>
              <a:buChar char="–"/>
              <a:defRPr/>
            </a:lvl8pPr>
            <a:lvl9pPr marL="4114800" indent="-342900" algn="l">
              <a:lnSpc>
                <a:spcPct val="95000"/>
              </a:lnSpc>
              <a:spcBef>
                <a:spcPts val="375"/>
              </a:spcBef>
              <a:spcAft>
                <a:spcPts val="0"/>
              </a:spcAft>
              <a:buChar char="–"/>
              <a:defRPr/>
            </a:lvl9pPr>
          </a:lstStyle>
          <a:p>
            <a:endParaRPr/>
          </a:p>
        </p:txBody>
      </p:sp>
      <p:sp>
        <p:nvSpPr>
          <p:cNvPr id="70" name="Google Shape;70;p5">
            <a:extLst>
              <a:ext uri="{FF2B5EF4-FFF2-40B4-BE49-F238E27FC236}">
                <a16:creationId xmlns:a16="http://schemas.microsoft.com/office/drawing/2014/main" id="{FD2BD080-CCBF-4E35-AFB6-FF52D7BD5B01}"/>
              </a:ext>
            </a:extLst>
          </p:cNvPr>
          <p:cNvSpPr>
            <a:spLocks noGrp="1"/>
          </p:cNvSpPr>
          <p:nvPr>
            <p:ph type="body" idx="4"/>
          </p:nvPr>
        </p:nvSpPr>
        <p:spPr>
          <a:xfrm>
            <a:off x="410766" y="4121336"/>
            <a:ext cx="1001676" cy="103874"/>
          </a:xfrm>
          <a:prstGeom prst="rect">
            <a:avLst/>
          </a:prstGeom>
          <a:solidFill>
            <a:schemeClr val="lt1">
              <a:alpha val="92941"/>
            </a:schemeClr>
          </a:solidFill>
          <a:ln w="9525" cmpd="sng">
            <a:solidFill>
              <a:schemeClr val="lt1"/>
            </a:solidFill>
            <a:prstDash val="solid"/>
            <a:headEnd type="none" w="sm" len="sm"/>
            <a:tailEnd type="none" w="sm" len="sm"/>
          </a:ln>
        </p:spPr>
        <p:txBody>
          <a:bodyPr spcFirstLastPara="1" wrap="square" lIns="91425" tIns="0" rIns="0" bIns="0" anchor="ctr">
            <a:spAutoFit/>
          </a:bodyPr>
          <a:lstStyle>
            <a:lvl1pPr marL="457200" indent="-228600" algn="l">
              <a:lnSpc>
                <a:spcPct val="100000"/>
              </a:lnSpc>
              <a:spcBef>
                <a:spcPts val="0"/>
              </a:spcBef>
              <a:spcAft>
                <a:spcPts val="0"/>
              </a:spcAft>
              <a:buNone/>
              <a:defRPr sz="675" b="0">
                <a:solidFill>
                  <a:schemeClr val="dk1"/>
                </a:solidFill>
                <a:latin typeface="Arial"/>
                <a:ea typeface="Arial"/>
                <a:cs typeface="Arial"/>
              </a:defRPr>
            </a:lvl1pPr>
            <a:lvl2pPr marL="914400" indent="-228600" algn="l">
              <a:lnSpc>
                <a:spcPct val="95000"/>
              </a:lnSpc>
              <a:spcBef>
                <a:spcPts val="375"/>
              </a:spcBef>
              <a:spcAft>
                <a:spcPts val="0"/>
              </a:spcAft>
              <a:buNone/>
              <a:defRPr sz="750">
                <a:latin typeface="Arial"/>
                <a:ea typeface="Arial"/>
                <a:cs typeface="Arial"/>
              </a:defRPr>
            </a:lvl2pPr>
            <a:lvl3pPr marL="1371600" indent="-228600" algn="l">
              <a:lnSpc>
                <a:spcPct val="95000"/>
              </a:lnSpc>
              <a:spcBef>
                <a:spcPts val="375"/>
              </a:spcBef>
              <a:spcAft>
                <a:spcPts val="0"/>
              </a:spcAft>
              <a:buNone/>
              <a:defRPr sz="750">
                <a:latin typeface="Arial"/>
                <a:ea typeface="Arial"/>
                <a:cs typeface="Arial"/>
              </a:defRPr>
            </a:lvl3pPr>
            <a:lvl4pPr marL="1828800" indent="-228600" algn="l">
              <a:lnSpc>
                <a:spcPct val="95000"/>
              </a:lnSpc>
              <a:spcBef>
                <a:spcPts val="375"/>
              </a:spcBef>
              <a:spcAft>
                <a:spcPts val="0"/>
              </a:spcAft>
              <a:buNone/>
              <a:defRPr sz="750">
                <a:latin typeface="Arial"/>
                <a:ea typeface="Arial"/>
                <a:cs typeface="Arial"/>
              </a:defRPr>
            </a:lvl4pPr>
            <a:lvl5pPr marL="2286000" indent="-228600" algn="l">
              <a:lnSpc>
                <a:spcPct val="95000"/>
              </a:lnSpc>
              <a:spcBef>
                <a:spcPts val="375"/>
              </a:spcBef>
              <a:spcAft>
                <a:spcPts val="0"/>
              </a:spcAft>
              <a:buNone/>
              <a:defRPr sz="750">
                <a:latin typeface="Arial"/>
                <a:ea typeface="Arial"/>
                <a:cs typeface="Arial"/>
              </a:defRPr>
            </a:lvl5pPr>
            <a:lvl6pPr marL="2743200" indent="-342900" algn="l">
              <a:lnSpc>
                <a:spcPct val="95000"/>
              </a:lnSpc>
              <a:spcBef>
                <a:spcPts val="375"/>
              </a:spcBef>
              <a:spcAft>
                <a:spcPts val="0"/>
              </a:spcAft>
              <a:buChar char="–"/>
              <a:defRPr/>
            </a:lvl6pPr>
            <a:lvl7pPr marL="3200400" indent="-342900" algn="l">
              <a:lnSpc>
                <a:spcPct val="95000"/>
              </a:lnSpc>
              <a:spcBef>
                <a:spcPts val="375"/>
              </a:spcBef>
              <a:spcAft>
                <a:spcPts val="0"/>
              </a:spcAft>
              <a:buChar char="–"/>
              <a:defRPr/>
            </a:lvl7pPr>
            <a:lvl8pPr marL="3657600" indent="-342900" algn="l">
              <a:lnSpc>
                <a:spcPct val="95000"/>
              </a:lnSpc>
              <a:spcBef>
                <a:spcPts val="375"/>
              </a:spcBef>
              <a:spcAft>
                <a:spcPts val="0"/>
              </a:spcAft>
              <a:buChar char="–"/>
              <a:defRPr/>
            </a:lvl8pPr>
            <a:lvl9pPr marL="4114800" indent="-342900" algn="l">
              <a:lnSpc>
                <a:spcPct val="95000"/>
              </a:lnSpc>
              <a:spcBef>
                <a:spcPts val="375"/>
              </a:spcBef>
              <a:spcAft>
                <a:spcPts val="0"/>
              </a:spcAft>
              <a:buChar char="–"/>
              <a:defRPr/>
            </a:lvl9pPr>
          </a:lstStyle>
          <a:p>
            <a:endParaRPr/>
          </a:p>
        </p:txBody>
      </p:sp>
      <p:sp>
        <p:nvSpPr>
          <p:cNvPr id="71" name="Google Shape;71;p5">
            <a:extLst>
              <a:ext uri="{FF2B5EF4-FFF2-40B4-BE49-F238E27FC236}">
                <a16:creationId xmlns:a16="http://schemas.microsoft.com/office/drawing/2014/main" id="{D03CEF20-BB2E-4C5C-A318-7BFC8A110778}"/>
              </a:ext>
            </a:extLst>
          </p:cNvPr>
          <p:cNvSpPr>
            <a:spLocks noGrp="1"/>
          </p:cNvSpPr>
          <p:nvPr>
            <p:ph type="body" idx="5"/>
          </p:nvPr>
        </p:nvSpPr>
        <p:spPr>
          <a:xfrm>
            <a:off x="410766" y="4256930"/>
            <a:ext cx="1001676" cy="103874"/>
          </a:xfrm>
          <a:prstGeom prst="rect">
            <a:avLst/>
          </a:prstGeom>
          <a:solidFill>
            <a:schemeClr val="lt1">
              <a:alpha val="92941"/>
            </a:schemeClr>
          </a:solidFill>
          <a:ln w="9525" cmpd="sng">
            <a:solidFill>
              <a:schemeClr val="lt1"/>
            </a:solidFill>
            <a:prstDash val="solid"/>
            <a:headEnd type="none" w="sm" len="sm"/>
            <a:tailEnd type="none" w="sm" len="sm"/>
          </a:ln>
        </p:spPr>
        <p:txBody>
          <a:bodyPr spcFirstLastPara="1" wrap="square" lIns="91425" tIns="0" rIns="0" bIns="0" anchor="ctr">
            <a:spAutoFit/>
          </a:bodyPr>
          <a:lstStyle>
            <a:lvl1pPr marL="457200" indent="-228600" algn="l">
              <a:lnSpc>
                <a:spcPct val="100000"/>
              </a:lnSpc>
              <a:spcBef>
                <a:spcPts val="0"/>
              </a:spcBef>
              <a:spcAft>
                <a:spcPts val="0"/>
              </a:spcAft>
              <a:buNone/>
              <a:defRPr sz="675" b="0">
                <a:solidFill>
                  <a:schemeClr val="dk1"/>
                </a:solidFill>
                <a:latin typeface="Arial"/>
                <a:ea typeface="Arial"/>
                <a:cs typeface="Arial"/>
              </a:defRPr>
            </a:lvl1pPr>
            <a:lvl2pPr marL="914400" indent="-228600" algn="l">
              <a:lnSpc>
                <a:spcPct val="95000"/>
              </a:lnSpc>
              <a:spcBef>
                <a:spcPts val="375"/>
              </a:spcBef>
              <a:spcAft>
                <a:spcPts val="0"/>
              </a:spcAft>
              <a:buNone/>
              <a:defRPr sz="750">
                <a:latin typeface="Arial"/>
                <a:ea typeface="Arial"/>
                <a:cs typeface="Arial"/>
              </a:defRPr>
            </a:lvl2pPr>
            <a:lvl3pPr marL="1371600" indent="-228600" algn="l">
              <a:lnSpc>
                <a:spcPct val="95000"/>
              </a:lnSpc>
              <a:spcBef>
                <a:spcPts val="375"/>
              </a:spcBef>
              <a:spcAft>
                <a:spcPts val="0"/>
              </a:spcAft>
              <a:buNone/>
              <a:defRPr sz="750">
                <a:latin typeface="Arial"/>
                <a:ea typeface="Arial"/>
                <a:cs typeface="Arial"/>
              </a:defRPr>
            </a:lvl3pPr>
            <a:lvl4pPr marL="1828800" indent="-228600" algn="l">
              <a:lnSpc>
                <a:spcPct val="95000"/>
              </a:lnSpc>
              <a:spcBef>
                <a:spcPts val="375"/>
              </a:spcBef>
              <a:spcAft>
                <a:spcPts val="0"/>
              </a:spcAft>
              <a:buNone/>
              <a:defRPr sz="750">
                <a:latin typeface="Arial"/>
                <a:ea typeface="Arial"/>
                <a:cs typeface="Arial"/>
              </a:defRPr>
            </a:lvl4pPr>
            <a:lvl5pPr marL="2286000" indent="-228600" algn="l">
              <a:lnSpc>
                <a:spcPct val="95000"/>
              </a:lnSpc>
              <a:spcBef>
                <a:spcPts val="375"/>
              </a:spcBef>
              <a:spcAft>
                <a:spcPts val="0"/>
              </a:spcAft>
              <a:buNone/>
              <a:defRPr sz="750">
                <a:latin typeface="Arial"/>
                <a:ea typeface="Arial"/>
                <a:cs typeface="Arial"/>
              </a:defRPr>
            </a:lvl5pPr>
            <a:lvl6pPr marL="2743200" indent="-342900" algn="l">
              <a:lnSpc>
                <a:spcPct val="95000"/>
              </a:lnSpc>
              <a:spcBef>
                <a:spcPts val="375"/>
              </a:spcBef>
              <a:spcAft>
                <a:spcPts val="0"/>
              </a:spcAft>
              <a:buChar char="–"/>
              <a:defRPr/>
            </a:lvl6pPr>
            <a:lvl7pPr marL="3200400" indent="-342900" algn="l">
              <a:lnSpc>
                <a:spcPct val="95000"/>
              </a:lnSpc>
              <a:spcBef>
                <a:spcPts val="375"/>
              </a:spcBef>
              <a:spcAft>
                <a:spcPts val="0"/>
              </a:spcAft>
              <a:buChar char="–"/>
              <a:defRPr/>
            </a:lvl7pPr>
            <a:lvl8pPr marL="3657600" indent="-342900" algn="l">
              <a:lnSpc>
                <a:spcPct val="95000"/>
              </a:lnSpc>
              <a:spcBef>
                <a:spcPts val="375"/>
              </a:spcBef>
              <a:spcAft>
                <a:spcPts val="0"/>
              </a:spcAft>
              <a:buChar char="–"/>
              <a:defRPr/>
            </a:lvl8pPr>
            <a:lvl9pPr marL="4114800" indent="-342900" algn="l">
              <a:lnSpc>
                <a:spcPct val="95000"/>
              </a:lnSpc>
              <a:spcBef>
                <a:spcPts val="375"/>
              </a:spcBef>
              <a:spcAft>
                <a:spcPts val="0"/>
              </a:spcAft>
              <a:buChar char="–"/>
              <a:defRPr/>
            </a:lvl9pPr>
          </a:lstStyle>
          <a:p>
            <a:endParaRPr/>
          </a:p>
        </p:txBody>
      </p:sp>
      <p:sp>
        <p:nvSpPr>
          <p:cNvPr id="72" name="Google Shape;72;p5">
            <a:extLst>
              <a:ext uri="{FF2B5EF4-FFF2-40B4-BE49-F238E27FC236}">
                <a16:creationId xmlns:a16="http://schemas.microsoft.com/office/drawing/2014/main" id="{C41255CF-341A-4D27-97FE-CA0383D63E78}"/>
              </a:ext>
            </a:extLst>
          </p:cNvPr>
          <p:cNvSpPr>
            <a:spLocks noGrp="1"/>
          </p:cNvSpPr>
          <p:nvPr>
            <p:ph type="body" idx="6"/>
          </p:nvPr>
        </p:nvSpPr>
        <p:spPr>
          <a:xfrm>
            <a:off x="1485900" y="3850148"/>
            <a:ext cx="2343701" cy="103874"/>
          </a:xfrm>
          <a:prstGeom prst="rect">
            <a:avLst/>
          </a:prstGeom>
          <a:solidFill>
            <a:schemeClr val="lt1">
              <a:alpha val="92941"/>
            </a:schemeClr>
          </a:solidFill>
          <a:ln w="9525" cmpd="sng">
            <a:solidFill>
              <a:schemeClr val="lt1"/>
            </a:solidFill>
            <a:prstDash val="solid"/>
            <a:headEnd type="none" w="sm" len="sm"/>
            <a:tailEnd type="none" w="sm" len="sm"/>
          </a:ln>
        </p:spPr>
        <p:txBody>
          <a:bodyPr spcFirstLastPara="1" wrap="square" lIns="91425" tIns="0" rIns="365750" bIns="0" anchor="ctr">
            <a:spAutoFit/>
          </a:bodyPr>
          <a:lstStyle>
            <a:lvl1pPr marL="457200" indent="-228600" algn="l">
              <a:lnSpc>
                <a:spcPct val="100000"/>
              </a:lnSpc>
              <a:spcBef>
                <a:spcPts val="0"/>
              </a:spcBef>
              <a:spcAft>
                <a:spcPts val="0"/>
              </a:spcAft>
              <a:buNone/>
              <a:defRPr sz="675" b="0">
                <a:solidFill>
                  <a:schemeClr val="dk1"/>
                </a:solidFill>
                <a:latin typeface="Arial"/>
                <a:ea typeface="Arial"/>
                <a:cs typeface="Arial"/>
              </a:defRPr>
            </a:lvl1pPr>
            <a:lvl2pPr marL="914400" indent="-228600" algn="l">
              <a:lnSpc>
                <a:spcPct val="95000"/>
              </a:lnSpc>
              <a:spcBef>
                <a:spcPts val="375"/>
              </a:spcBef>
              <a:spcAft>
                <a:spcPts val="0"/>
              </a:spcAft>
              <a:buNone/>
              <a:defRPr sz="750">
                <a:latin typeface="Arial"/>
                <a:ea typeface="Arial"/>
                <a:cs typeface="Arial"/>
              </a:defRPr>
            </a:lvl2pPr>
            <a:lvl3pPr marL="1371600" indent="-228600" algn="l">
              <a:lnSpc>
                <a:spcPct val="95000"/>
              </a:lnSpc>
              <a:spcBef>
                <a:spcPts val="375"/>
              </a:spcBef>
              <a:spcAft>
                <a:spcPts val="0"/>
              </a:spcAft>
              <a:buNone/>
              <a:defRPr sz="750">
                <a:latin typeface="Arial"/>
                <a:ea typeface="Arial"/>
                <a:cs typeface="Arial"/>
              </a:defRPr>
            </a:lvl3pPr>
            <a:lvl4pPr marL="1828800" indent="-228600" algn="l">
              <a:lnSpc>
                <a:spcPct val="95000"/>
              </a:lnSpc>
              <a:spcBef>
                <a:spcPts val="375"/>
              </a:spcBef>
              <a:spcAft>
                <a:spcPts val="0"/>
              </a:spcAft>
              <a:buNone/>
              <a:defRPr sz="750">
                <a:latin typeface="Arial"/>
                <a:ea typeface="Arial"/>
                <a:cs typeface="Arial"/>
              </a:defRPr>
            </a:lvl4pPr>
            <a:lvl5pPr marL="2286000" indent="-228600" algn="l">
              <a:lnSpc>
                <a:spcPct val="95000"/>
              </a:lnSpc>
              <a:spcBef>
                <a:spcPts val="375"/>
              </a:spcBef>
              <a:spcAft>
                <a:spcPts val="0"/>
              </a:spcAft>
              <a:buNone/>
              <a:defRPr sz="750">
                <a:latin typeface="Arial"/>
                <a:ea typeface="Arial"/>
                <a:cs typeface="Arial"/>
              </a:defRPr>
            </a:lvl5pPr>
            <a:lvl6pPr marL="2743200" indent="-342900" algn="l">
              <a:lnSpc>
                <a:spcPct val="95000"/>
              </a:lnSpc>
              <a:spcBef>
                <a:spcPts val="375"/>
              </a:spcBef>
              <a:spcAft>
                <a:spcPts val="0"/>
              </a:spcAft>
              <a:buChar char="–"/>
              <a:defRPr/>
            </a:lvl6pPr>
            <a:lvl7pPr marL="3200400" indent="-342900" algn="l">
              <a:lnSpc>
                <a:spcPct val="95000"/>
              </a:lnSpc>
              <a:spcBef>
                <a:spcPts val="375"/>
              </a:spcBef>
              <a:spcAft>
                <a:spcPts val="0"/>
              </a:spcAft>
              <a:buChar char="–"/>
              <a:defRPr/>
            </a:lvl7pPr>
            <a:lvl8pPr marL="3657600" indent="-342900" algn="l">
              <a:lnSpc>
                <a:spcPct val="95000"/>
              </a:lnSpc>
              <a:spcBef>
                <a:spcPts val="375"/>
              </a:spcBef>
              <a:spcAft>
                <a:spcPts val="0"/>
              </a:spcAft>
              <a:buChar char="–"/>
              <a:defRPr/>
            </a:lvl8pPr>
            <a:lvl9pPr marL="4114800" indent="-342900" algn="l">
              <a:lnSpc>
                <a:spcPct val="95000"/>
              </a:lnSpc>
              <a:spcBef>
                <a:spcPts val="375"/>
              </a:spcBef>
              <a:spcAft>
                <a:spcPts val="0"/>
              </a:spcAft>
              <a:buChar char="–"/>
              <a:defRPr/>
            </a:lvl9pPr>
          </a:lstStyle>
          <a:p>
            <a:endParaRPr/>
          </a:p>
        </p:txBody>
      </p:sp>
      <p:sp>
        <p:nvSpPr>
          <p:cNvPr id="73" name="Google Shape;73;p5">
            <a:extLst>
              <a:ext uri="{FF2B5EF4-FFF2-40B4-BE49-F238E27FC236}">
                <a16:creationId xmlns:a16="http://schemas.microsoft.com/office/drawing/2014/main" id="{BF819E8D-872E-4FD5-89CE-7A618CD2B692}"/>
              </a:ext>
            </a:extLst>
          </p:cNvPr>
          <p:cNvSpPr>
            <a:spLocks noGrp="1"/>
          </p:cNvSpPr>
          <p:nvPr>
            <p:ph type="body" idx="7"/>
          </p:nvPr>
        </p:nvSpPr>
        <p:spPr>
          <a:xfrm>
            <a:off x="1485900" y="3714554"/>
            <a:ext cx="2343701" cy="103874"/>
          </a:xfrm>
          <a:prstGeom prst="rect">
            <a:avLst/>
          </a:prstGeom>
          <a:solidFill>
            <a:schemeClr val="lt1">
              <a:alpha val="92941"/>
            </a:schemeClr>
          </a:solidFill>
          <a:ln w="9525" cmpd="sng">
            <a:solidFill>
              <a:schemeClr val="lt1"/>
            </a:solidFill>
            <a:prstDash val="solid"/>
            <a:headEnd type="none" w="sm" len="sm"/>
            <a:tailEnd type="none" w="sm" len="sm"/>
          </a:ln>
        </p:spPr>
        <p:txBody>
          <a:bodyPr spcFirstLastPara="1" wrap="square" lIns="91425" tIns="0" rIns="365750" bIns="0" anchor="ctr">
            <a:spAutoFit/>
          </a:bodyPr>
          <a:lstStyle>
            <a:lvl1pPr marL="457200" indent="-228600" algn="l">
              <a:lnSpc>
                <a:spcPct val="100000"/>
              </a:lnSpc>
              <a:spcBef>
                <a:spcPts val="0"/>
              </a:spcBef>
              <a:spcAft>
                <a:spcPts val="0"/>
              </a:spcAft>
              <a:buNone/>
              <a:defRPr sz="675" b="0">
                <a:solidFill>
                  <a:schemeClr val="dk1"/>
                </a:solidFill>
                <a:latin typeface="Arial"/>
                <a:ea typeface="Arial"/>
                <a:cs typeface="Arial"/>
              </a:defRPr>
            </a:lvl1pPr>
            <a:lvl2pPr marL="914400" indent="-228600" algn="l">
              <a:lnSpc>
                <a:spcPct val="95000"/>
              </a:lnSpc>
              <a:spcBef>
                <a:spcPts val="375"/>
              </a:spcBef>
              <a:spcAft>
                <a:spcPts val="0"/>
              </a:spcAft>
              <a:buNone/>
              <a:defRPr sz="750">
                <a:latin typeface="Arial"/>
                <a:ea typeface="Arial"/>
                <a:cs typeface="Arial"/>
              </a:defRPr>
            </a:lvl2pPr>
            <a:lvl3pPr marL="1371600" indent="-228600" algn="l">
              <a:lnSpc>
                <a:spcPct val="95000"/>
              </a:lnSpc>
              <a:spcBef>
                <a:spcPts val="375"/>
              </a:spcBef>
              <a:spcAft>
                <a:spcPts val="0"/>
              </a:spcAft>
              <a:buNone/>
              <a:defRPr sz="750">
                <a:latin typeface="Arial"/>
                <a:ea typeface="Arial"/>
                <a:cs typeface="Arial"/>
              </a:defRPr>
            </a:lvl3pPr>
            <a:lvl4pPr marL="1828800" indent="-228600" algn="l">
              <a:lnSpc>
                <a:spcPct val="95000"/>
              </a:lnSpc>
              <a:spcBef>
                <a:spcPts val="375"/>
              </a:spcBef>
              <a:spcAft>
                <a:spcPts val="0"/>
              </a:spcAft>
              <a:buNone/>
              <a:defRPr sz="750">
                <a:latin typeface="Arial"/>
                <a:ea typeface="Arial"/>
                <a:cs typeface="Arial"/>
              </a:defRPr>
            </a:lvl4pPr>
            <a:lvl5pPr marL="2286000" indent="-228600" algn="l">
              <a:lnSpc>
                <a:spcPct val="95000"/>
              </a:lnSpc>
              <a:spcBef>
                <a:spcPts val="375"/>
              </a:spcBef>
              <a:spcAft>
                <a:spcPts val="0"/>
              </a:spcAft>
              <a:buNone/>
              <a:defRPr sz="750">
                <a:latin typeface="Arial"/>
                <a:ea typeface="Arial"/>
                <a:cs typeface="Arial"/>
              </a:defRPr>
            </a:lvl5pPr>
            <a:lvl6pPr marL="2743200" indent="-342900" algn="l">
              <a:lnSpc>
                <a:spcPct val="95000"/>
              </a:lnSpc>
              <a:spcBef>
                <a:spcPts val="375"/>
              </a:spcBef>
              <a:spcAft>
                <a:spcPts val="0"/>
              </a:spcAft>
              <a:buChar char="–"/>
              <a:defRPr/>
            </a:lvl6pPr>
            <a:lvl7pPr marL="3200400" indent="-342900" algn="l">
              <a:lnSpc>
                <a:spcPct val="95000"/>
              </a:lnSpc>
              <a:spcBef>
                <a:spcPts val="375"/>
              </a:spcBef>
              <a:spcAft>
                <a:spcPts val="0"/>
              </a:spcAft>
              <a:buChar char="–"/>
              <a:defRPr/>
            </a:lvl7pPr>
            <a:lvl8pPr marL="3657600" indent="-342900" algn="l">
              <a:lnSpc>
                <a:spcPct val="95000"/>
              </a:lnSpc>
              <a:spcBef>
                <a:spcPts val="375"/>
              </a:spcBef>
              <a:spcAft>
                <a:spcPts val="0"/>
              </a:spcAft>
              <a:buChar char="–"/>
              <a:defRPr/>
            </a:lvl8pPr>
            <a:lvl9pPr marL="4114800" indent="-342900" algn="l">
              <a:lnSpc>
                <a:spcPct val="95000"/>
              </a:lnSpc>
              <a:spcBef>
                <a:spcPts val="375"/>
              </a:spcBef>
              <a:spcAft>
                <a:spcPts val="0"/>
              </a:spcAft>
              <a:buChar char="–"/>
              <a:defRPr/>
            </a:lvl9pPr>
          </a:lstStyle>
          <a:p>
            <a:endParaRPr/>
          </a:p>
        </p:txBody>
      </p:sp>
      <p:sp>
        <p:nvSpPr>
          <p:cNvPr id="74" name="Google Shape;74;p5">
            <a:extLst>
              <a:ext uri="{FF2B5EF4-FFF2-40B4-BE49-F238E27FC236}">
                <a16:creationId xmlns:a16="http://schemas.microsoft.com/office/drawing/2014/main" id="{AB06C14D-4082-4346-85C1-8262AA7EC918}"/>
              </a:ext>
            </a:extLst>
          </p:cNvPr>
          <p:cNvSpPr>
            <a:spLocks noGrp="1"/>
          </p:cNvSpPr>
          <p:nvPr>
            <p:ph type="body" idx="8"/>
          </p:nvPr>
        </p:nvSpPr>
        <p:spPr>
          <a:xfrm>
            <a:off x="1485900" y="3985742"/>
            <a:ext cx="2343701" cy="103874"/>
          </a:xfrm>
          <a:prstGeom prst="rect">
            <a:avLst/>
          </a:prstGeom>
          <a:solidFill>
            <a:schemeClr val="lt1">
              <a:alpha val="92941"/>
            </a:schemeClr>
          </a:solidFill>
          <a:ln w="9525" cmpd="sng">
            <a:solidFill>
              <a:schemeClr val="lt1"/>
            </a:solidFill>
            <a:prstDash val="solid"/>
            <a:headEnd type="none" w="sm" len="sm"/>
            <a:tailEnd type="none" w="sm" len="sm"/>
          </a:ln>
        </p:spPr>
        <p:txBody>
          <a:bodyPr spcFirstLastPara="1" wrap="square" lIns="91425" tIns="0" rIns="365750" bIns="0" anchor="ctr">
            <a:spAutoFit/>
          </a:bodyPr>
          <a:lstStyle>
            <a:lvl1pPr marL="457200" indent="-228600" algn="l">
              <a:lnSpc>
                <a:spcPct val="100000"/>
              </a:lnSpc>
              <a:spcBef>
                <a:spcPts val="0"/>
              </a:spcBef>
              <a:spcAft>
                <a:spcPts val="0"/>
              </a:spcAft>
              <a:buNone/>
              <a:defRPr sz="675" b="0">
                <a:solidFill>
                  <a:schemeClr val="dk1"/>
                </a:solidFill>
                <a:latin typeface="Arial"/>
                <a:ea typeface="Arial"/>
                <a:cs typeface="Arial"/>
              </a:defRPr>
            </a:lvl1pPr>
            <a:lvl2pPr marL="914400" indent="-228600" algn="l">
              <a:lnSpc>
                <a:spcPct val="95000"/>
              </a:lnSpc>
              <a:spcBef>
                <a:spcPts val="375"/>
              </a:spcBef>
              <a:spcAft>
                <a:spcPts val="0"/>
              </a:spcAft>
              <a:buNone/>
              <a:defRPr sz="750">
                <a:latin typeface="Arial"/>
                <a:ea typeface="Arial"/>
                <a:cs typeface="Arial"/>
              </a:defRPr>
            </a:lvl2pPr>
            <a:lvl3pPr marL="1371600" indent="-228600" algn="l">
              <a:lnSpc>
                <a:spcPct val="95000"/>
              </a:lnSpc>
              <a:spcBef>
                <a:spcPts val="375"/>
              </a:spcBef>
              <a:spcAft>
                <a:spcPts val="0"/>
              </a:spcAft>
              <a:buNone/>
              <a:defRPr sz="750">
                <a:latin typeface="Arial"/>
                <a:ea typeface="Arial"/>
                <a:cs typeface="Arial"/>
              </a:defRPr>
            </a:lvl3pPr>
            <a:lvl4pPr marL="1828800" indent="-228600" algn="l">
              <a:lnSpc>
                <a:spcPct val="95000"/>
              </a:lnSpc>
              <a:spcBef>
                <a:spcPts val="375"/>
              </a:spcBef>
              <a:spcAft>
                <a:spcPts val="0"/>
              </a:spcAft>
              <a:buNone/>
              <a:defRPr sz="750">
                <a:latin typeface="Arial"/>
                <a:ea typeface="Arial"/>
                <a:cs typeface="Arial"/>
              </a:defRPr>
            </a:lvl4pPr>
            <a:lvl5pPr marL="2286000" indent="-228600" algn="l">
              <a:lnSpc>
                <a:spcPct val="95000"/>
              </a:lnSpc>
              <a:spcBef>
                <a:spcPts val="375"/>
              </a:spcBef>
              <a:spcAft>
                <a:spcPts val="0"/>
              </a:spcAft>
              <a:buNone/>
              <a:defRPr sz="750">
                <a:latin typeface="Arial"/>
                <a:ea typeface="Arial"/>
                <a:cs typeface="Arial"/>
              </a:defRPr>
            </a:lvl5pPr>
            <a:lvl6pPr marL="2743200" indent="-342900" algn="l">
              <a:lnSpc>
                <a:spcPct val="95000"/>
              </a:lnSpc>
              <a:spcBef>
                <a:spcPts val="375"/>
              </a:spcBef>
              <a:spcAft>
                <a:spcPts val="0"/>
              </a:spcAft>
              <a:buChar char="–"/>
              <a:defRPr/>
            </a:lvl6pPr>
            <a:lvl7pPr marL="3200400" indent="-342900" algn="l">
              <a:lnSpc>
                <a:spcPct val="95000"/>
              </a:lnSpc>
              <a:spcBef>
                <a:spcPts val="375"/>
              </a:spcBef>
              <a:spcAft>
                <a:spcPts val="0"/>
              </a:spcAft>
              <a:buChar char="–"/>
              <a:defRPr/>
            </a:lvl7pPr>
            <a:lvl8pPr marL="3657600" indent="-342900" algn="l">
              <a:lnSpc>
                <a:spcPct val="95000"/>
              </a:lnSpc>
              <a:spcBef>
                <a:spcPts val="375"/>
              </a:spcBef>
              <a:spcAft>
                <a:spcPts val="0"/>
              </a:spcAft>
              <a:buChar char="–"/>
              <a:defRPr/>
            </a:lvl8pPr>
            <a:lvl9pPr marL="4114800" indent="-342900" algn="l">
              <a:lnSpc>
                <a:spcPct val="95000"/>
              </a:lnSpc>
              <a:spcBef>
                <a:spcPts val="375"/>
              </a:spcBef>
              <a:spcAft>
                <a:spcPts val="0"/>
              </a:spcAft>
              <a:buChar char="–"/>
              <a:defRPr/>
            </a:lvl9pPr>
          </a:lstStyle>
          <a:p>
            <a:endParaRPr/>
          </a:p>
        </p:txBody>
      </p:sp>
      <p:sp>
        <p:nvSpPr>
          <p:cNvPr id="75" name="Google Shape;75;p5">
            <a:extLst>
              <a:ext uri="{FF2B5EF4-FFF2-40B4-BE49-F238E27FC236}">
                <a16:creationId xmlns:a16="http://schemas.microsoft.com/office/drawing/2014/main" id="{3536A7A3-AB2E-4A07-9BE5-487397B25B57}"/>
              </a:ext>
            </a:extLst>
          </p:cNvPr>
          <p:cNvSpPr>
            <a:spLocks noGrp="1"/>
          </p:cNvSpPr>
          <p:nvPr>
            <p:ph type="body" idx="9"/>
          </p:nvPr>
        </p:nvSpPr>
        <p:spPr>
          <a:xfrm>
            <a:off x="1485900" y="4121336"/>
            <a:ext cx="2343701" cy="103874"/>
          </a:xfrm>
          <a:prstGeom prst="rect">
            <a:avLst/>
          </a:prstGeom>
          <a:solidFill>
            <a:schemeClr val="lt1">
              <a:alpha val="92941"/>
            </a:schemeClr>
          </a:solidFill>
          <a:ln w="9525" cmpd="sng">
            <a:solidFill>
              <a:schemeClr val="lt1"/>
            </a:solidFill>
            <a:prstDash val="solid"/>
            <a:headEnd type="none" w="sm" len="sm"/>
            <a:tailEnd type="none" w="sm" len="sm"/>
          </a:ln>
        </p:spPr>
        <p:txBody>
          <a:bodyPr spcFirstLastPara="1" wrap="square" lIns="91425" tIns="0" rIns="365750" bIns="0" anchor="ctr">
            <a:spAutoFit/>
          </a:bodyPr>
          <a:lstStyle>
            <a:lvl1pPr marL="457200" indent="-228600" algn="l">
              <a:lnSpc>
                <a:spcPct val="100000"/>
              </a:lnSpc>
              <a:spcBef>
                <a:spcPts val="0"/>
              </a:spcBef>
              <a:spcAft>
                <a:spcPts val="0"/>
              </a:spcAft>
              <a:buNone/>
              <a:defRPr sz="675" b="0">
                <a:solidFill>
                  <a:schemeClr val="dk1"/>
                </a:solidFill>
                <a:latin typeface="Arial"/>
                <a:ea typeface="Arial"/>
                <a:cs typeface="Arial"/>
              </a:defRPr>
            </a:lvl1pPr>
            <a:lvl2pPr marL="914400" indent="-228600" algn="l">
              <a:lnSpc>
                <a:spcPct val="95000"/>
              </a:lnSpc>
              <a:spcBef>
                <a:spcPts val="375"/>
              </a:spcBef>
              <a:spcAft>
                <a:spcPts val="0"/>
              </a:spcAft>
              <a:buNone/>
              <a:defRPr sz="750">
                <a:latin typeface="Arial"/>
                <a:ea typeface="Arial"/>
                <a:cs typeface="Arial"/>
              </a:defRPr>
            </a:lvl2pPr>
            <a:lvl3pPr marL="1371600" indent="-228600" algn="l">
              <a:lnSpc>
                <a:spcPct val="95000"/>
              </a:lnSpc>
              <a:spcBef>
                <a:spcPts val="375"/>
              </a:spcBef>
              <a:spcAft>
                <a:spcPts val="0"/>
              </a:spcAft>
              <a:buNone/>
              <a:defRPr sz="750">
                <a:latin typeface="Arial"/>
                <a:ea typeface="Arial"/>
                <a:cs typeface="Arial"/>
              </a:defRPr>
            </a:lvl3pPr>
            <a:lvl4pPr marL="1828800" indent="-228600" algn="l">
              <a:lnSpc>
                <a:spcPct val="95000"/>
              </a:lnSpc>
              <a:spcBef>
                <a:spcPts val="375"/>
              </a:spcBef>
              <a:spcAft>
                <a:spcPts val="0"/>
              </a:spcAft>
              <a:buNone/>
              <a:defRPr sz="750">
                <a:latin typeface="Arial"/>
                <a:ea typeface="Arial"/>
                <a:cs typeface="Arial"/>
              </a:defRPr>
            </a:lvl4pPr>
            <a:lvl5pPr marL="2286000" indent="-228600" algn="l">
              <a:lnSpc>
                <a:spcPct val="95000"/>
              </a:lnSpc>
              <a:spcBef>
                <a:spcPts val="375"/>
              </a:spcBef>
              <a:spcAft>
                <a:spcPts val="0"/>
              </a:spcAft>
              <a:buNone/>
              <a:defRPr sz="750">
                <a:latin typeface="Arial"/>
                <a:ea typeface="Arial"/>
                <a:cs typeface="Arial"/>
              </a:defRPr>
            </a:lvl5pPr>
            <a:lvl6pPr marL="2743200" indent="-342900" algn="l">
              <a:lnSpc>
                <a:spcPct val="95000"/>
              </a:lnSpc>
              <a:spcBef>
                <a:spcPts val="375"/>
              </a:spcBef>
              <a:spcAft>
                <a:spcPts val="0"/>
              </a:spcAft>
              <a:buChar char="–"/>
              <a:defRPr/>
            </a:lvl6pPr>
            <a:lvl7pPr marL="3200400" indent="-342900" algn="l">
              <a:lnSpc>
                <a:spcPct val="95000"/>
              </a:lnSpc>
              <a:spcBef>
                <a:spcPts val="375"/>
              </a:spcBef>
              <a:spcAft>
                <a:spcPts val="0"/>
              </a:spcAft>
              <a:buChar char="–"/>
              <a:defRPr/>
            </a:lvl7pPr>
            <a:lvl8pPr marL="3657600" indent="-342900" algn="l">
              <a:lnSpc>
                <a:spcPct val="95000"/>
              </a:lnSpc>
              <a:spcBef>
                <a:spcPts val="375"/>
              </a:spcBef>
              <a:spcAft>
                <a:spcPts val="0"/>
              </a:spcAft>
              <a:buChar char="–"/>
              <a:defRPr/>
            </a:lvl8pPr>
            <a:lvl9pPr marL="4114800" indent="-342900" algn="l">
              <a:lnSpc>
                <a:spcPct val="95000"/>
              </a:lnSpc>
              <a:spcBef>
                <a:spcPts val="375"/>
              </a:spcBef>
              <a:spcAft>
                <a:spcPts val="0"/>
              </a:spcAft>
              <a:buChar char="–"/>
              <a:defRPr/>
            </a:lvl9pPr>
          </a:lstStyle>
          <a:p>
            <a:endParaRPr/>
          </a:p>
        </p:txBody>
      </p:sp>
      <p:sp>
        <p:nvSpPr>
          <p:cNvPr id="76" name="Google Shape;76;p5">
            <a:extLst>
              <a:ext uri="{FF2B5EF4-FFF2-40B4-BE49-F238E27FC236}">
                <a16:creationId xmlns:a16="http://schemas.microsoft.com/office/drawing/2014/main" id="{08493E75-8167-4753-8FEE-F8709BBF9DF9}"/>
              </a:ext>
            </a:extLst>
          </p:cNvPr>
          <p:cNvSpPr>
            <a:spLocks noGrp="1"/>
          </p:cNvSpPr>
          <p:nvPr>
            <p:ph type="body" idx="13"/>
          </p:nvPr>
        </p:nvSpPr>
        <p:spPr>
          <a:xfrm>
            <a:off x="1485900" y="4256930"/>
            <a:ext cx="2343701" cy="103874"/>
          </a:xfrm>
          <a:prstGeom prst="rect">
            <a:avLst/>
          </a:prstGeom>
          <a:solidFill>
            <a:schemeClr val="lt1">
              <a:alpha val="92941"/>
            </a:schemeClr>
          </a:solidFill>
          <a:ln w="9525" cmpd="sng">
            <a:solidFill>
              <a:schemeClr val="lt1"/>
            </a:solidFill>
            <a:prstDash val="solid"/>
            <a:headEnd type="none" w="sm" len="sm"/>
            <a:tailEnd type="none" w="sm" len="sm"/>
          </a:ln>
        </p:spPr>
        <p:txBody>
          <a:bodyPr spcFirstLastPara="1" wrap="square" lIns="91425" tIns="0" rIns="365750" bIns="0" anchor="ctr">
            <a:spAutoFit/>
          </a:bodyPr>
          <a:lstStyle>
            <a:lvl1pPr marL="457200" indent="-228600" algn="l">
              <a:lnSpc>
                <a:spcPct val="100000"/>
              </a:lnSpc>
              <a:spcBef>
                <a:spcPts val="0"/>
              </a:spcBef>
              <a:spcAft>
                <a:spcPts val="0"/>
              </a:spcAft>
              <a:buNone/>
              <a:defRPr sz="675" b="0">
                <a:solidFill>
                  <a:schemeClr val="dk1"/>
                </a:solidFill>
                <a:latin typeface="Arial"/>
                <a:ea typeface="Arial"/>
                <a:cs typeface="Arial"/>
              </a:defRPr>
            </a:lvl1pPr>
            <a:lvl2pPr marL="914400" indent="-228600" algn="l">
              <a:lnSpc>
                <a:spcPct val="95000"/>
              </a:lnSpc>
              <a:spcBef>
                <a:spcPts val="375"/>
              </a:spcBef>
              <a:spcAft>
                <a:spcPts val="0"/>
              </a:spcAft>
              <a:buNone/>
              <a:defRPr sz="750">
                <a:latin typeface="Arial"/>
                <a:ea typeface="Arial"/>
                <a:cs typeface="Arial"/>
              </a:defRPr>
            </a:lvl2pPr>
            <a:lvl3pPr marL="1371600" indent="-228600" algn="l">
              <a:lnSpc>
                <a:spcPct val="95000"/>
              </a:lnSpc>
              <a:spcBef>
                <a:spcPts val="375"/>
              </a:spcBef>
              <a:spcAft>
                <a:spcPts val="0"/>
              </a:spcAft>
              <a:buNone/>
              <a:defRPr sz="750">
                <a:latin typeface="Arial"/>
                <a:ea typeface="Arial"/>
                <a:cs typeface="Arial"/>
              </a:defRPr>
            </a:lvl3pPr>
            <a:lvl4pPr marL="1828800" indent="-228600" algn="l">
              <a:lnSpc>
                <a:spcPct val="95000"/>
              </a:lnSpc>
              <a:spcBef>
                <a:spcPts val="375"/>
              </a:spcBef>
              <a:spcAft>
                <a:spcPts val="0"/>
              </a:spcAft>
              <a:buNone/>
              <a:defRPr sz="750">
                <a:latin typeface="Arial"/>
                <a:ea typeface="Arial"/>
                <a:cs typeface="Arial"/>
              </a:defRPr>
            </a:lvl4pPr>
            <a:lvl5pPr marL="2286000" indent="-228600" algn="l">
              <a:lnSpc>
                <a:spcPct val="95000"/>
              </a:lnSpc>
              <a:spcBef>
                <a:spcPts val="375"/>
              </a:spcBef>
              <a:spcAft>
                <a:spcPts val="0"/>
              </a:spcAft>
              <a:buNone/>
              <a:defRPr sz="750">
                <a:latin typeface="Arial"/>
                <a:ea typeface="Arial"/>
                <a:cs typeface="Arial"/>
              </a:defRPr>
            </a:lvl5pPr>
            <a:lvl6pPr marL="2743200" indent="-342900" algn="l">
              <a:lnSpc>
                <a:spcPct val="95000"/>
              </a:lnSpc>
              <a:spcBef>
                <a:spcPts val="375"/>
              </a:spcBef>
              <a:spcAft>
                <a:spcPts val="0"/>
              </a:spcAft>
              <a:buChar char="–"/>
              <a:defRPr/>
            </a:lvl6pPr>
            <a:lvl7pPr marL="3200400" indent="-342900" algn="l">
              <a:lnSpc>
                <a:spcPct val="95000"/>
              </a:lnSpc>
              <a:spcBef>
                <a:spcPts val="375"/>
              </a:spcBef>
              <a:spcAft>
                <a:spcPts val="0"/>
              </a:spcAft>
              <a:buChar char="–"/>
              <a:defRPr/>
            </a:lvl7pPr>
            <a:lvl8pPr marL="3657600" indent="-342900" algn="l">
              <a:lnSpc>
                <a:spcPct val="95000"/>
              </a:lnSpc>
              <a:spcBef>
                <a:spcPts val="375"/>
              </a:spcBef>
              <a:spcAft>
                <a:spcPts val="0"/>
              </a:spcAft>
              <a:buChar char="–"/>
              <a:defRPr/>
            </a:lvl8pPr>
            <a:lvl9pPr marL="4114800" indent="-342900" algn="l">
              <a:lnSpc>
                <a:spcPct val="95000"/>
              </a:lnSpc>
              <a:spcBef>
                <a:spcPts val="375"/>
              </a:spcBef>
              <a:spcAft>
                <a:spcPts val="0"/>
              </a:spcAft>
              <a:buChar char="–"/>
              <a:defRPr/>
            </a:lvl9pPr>
          </a:lstStyle>
          <a:p>
            <a:endParaRPr/>
          </a:p>
        </p:txBody>
      </p:sp>
      <p:sp>
        <p:nvSpPr>
          <p:cNvPr id="78" name="Google Shape;78;p5">
            <a:extLst>
              <a:ext uri="{FF2B5EF4-FFF2-40B4-BE49-F238E27FC236}">
                <a16:creationId xmlns:a16="http://schemas.microsoft.com/office/drawing/2014/main" id="{DAABEE9B-8A35-48BD-ADE4-B2307EE182A2}"/>
              </a:ext>
            </a:extLst>
          </p:cNvPr>
          <p:cNvSpPr>
            <a:spLocks noGrp="1"/>
          </p:cNvSpPr>
          <p:nvPr/>
        </p:nvSpPr>
        <p:spPr>
          <a:xfrm>
            <a:off x="411164" y="1480665"/>
            <a:ext cx="5380036" cy="1783080"/>
          </a:xfrm>
          <a:prstGeom prst="rect">
            <a:avLst/>
          </a:prstGeom>
          <a:noFill/>
          <a:ln w="19050" cmpd="sng">
            <a:solidFill>
              <a:srgbClr val="FFCC01"/>
            </a:solidFill>
            <a:prstDash val="solid"/>
            <a:headEnd type="none" w="sm" len="sm"/>
            <a:tailEnd type="none" w="sm" len="sm"/>
          </a:ln>
        </p:spPr>
        <p:txBody>
          <a:bodyPr spcFirstLastPara="1" wrap="square" lIns="91425" tIns="45700" rIns="91425" bIns="45700" anchor="ctr">
            <a:noAutofit/>
          </a:bodyPr>
          <a:lstStyle/>
          <a:p>
            <a:pPr marL="0" indent="0" algn="ctr">
              <a:lnSpc>
                <a:spcPct val="100000"/>
              </a:lnSpc>
              <a:spcBef>
                <a:spcPts val="0"/>
              </a:spcBef>
              <a:spcAft>
                <a:spcPts val="0"/>
              </a:spcAft>
              <a:buNone/>
            </a:pPr>
            <a:endParaRPr/>
          </a:p>
        </p:txBody>
      </p:sp>
      <p:cxnSp>
        <p:nvCxnSpPr>
          <p:cNvPr id="79" name="Google Shape;79;p5"/>
          <p:cNvCxnSpPr/>
          <p:nvPr/>
        </p:nvCxnSpPr>
        <p:spPr>
          <a:xfrm>
            <a:off x="411164" y="2749395"/>
            <a:ext cx="5380036" cy="0"/>
          </a:xfrm>
          <a:prstGeom prst="straightConnector1">
            <a:avLst/>
          </a:prstGeom>
          <a:ln w="19050" cap="flat">
            <a:solidFill>
              <a:srgbClr val="FFCC01"/>
            </a:solidFill>
            <a:prstDash val="solid"/>
            <a:miter/>
            <a:headEnd type="none" w="sm" len="sm"/>
            <a:tailEnd type="none" w="sm" len="sm"/>
          </a:ln>
        </p:spPr>
      </p:cxnSp>
      <p:cxnSp>
        <p:nvCxnSpPr>
          <p:cNvPr id="80" name="Google Shape;80;p5"/>
          <p:cNvCxnSpPr/>
          <p:nvPr/>
        </p:nvCxnSpPr>
        <p:spPr>
          <a:xfrm>
            <a:off x="3635455" y="2749395"/>
            <a:ext cx="0" cy="514350"/>
          </a:xfrm>
          <a:prstGeom prst="straightConnector1">
            <a:avLst/>
          </a:prstGeom>
          <a:ln w="19050" cap="flat">
            <a:solidFill>
              <a:srgbClr val="FFCC01"/>
            </a:solidFill>
            <a:prstDash val="solid"/>
            <a:miter/>
            <a:headEnd type="none" w="sm" len="sm"/>
            <a:tailEnd type="none" w="sm" len="sm"/>
          </a:ln>
        </p:spPr>
      </p:cxnSp>
      <p:sp>
        <p:nvSpPr>
          <p:cNvPr id="81" name="Google Shape;81;p5">
            <a:extLst>
              <a:ext uri="{FF2B5EF4-FFF2-40B4-BE49-F238E27FC236}">
                <a16:creationId xmlns:a16="http://schemas.microsoft.com/office/drawing/2014/main" id="{BCE7E3FE-D6A2-43ED-ADDF-BC12ECFF0E48}"/>
              </a:ext>
            </a:extLst>
          </p:cNvPr>
          <p:cNvSpPr>
            <a:spLocks noGrp="1"/>
          </p:cNvSpPr>
          <p:nvPr>
            <p:ph type="ctrTitle"/>
          </p:nvPr>
        </p:nvSpPr>
        <p:spPr>
          <a:xfrm>
            <a:off x="685801" y="1652115"/>
            <a:ext cx="4822031" cy="994410"/>
          </a:xfrm>
          <a:prstGeom prst="rect">
            <a:avLst/>
          </a:prstGeom>
          <a:noFill/>
          <a:ln>
            <a:noFill/>
          </a:ln>
        </p:spPr>
        <p:txBody>
          <a:bodyPr spcFirstLastPara="1" wrap="square" lIns="0" tIns="0" rIns="0" bIns="0" anchor="t">
            <a:noAutofit/>
          </a:bodyPr>
          <a:lstStyle>
            <a:lvl1pPr algn="l">
              <a:lnSpc>
                <a:spcPct val="80000"/>
              </a:lnSpc>
              <a:spcBef>
                <a:spcPts val="0"/>
              </a:spcBef>
              <a:spcAft>
                <a:spcPts val="0"/>
              </a:spcAft>
              <a:buNone/>
              <a:defRPr sz="2700"/>
            </a:lvl1pPr>
            <a:lvl2pPr>
              <a:spcBef>
                <a:spcPts val="0"/>
              </a:spcBef>
              <a:spcAft>
                <a:spcPts val="0"/>
              </a:spcAft>
              <a:buNone/>
              <a:defRPr/>
            </a:lvl2pPr>
            <a:lvl3pPr>
              <a:spcBef>
                <a:spcPts val="0"/>
              </a:spcBef>
              <a:spcAft>
                <a:spcPts val="0"/>
              </a:spcAft>
              <a:buNone/>
              <a:defRPr/>
            </a:lvl3pPr>
            <a:lvl4pPr>
              <a:spcBef>
                <a:spcPts val="0"/>
              </a:spcBef>
              <a:spcAft>
                <a:spcPts val="0"/>
              </a:spcAft>
              <a:buNone/>
              <a:defRPr/>
            </a:lvl4pPr>
            <a:lvl5pPr>
              <a:spcBef>
                <a:spcPts val="0"/>
              </a:spcBef>
              <a:spcAft>
                <a:spcPts val="0"/>
              </a:spcAft>
              <a:buNone/>
              <a:defRPr/>
            </a:lvl5pPr>
            <a:lvl6pPr>
              <a:spcBef>
                <a:spcPts val="0"/>
              </a:spcBef>
              <a:spcAft>
                <a:spcPts val="0"/>
              </a:spcAft>
              <a:buNone/>
              <a:defRPr/>
            </a:lvl6pPr>
            <a:lvl7pPr>
              <a:spcBef>
                <a:spcPts val="0"/>
              </a:spcBef>
              <a:spcAft>
                <a:spcPts val="0"/>
              </a:spcAft>
              <a:buNone/>
              <a:defRPr/>
            </a:lvl7pPr>
            <a:lvl8pPr>
              <a:spcBef>
                <a:spcPts val="0"/>
              </a:spcBef>
              <a:spcAft>
                <a:spcPts val="0"/>
              </a:spcAft>
              <a:buNone/>
              <a:defRPr/>
            </a:lvl8pPr>
            <a:lvl9pPr>
              <a:spcBef>
                <a:spcPts val="0"/>
              </a:spcBef>
              <a:spcAft>
                <a:spcPts val="0"/>
              </a:spcAft>
              <a:buNone/>
              <a:defRPr/>
            </a:lvl9pPr>
          </a:lstStyle>
          <a:p>
            <a:endParaRPr/>
          </a:p>
        </p:txBody>
      </p:sp>
      <p:sp>
        <p:nvSpPr>
          <p:cNvPr id="82" name="Google Shape;82;p5">
            <a:extLst>
              <a:ext uri="{FF2B5EF4-FFF2-40B4-BE49-F238E27FC236}">
                <a16:creationId xmlns:a16="http://schemas.microsoft.com/office/drawing/2014/main" id="{D70DEE96-1703-43A3-9F2C-AF91287AA6C8}"/>
              </a:ext>
            </a:extLst>
          </p:cNvPr>
          <p:cNvSpPr>
            <a:spLocks noGrp="1"/>
          </p:cNvSpPr>
          <p:nvPr>
            <p:ph type="subTitle" idx="14"/>
          </p:nvPr>
        </p:nvSpPr>
        <p:spPr>
          <a:xfrm>
            <a:off x="685801" y="2838549"/>
            <a:ext cx="2674143" cy="342900"/>
          </a:xfrm>
          <a:prstGeom prst="rect">
            <a:avLst/>
          </a:prstGeom>
          <a:noFill/>
          <a:ln>
            <a:noFill/>
          </a:ln>
        </p:spPr>
        <p:txBody>
          <a:bodyPr spcFirstLastPara="1" wrap="square" lIns="0" tIns="0" rIns="0" bIns="0" anchor="ctr">
            <a:noAutofit/>
          </a:bodyPr>
          <a:lstStyle>
            <a:lvl1pPr algn="l">
              <a:lnSpc>
                <a:spcPct val="95000"/>
              </a:lnSpc>
              <a:spcBef>
                <a:spcPts val="0"/>
              </a:spcBef>
              <a:spcAft>
                <a:spcPts val="0"/>
              </a:spcAft>
              <a:buNone/>
              <a:defRPr sz="900" b="1">
                <a:solidFill>
                  <a:schemeClr val="lt2"/>
                </a:solidFill>
              </a:defRPr>
            </a:lvl1pPr>
            <a:lvl2pPr algn="l">
              <a:lnSpc>
                <a:spcPct val="95000"/>
              </a:lnSpc>
              <a:spcBef>
                <a:spcPts val="0"/>
              </a:spcBef>
              <a:spcAft>
                <a:spcPts val="0"/>
              </a:spcAft>
              <a:buNone/>
              <a:defRPr sz="900" b="1">
                <a:solidFill>
                  <a:schemeClr val="lt2"/>
                </a:solidFill>
              </a:defRPr>
            </a:lvl2pPr>
            <a:lvl3pPr algn="l">
              <a:lnSpc>
                <a:spcPct val="95000"/>
              </a:lnSpc>
              <a:spcBef>
                <a:spcPts val="0"/>
              </a:spcBef>
              <a:spcAft>
                <a:spcPts val="0"/>
              </a:spcAft>
              <a:buNone/>
              <a:defRPr sz="900" b="1">
                <a:solidFill>
                  <a:schemeClr val="lt2"/>
                </a:solidFill>
              </a:defRPr>
            </a:lvl3pPr>
            <a:lvl4pPr algn="l">
              <a:lnSpc>
                <a:spcPct val="95000"/>
              </a:lnSpc>
              <a:spcBef>
                <a:spcPts val="0"/>
              </a:spcBef>
              <a:spcAft>
                <a:spcPts val="0"/>
              </a:spcAft>
              <a:buNone/>
              <a:defRPr sz="900" b="1">
                <a:solidFill>
                  <a:schemeClr val="lt2"/>
                </a:solidFill>
              </a:defRPr>
            </a:lvl4pPr>
            <a:lvl5pPr algn="l">
              <a:lnSpc>
                <a:spcPct val="95000"/>
              </a:lnSpc>
              <a:spcBef>
                <a:spcPts val="0"/>
              </a:spcBef>
              <a:spcAft>
                <a:spcPts val="0"/>
              </a:spcAft>
              <a:buNone/>
              <a:defRPr sz="900" b="1">
                <a:solidFill>
                  <a:schemeClr val="lt2"/>
                </a:solidFill>
              </a:defRPr>
            </a:lvl5pPr>
            <a:lvl6pPr algn="l">
              <a:lnSpc>
                <a:spcPct val="95000"/>
              </a:lnSpc>
              <a:spcBef>
                <a:spcPts val="0"/>
              </a:spcBef>
              <a:spcAft>
                <a:spcPts val="0"/>
              </a:spcAft>
              <a:buNone/>
              <a:defRPr sz="900" b="1">
                <a:solidFill>
                  <a:schemeClr val="lt2"/>
                </a:solidFill>
              </a:defRPr>
            </a:lvl6pPr>
            <a:lvl7pPr algn="l">
              <a:lnSpc>
                <a:spcPct val="95000"/>
              </a:lnSpc>
              <a:spcBef>
                <a:spcPts val="0"/>
              </a:spcBef>
              <a:spcAft>
                <a:spcPts val="0"/>
              </a:spcAft>
              <a:buNone/>
              <a:defRPr sz="900" b="1">
                <a:solidFill>
                  <a:schemeClr val="lt2"/>
                </a:solidFill>
              </a:defRPr>
            </a:lvl7pPr>
            <a:lvl8pPr algn="l">
              <a:lnSpc>
                <a:spcPct val="95000"/>
              </a:lnSpc>
              <a:spcBef>
                <a:spcPts val="0"/>
              </a:spcBef>
              <a:spcAft>
                <a:spcPts val="0"/>
              </a:spcAft>
              <a:buNone/>
              <a:defRPr sz="900" b="1">
                <a:solidFill>
                  <a:schemeClr val="lt2"/>
                </a:solidFill>
              </a:defRPr>
            </a:lvl8pPr>
            <a:lvl9pPr algn="l">
              <a:lnSpc>
                <a:spcPct val="95000"/>
              </a:lnSpc>
              <a:spcBef>
                <a:spcPts val="0"/>
              </a:spcBef>
              <a:spcAft>
                <a:spcPts val="0"/>
              </a:spcAft>
              <a:buNone/>
              <a:defRPr sz="900" b="1">
                <a:solidFill>
                  <a:schemeClr val="lt2"/>
                </a:solidFill>
              </a:defRPr>
            </a:lvl9pPr>
          </a:lstStyle>
          <a:p>
            <a:endParaRPr/>
          </a:p>
        </p:txBody>
      </p:sp>
      <p:sp>
        <p:nvSpPr>
          <p:cNvPr id="83" name="Google Shape;83;p5">
            <a:extLst>
              <a:ext uri="{FF2B5EF4-FFF2-40B4-BE49-F238E27FC236}">
                <a16:creationId xmlns:a16="http://schemas.microsoft.com/office/drawing/2014/main" id="{33F24354-D5FD-4DC2-9A9C-64A908E3C37C}"/>
              </a:ext>
            </a:extLst>
          </p:cNvPr>
          <p:cNvSpPr>
            <a:spLocks noGrp="1"/>
          </p:cNvSpPr>
          <p:nvPr>
            <p:ph type="body" idx="15"/>
          </p:nvPr>
        </p:nvSpPr>
        <p:spPr>
          <a:xfrm>
            <a:off x="3909060" y="2838549"/>
            <a:ext cx="1598771" cy="342900"/>
          </a:xfrm>
          <a:prstGeom prst="rect">
            <a:avLst/>
          </a:prstGeom>
          <a:noFill/>
          <a:ln>
            <a:noFill/>
          </a:ln>
        </p:spPr>
        <p:txBody>
          <a:bodyPr spcFirstLastPara="1" wrap="square" lIns="0" tIns="0" rIns="0" bIns="0" anchor="ctr">
            <a:noAutofit/>
          </a:bodyPr>
          <a:lstStyle>
            <a:lvl1pPr marL="457200" indent="-228600" algn="ctr">
              <a:lnSpc>
                <a:spcPct val="80000"/>
              </a:lnSpc>
              <a:spcBef>
                <a:spcPts val="0"/>
              </a:spcBef>
              <a:spcAft>
                <a:spcPts val="0"/>
              </a:spcAft>
              <a:buNone/>
              <a:defRPr sz="1050" b="1" cap="none">
                <a:solidFill>
                  <a:schemeClr val="lt2"/>
                </a:solidFill>
              </a:defRPr>
            </a:lvl1pPr>
            <a:lvl2pPr marL="914400" indent="-228600" algn="ctr">
              <a:lnSpc>
                <a:spcPct val="80000"/>
              </a:lnSpc>
              <a:spcBef>
                <a:spcPts val="0"/>
              </a:spcBef>
              <a:spcAft>
                <a:spcPts val="0"/>
              </a:spcAft>
              <a:buNone/>
              <a:defRPr sz="1050" b="1" cap="none">
                <a:solidFill>
                  <a:schemeClr val="lt2"/>
                </a:solidFill>
              </a:defRPr>
            </a:lvl2pPr>
            <a:lvl3pPr marL="1371600" indent="-228600" algn="ctr">
              <a:lnSpc>
                <a:spcPct val="80000"/>
              </a:lnSpc>
              <a:spcBef>
                <a:spcPts val="0"/>
              </a:spcBef>
              <a:spcAft>
                <a:spcPts val="0"/>
              </a:spcAft>
              <a:buNone/>
              <a:defRPr sz="1050" b="1" cap="none">
                <a:solidFill>
                  <a:schemeClr val="lt2"/>
                </a:solidFill>
              </a:defRPr>
            </a:lvl3pPr>
            <a:lvl4pPr marL="1828800" indent="-228600" algn="ctr">
              <a:lnSpc>
                <a:spcPct val="80000"/>
              </a:lnSpc>
              <a:spcBef>
                <a:spcPts val="0"/>
              </a:spcBef>
              <a:spcAft>
                <a:spcPts val="0"/>
              </a:spcAft>
              <a:buNone/>
              <a:defRPr sz="1050" b="1" cap="none">
                <a:solidFill>
                  <a:schemeClr val="lt2"/>
                </a:solidFill>
              </a:defRPr>
            </a:lvl4pPr>
            <a:lvl5pPr marL="2286000" indent="-228600" algn="ctr">
              <a:lnSpc>
                <a:spcPct val="80000"/>
              </a:lnSpc>
              <a:spcBef>
                <a:spcPts val="0"/>
              </a:spcBef>
              <a:spcAft>
                <a:spcPts val="0"/>
              </a:spcAft>
              <a:buNone/>
              <a:defRPr sz="1050" b="1" cap="none">
                <a:solidFill>
                  <a:schemeClr val="lt2"/>
                </a:solidFill>
              </a:defRPr>
            </a:lvl5pPr>
            <a:lvl6pPr marL="2743200" indent="-228600" algn="ctr">
              <a:lnSpc>
                <a:spcPct val="80000"/>
              </a:lnSpc>
              <a:spcBef>
                <a:spcPts val="0"/>
              </a:spcBef>
              <a:spcAft>
                <a:spcPts val="0"/>
              </a:spcAft>
              <a:buNone/>
              <a:defRPr sz="1050" b="1" cap="none">
                <a:solidFill>
                  <a:schemeClr val="lt2"/>
                </a:solidFill>
              </a:defRPr>
            </a:lvl6pPr>
            <a:lvl7pPr marL="3200400" indent="-228600" algn="ctr">
              <a:lnSpc>
                <a:spcPct val="80000"/>
              </a:lnSpc>
              <a:spcBef>
                <a:spcPts val="0"/>
              </a:spcBef>
              <a:spcAft>
                <a:spcPts val="0"/>
              </a:spcAft>
              <a:buNone/>
              <a:defRPr sz="1050" b="1" cap="none">
                <a:solidFill>
                  <a:schemeClr val="lt2"/>
                </a:solidFill>
              </a:defRPr>
            </a:lvl7pPr>
            <a:lvl8pPr marL="3657600" indent="-228600" algn="ctr">
              <a:lnSpc>
                <a:spcPct val="80000"/>
              </a:lnSpc>
              <a:spcBef>
                <a:spcPts val="0"/>
              </a:spcBef>
              <a:spcAft>
                <a:spcPts val="0"/>
              </a:spcAft>
              <a:buNone/>
              <a:defRPr sz="1050" b="1" cap="none">
                <a:solidFill>
                  <a:schemeClr val="lt2"/>
                </a:solidFill>
              </a:defRPr>
            </a:lvl8pPr>
            <a:lvl9pPr marL="4114800" indent="-228600" algn="ctr">
              <a:lnSpc>
                <a:spcPct val="80000"/>
              </a:lnSpc>
              <a:spcBef>
                <a:spcPts val="0"/>
              </a:spcBef>
              <a:spcAft>
                <a:spcPts val="0"/>
              </a:spcAft>
              <a:buNone/>
              <a:defRPr sz="1050" b="1" cap="none">
                <a:solidFill>
                  <a:schemeClr val="lt2"/>
                </a:solidFill>
              </a:defRPr>
            </a:lvl9pPr>
          </a:lstStyle>
          <a:p>
            <a:endParaRPr/>
          </a:p>
        </p:txBody>
      </p:sp>
      <p:pic>
        <p:nvPicPr>
          <p:cNvPr id="84" name="Google Shape;84;p5"/>
          <p:cNvPicPr>
            <a:picLocks noChangeAspect="1"/>
          </p:cNvPicPr>
          <p:nvPr/>
        </p:nvPicPr>
        <p:blipFill rotWithShape="1">
          <a:blip r:embed="rId4">
            <a:alphaModFix/>
          </a:blip>
          <a:srcRect/>
          <a:stretch/>
        </p:blipFill>
        <p:spPr>
          <a:xfrm>
            <a:off x="7503462" y="308372"/>
            <a:ext cx="1222280" cy="358517"/>
          </a:xfrm>
          <a:prstGeom prst="rect">
            <a:avLst/>
          </a:prstGeom>
          <a:ln>
            <a:noFill/>
          </a:ln>
        </p:spPr>
      </p:pic>
      <p:sp>
        <p:nvSpPr>
          <p:cNvPr id="85" name="Google Shape;85;p5">
            <a:extLst>
              <a:ext uri="{FF2B5EF4-FFF2-40B4-BE49-F238E27FC236}">
                <a16:creationId xmlns:a16="http://schemas.microsoft.com/office/drawing/2014/main" id="{8243AD7A-7228-4E7F-9977-EF855E20FC6C}"/>
              </a:ext>
            </a:extLst>
          </p:cNvPr>
          <p:cNvSpPr>
            <a:spLocks noGrp="1"/>
          </p:cNvSpPr>
          <p:nvPr/>
        </p:nvSpPr>
        <p:spPr>
          <a:xfrm>
            <a:off x="1040130" y="4970376"/>
            <a:ext cx="7063740" cy="173124"/>
          </a:xfrm>
          <a:prstGeom prst="rect">
            <a:avLst/>
          </a:prstGeom>
          <a:noFill/>
          <a:ln>
            <a:noFill/>
          </a:ln>
        </p:spPr>
        <p:txBody>
          <a:bodyPr spcFirstLastPara="1" wrap="square" lIns="0" tIns="45700" rIns="0" bIns="45700" anchor="b">
            <a:noAutofit/>
          </a:bodyPr>
          <a:lstStyle/>
          <a:p>
            <a:pPr marL="0" indent="0" algn="ctr">
              <a:spcBef>
                <a:spcPts val="0"/>
              </a:spcBef>
              <a:spcAft>
                <a:spcPts val="0"/>
              </a:spcAft>
              <a:buNone/>
            </a:pPr>
            <a:r>
              <a:rPr sz="525" b="1" i="0" u="none" cap="none">
                <a:solidFill>
                  <a:srgbClr val="2DAA27"/>
                </a:solidFill>
                <a:latin typeface="Arial"/>
                <a:ea typeface="Arial"/>
                <a:cs typeface="Arial"/>
              </a:rPr>
              <a:t>UNCLASSIFIED / GENERAL</a:t>
            </a:r>
          </a:p>
        </p:txBody>
      </p:sp>
      <p:sp>
        <p:nvSpPr>
          <p:cNvPr id="86" name="Google Shape;86;p5">
            <a:extLst>
              <a:ext uri="{FF2B5EF4-FFF2-40B4-BE49-F238E27FC236}">
                <a16:creationId xmlns:a16="http://schemas.microsoft.com/office/drawing/2014/main" id="{05F23D80-AA2C-4EC0-A5E9-160C1557B765}"/>
              </a:ext>
            </a:extLst>
          </p:cNvPr>
          <p:cNvSpPr>
            <a:spLocks noGrp="1"/>
          </p:cNvSpPr>
          <p:nvPr/>
        </p:nvSpPr>
        <p:spPr>
          <a:xfrm>
            <a:off x="1040130" y="0"/>
            <a:ext cx="7063740" cy="173124"/>
          </a:xfrm>
          <a:prstGeom prst="rect">
            <a:avLst/>
          </a:prstGeom>
          <a:noFill/>
          <a:ln>
            <a:noFill/>
          </a:ln>
        </p:spPr>
        <p:txBody>
          <a:bodyPr spcFirstLastPara="1" wrap="square" lIns="91425" tIns="45700" rIns="91425" bIns="45700" anchor="t">
            <a:noAutofit/>
          </a:bodyPr>
          <a:lstStyle/>
          <a:p>
            <a:pPr marL="0" indent="0" algn="ctr">
              <a:spcBef>
                <a:spcPts val="0"/>
              </a:spcBef>
              <a:spcAft>
                <a:spcPts val="0"/>
              </a:spcAft>
              <a:buNone/>
            </a:pPr>
            <a:r>
              <a:rPr sz="525" b="1" i="0" u="none" cap="none">
                <a:solidFill>
                  <a:srgbClr val="2DAA27"/>
                </a:solidFill>
                <a:latin typeface="Arial"/>
                <a:ea typeface="Arial"/>
                <a:cs typeface="Arial"/>
              </a:rPr>
              <a:t>UNCLASSIFIED / GENERAL</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2 Column">
  <p:cSld name="2 Column">
    <p:spTree>
      <p:nvGrpSpPr>
        <p:cNvPr id="1" name=""/>
        <p:cNvGrpSpPr/>
        <p:nvPr/>
      </p:nvGrpSpPr>
      <p:grpSpPr>
        <a:xfrm>
          <a:off x="0" y="0"/>
          <a:ext cx="0" cy="0"/>
          <a:chOff x="0" y="0"/>
          <a:chExt cx="0" cy="0"/>
        </a:xfrm>
      </p:grpSpPr>
      <p:sp>
        <p:nvSpPr>
          <p:cNvPr id="93" name="Google Shape;93;p7">
            <a:extLst>
              <a:ext uri="{FF2B5EF4-FFF2-40B4-BE49-F238E27FC236}">
                <a16:creationId xmlns:a16="http://schemas.microsoft.com/office/drawing/2014/main" id="{8B02B408-8724-40DE-89EC-9FF9A4C2D04F}"/>
              </a:ext>
            </a:extLst>
          </p:cNvPr>
          <p:cNvSpPr>
            <a:spLocks noGrp="1"/>
          </p:cNvSpPr>
          <p:nvPr>
            <p:ph type="title"/>
          </p:nvPr>
        </p:nvSpPr>
        <p:spPr>
          <a:xfrm>
            <a:off x="411480" y="308611"/>
            <a:ext cx="6173470" cy="685800"/>
          </a:xfrm>
          <a:prstGeom prst="rect">
            <a:avLst/>
          </a:prstGeom>
          <a:noFill/>
          <a:ln>
            <a:noFill/>
          </a:ln>
        </p:spPr>
        <p:txBody>
          <a:bodyPr spcFirstLastPara="1" wrap="square" lIns="0" tIns="0" rIns="0" bIns="0" anchor="t">
            <a:noAutofit/>
          </a:bodyPr>
          <a:lstStyle>
            <a:lvl1pPr algn="l">
              <a:lnSpc>
                <a:spcPct val="90000"/>
              </a:lnSpc>
              <a:spcBef>
                <a:spcPts val="0"/>
              </a:spcBef>
              <a:spcAft>
                <a:spcPts val="0"/>
              </a:spcAft>
              <a:buNone/>
              <a:defRPr/>
            </a:lvl1pPr>
            <a:lvl2pPr>
              <a:spcBef>
                <a:spcPts val="0"/>
              </a:spcBef>
              <a:spcAft>
                <a:spcPts val="0"/>
              </a:spcAft>
              <a:buNone/>
              <a:defRPr/>
            </a:lvl2pPr>
            <a:lvl3pPr>
              <a:spcBef>
                <a:spcPts val="0"/>
              </a:spcBef>
              <a:spcAft>
                <a:spcPts val="0"/>
              </a:spcAft>
              <a:buNone/>
              <a:defRPr/>
            </a:lvl3pPr>
            <a:lvl4pPr>
              <a:spcBef>
                <a:spcPts val="0"/>
              </a:spcBef>
              <a:spcAft>
                <a:spcPts val="0"/>
              </a:spcAft>
              <a:buNone/>
              <a:defRPr/>
            </a:lvl4pPr>
            <a:lvl5pPr>
              <a:spcBef>
                <a:spcPts val="0"/>
              </a:spcBef>
              <a:spcAft>
                <a:spcPts val="0"/>
              </a:spcAft>
              <a:buNone/>
              <a:defRPr/>
            </a:lvl5pPr>
            <a:lvl6pPr>
              <a:spcBef>
                <a:spcPts val="0"/>
              </a:spcBef>
              <a:spcAft>
                <a:spcPts val="0"/>
              </a:spcAft>
              <a:buNone/>
              <a:defRPr/>
            </a:lvl6pPr>
            <a:lvl7pPr>
              <a:spcBef>
                <a:spcPts val="0"/>
              </a:spcBef>
              <a:spcAft>
                <a:spcPts val="0"/>
              </a:spcAft>
              <a:buNone/>
              <a:defRPr/>
            </a:lvl7pPr>
            <a:lvl8pPr>
              <a:spcBef>
                <a:spcPts val="0"/>
              </a:spcBef>
              <a:spcAft>
                <a:spcPts val="0"/>
              </a:spcAft>
              <a:buNone/>
              <a:defRPr/>
            </a:lvl8pPr>
            <a:lvl9pPr>
              <a:spcBef>
                <a:spcPts val="0"/>
              </a:spcBef>
              <a:spcAft>
                <a:spcPts val="0"/>
              </a:spcAft>
              <a:buNone/>
              <a:defRPr/>
            </a:lvl9pPr>
          </a:lstStyle>
          <a:p>
            <a:endParaRPr/>
          </a:p>
        </p:txBody>
      </p:sp>
      <p:sp>
        <p:nvSpPr>
          <p:cNvPr id="94" name="Google Shape;94;p7">
            <a:extLst>
              <a:ext uri="{FF2B5EF4-FFF2-40B4-BE49-F238E27FC236}">
                <a16:creationId xmlns:a16="http://schemas.microsoft.com/office/drawing/2014/main" id="{FC584AA6-2CDD-477E-8C9B-B88DF721CE93}"/>
              </a:ext>
            </a:extLst>
          </p:cNvPr>
          <p:cNvSpPr>
            <a:spLocks noGrp="1"/>
          </p:cNvSpPr>
          <p:nvPr>
            <p:ph type="body" idx="1"/>
          </p:nvPr>
        </p:nvSpPr>
        <p:spPr>
          <a:xfrm>
            <a:off x="411479" y="1200150"/>
            <a:ext cx="4023360" cy="3429000"/>
          </a:xfrm>
          <a:prstGeom prst="rect">
            <a:avLst/>
          </a:prstGeom>
          <a:noFill/>
          <a:ln>
            <a:noFill/>
          </a:ln>
        </p:spPr>
        <p:txBody>
          <a:bodyPr spcFirstLastPara="1" wrap="square" lIns="0" tIns="0" rIns="0" bIns="0" anchor="t">
            <a:noAutofit/>
          </a:bodyPr>
          <a:lstStyle>
            <a:lvl1pPr marL="457200" indent="-342900" algn="l">
              <a:lnSpc>
                <a:spcPct val="95000"/>
              </a:lnSpc>
              <a:spcBef>
                <a:spcPts val="750"/>
              </a:spcBef>
              <a:spcAft>
                <a:spcPts val="0"/>
              </a:spcAft>
              <a:buChar char="▪"/>
              <a:defRPr/>
            </a:lvl1pPr>
            <a:lvl2pPr marL="914400" indent="-342900" algn="l">
              <a:lnSpc>
                <a:spcPct val="95000"/>
              </a:lnSpc>
              <a:spcBef>
                <a:spcPts val="375"/>
              </a:spcBef>
              <a:spcAft>
                <a:spcPts val="0"/>
              </a:spcAft>
              <a:buChar char="–"/>
              <a:defRPr/>
            </a:lvl2pPr>
            <a:lvl3pPr marL="1371600" indent="-342900" algn="l">
              <a:lnSpc>
                <a:spcPct val="95000"/>
              </a:lnSpc>
              <a:spcBef>
                <a:spcPts val="375"/>
              </a:spcBef>
              <a:spcAft>
                <a:spcPts val="0"/>
              </a:spcAft>
              <a:buChar char="–"/>
              <a:defRPr/>
            </a:lvl3pPr>
            <a:lvl4pPr marL="1828800" indent="-342900" algn="l">
              <a:lnSpc>
                <a:spcPct val="95000"/>
              </a:lnSpc>
              <a:spcBef>
                <a:spcPts val="375"/>
              </a:spcBef>
              <a:spcAft>
                <a:spcPts val="0"/>
              </a:spcAft>
              <a:buChar char="–"/>
              <a:defRPr/>
            </a:lvl4pPr>
            <a:lvl5pPr marL="2286000" indent="-342900" algn="l">
              <a:lnSpc>
                <a:spcPct val="95000"/>
              </a:lnSpc>
              <a:spcBef>
                <a:spcPts val="375"/>
              </a:spcBef>
              <a:spcAft>
                <a:spcPts val="0"/>
              </a:spcAft>
              <a:buChar char="–"/>
              <a:defRPr/>
            </a:lvl5pPr>
            <a:lvl6pPr marL="2743200" indent="-342900" algn="l">
              <a:lnSpc>
                <a:spcPct val="95000"/>
              </a:lnSpc>
              <a:spcBef>
                <a:spcPts val="375"/>
              </a:spcBef>
              <a:spcAft>
                <a:spcPts val="0"/>
              </a:spcAft>
              <a:buChar char="–"/>
              <a:defRPr/>
            </a:lvl6pPr>
            <a:lvl7pPr marL="3200400" indent="-342900" algn="l">
              <a:lnSpc>
                <a:spcPct val="95000"/>
              </a:lnSpc>
              <a:spcBef>
                <a:spcPts val="375"/>
              </a:spcBef>
              <a:spcAft>
                <a:spcPts val="0"/>
              </a:spcAft>
              <a:buChar char="–"/>
              <a:defRPr/>
            </a:lvl7pPr>
            <a:lvl8pPr marL="3657600" indent="-342900" algn="l">
              <a:lnSpc>
                <a:spcPct val="95000"/>
              </a:lnSpc>
              <a:spcBef>
                <a:spcPts val="375"/>
              </a:spcBef>
              <a:spcAft>
                <a:spcPts val="0"/>
              </a:spcAft>
              <a:buChar char="–"/>
              <a:defRPr/>
            </a:lvl8pPr>
            <a:lvl9pPr marL="4114800" indent="-342900" algn="l">
              <a:lnSpc>
                <a:spcPct val="95000"/>
              </a:lnSpc>
              <a:spcBef>
                <a:spcPts val="375"/>
              </a:spcBef>
              <a:spcAft>
                <a:spcPts val="0"/>
              </a:spcAft>
              <a:buChar char="–"/>
              <a:defRPr/>
            </a:lvl9pPr>
          </a:lstStyle>
          <a:p>
            <a:endParaRPr/>
          </a:p>
        </p:txBody>
      </p:sp>
      <p:sp>
        <p:nvSpPr>
          <p:cNvPr id="95" name="Google Shape;95;p7">
            <a:extLst>
              <a:ext uri="{FF2B5EF4-FFF2-40B4-BE49-F238E27FC236}">
                <a16:creationId xmlns:a16="http://schemas.microsoft.com/office/drawing/2014/main" id="{198E5E3D-D2A6-4A3C-AAB1-3A3776491BD3}"/>
              </a:ext>
            </a:extLst>
          </p:cNvPr>
          <p:cNvSpPr>
            <a:spLocks noGrp="1"/>
          </p:cNvSpPr>
          <p:nvPr>
            <p:ph type="body" idx="2"/>
          </p:nvPr>
        </p:nvSpPr>
        <p:spPr>
          <a:xfrm>
            <a:off x="4709159" y="1200150"/>
            <a:ext cx="4023360" cy="3429000"/>
          </a:xfrm>
          <a:prstGeom prst="rect">
            <a:avLst/>
          </a:prstGeom>
          <a:noFill/>
          <a:ln>
            <a:noFill/>
          </a:ln>
        </p:spPr>
        <p:txBody>
          <a:bodyPr spcFirstLastPara="1" wrap="square" lIns="0" tIns="0" rIns="0" bIns="0" anchor="t">
            <a:noAutofit/>
          </a:bodyPr>
          <a:lstStyle>
            <a:lvl1pPr marL="457200" indent="-342900" algn="l">
              <a:lnSpc>
                <a:spcPct val="95000"/>
              </a:lnSpc>
              <a:spcBef>
                <a:spcPts val="750"/>
              </a:spcBef>
              <a:spcAft>
                <a:spcPts val="0"/>
              </a:spcAft>
              <a:buChar char="▪"/>
              <a:defRPr/>
            </a:lvl1pPr>
            <a:lvl2pPr marL="914400" indent="-342900" algn="l">
              <a:lnSpc>
                <a:spcPct val="95000"/>
              </a:lnSpc>
              <a:spcBef>
                <a:spcPts val="375"/>
              </a:spcBef>
              <a:spcAft>
                <a:spcPts val="0"/>
              </a:spcAft>
              <a:buChar char="–"/>
              <a:defRPr/>
            </a:lvl2pPr>
            <a:lvl3pPr marL="1371600" indent="-342900" algn="l">
              <a:lnSpc>
                <a:spcPct val="95000"/>
              </a:lnSpc>
              <a:spcBef>
                <a:spcPts val="375"/>
              </a:spcBef>
              <a:spcAft>
                <a:spcPts val="0"/>
              </a:spcAft>
              <a:buChar char="–"/>
              <a:defRPr/>
            </a:lvl3pPr>
            <a:lvl4pPr marL="1828800" indent="-342900" algn="l">
              <a:lnSpc>
                <a:spcPct val="95000"/>
              </a:lnSpc>
              <a:spcBef>
                <a:spcPts val="375"/>
              </a:spcBef>
              <a:spcAft>
                <a:spcPts val="0"/>
              </a:spcAft>
              <a:buChar char="–"/>
              <a:defRPr/>
            </a:lvl4pPr>
            <a:lvl5pPr marL="2286000" indent="-342900" algn="l">
              <a:lnSpc>
                <a:spcPct val="95000"/>
              </a:lnSpc>
              <a:spcBef>
                <a:spcPts val="375"/>
              </a:spcBef>
              <a:spcAft>
                <a:spcPts val="0"/>
              </a:spcAft>
              <a:buChar char="–"/>
              <a:defRPr/>
            </a:lvl5pPr>
            <a:lvl6pPr marL="2743200" indent="-342900" algn="l">
              <a:lnSpc>
                <a:spcPct val="95000"/>
              </a:lnSpc>
              <a:spcBef>
                <a:spcPts val="375"/>
              </a:spcBef>
              <a:spcAft>
                <a:spcPts val="0"/>
              </a:spcAft>
              <a:buChar char="–"/>
              <a:defRPr/>
            </a:lvl6pPr>
            <a:lvl7pPr marL="3200400" indent="-342900" algn="l">
              <a:lnSpc>
                <a:spcPct val="95000"/>
              </a:lnSpc>
              <a:spcBef>
                <a:spcPts val="375"/>
              </a:spcBef>
              <a:spcAft>
                <a:spcPts val="0"/>
              </a:spcAft>
              <a:buChar char="–"/>
              <a:defRPr/>
            </a:lvl7pPr>
            <a:lvl8pPr marL="3657600" indent="-342900" algn="l">
              <a:lnSpc>
                <a:spcPct val="95000"/>
              </a:lnSpc>
              <a:spcBef>
                <a:spcPts val="375"/>
              </a:spcBef>
              <a:spcAft>
                <a:spcPts val="0"/>
              </a:spcAft>
              <a:buChar char="–"/>
              <a:defRPr/>
            </a:lvl8pPr>
            <a:lvl9pPr marL="4114800" indent="-342900" algn="l">
              <a:lnSpc>
                <a:spcPct val="95000"/>
              </a:lnSpc>
              <a:spcBef>
                <a:spcPts val="375"/>
              </a:spcBef>
              <a:spcAft>
                <a:spcPts val="0"/>
              </a:spcAft>
              <a:buChar char="–"/>
              <a:defRPr/>
            </a:lvl9pPr>
          </a:lstStyle>
          <a:p>
            <a:endParaRPr/>
          </a:p>
        </p:txBody>
      </p:sp>
      <p:sp>
        <p:nvSpPr>
          <p:cNvPr id="96" name="Google Shape;96;p7">
            <a:extLst>
              <a:ext uri="{FF2B5EF4-FFF2-40B4-BE49-F238E27FC236}">
                <a16:creationId xmlns:a16="http://schemas.microsoft.com/office/drawing/2014/main" id="{FEA9983C-9FDF-45A0-A9CC-B2A7C163B800}"/>
              </a:ext>
            </a:extLst>
          </p:cNvPr>
          <p:cNvSpPr>
            <a:spLocks noGrp="1"/>
          </p:cNvSpPr>
          <p:nvPr>
            <p:ph type="dt" idx="10"/>
          </p:nvPr>
        </p:nvSpPr>
        <p:spPr>
          <a:xfrm>
            <a:off x="410766" y="4972050"/>
            <a:ext cx="617934" cy="171450"/>
          </a:xfrm>
          <a:prstGeom prst="rect">
            <a:avLst/>
          </a:prstGeom>
          <a:noFill/>
          <a:ln>
            <a:noFill/>
          </a:ln>
        </p:spPr>
        <p:txBody>
          <a:bodyPr spcFirstLastPara="1" wrap="square" lIns="0" tIns="45700" rIns="0" bIns="45700" anchor="b">
            <a:noAutofit/>
          </a:bodyPr>
          <a:lstStyle>
            <a:lvl1pPr algn="l">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a:endParaRPr/>
          </a:p>
        </p:txBody>
      </p:sp>
      <p:sp>
        <p:nvSpPr>
          <p:cNvPr id="97" name="Google Shape;97;p7">
            <a:extLst>
              <a:ext uri="{FF2B5EF4-FFF2-40B4-BE49-F238E27FC236}">
                <a16:creationId xmlns:a16="http://schemas.microsoft.com/office/drawing/2014/main" id="{CA77DF47-DD1D-4F33-A6E9-DF93BFBA38E6}"/>
              </a:ext>
            </a:extLst>
          </p:cNvPr>
          <p:cNvSpPr>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oAutofit/>
          </a:bodyPr>
          <a:lstStyle>
            <a:lvl1pPr marL="0" indent="0" algn="r">
              <a:spcBef>
                <a:spcPts val="0"/>
              </a:spcBef>
              <a:spcAft>
                <a:spcPts val="0"/>
              </a:spcAft>
              <a:buNone/>
              <a:defRPr/>
            </a:lvl1pPr>
            <a:lvl2pPr marL="0" indent="0" algn="r">
              <a:spcBef>
                <a:spcPts val="0"/>
              </a:spcBef>
              <a:spcAft>
                <a:spcPts val="0"/>
              </a:spcAft>
              <a:buNone/>
              <a:defRPr/>
            </a:lvl2pPr>
            <a:lvl3pPr marL="0" indent="0" algn="r">
              <a:spcBef>
                <a:spcPts val="0"/>
              </a:spcBef>
              <a:spcAft>
                <a:spcPts val="0"/>
              </a:spcAft>
              <a:buNone/>
              <a:defRPr/>
            </a:lvl3pPr>
            <a:lvl4pPr marL="0" indent="0" algn="r">
              <a:spcBef>
                <a:spcPts val="0"/>
              </a:spcBef>
              <a:spcAft>
                <a:spcPts val="0"/>
              </a:spcAft>
              <a:buNone/>
              <a:defRPr/>
            </a:lvl4pPr>
            <a:lvl5pPr marL="0" indent="0" algn="r">
              <a:spcBef>
                <a:spcPts val="0"/>
              </a:spcBef>
              <a:spcAft>
                <a:spcPts val="0"/>
              </a:spcAft>
              <a:buNone/>
              <a:defRPr/>
            </a:lvl5pPr>
            <a:lvl6pPr marL="0" indent="0" algn="r">
              <a:spcBef>
                <a:spcPts val="0"/>
              </a:spcBef>
              <a:spcAft>
                <a:spcPts val="0"/>
              </a:spcAft>
              <a:buNone/>
              <a:defRPr/>
            </a:lvl6pPr>
            <a:lvl7pPr marL="0" indent="0" algn="r">
              <a:spcBef>
                <a:spcPts val="0"/>
              </a:spcBef>
              <a:spcAft>
                <a:spcPts val="0"/>
              </a:spcAft>
              <a:buNone/>
              <a:defRPr/>
            </a:lvl7pPr>
            <a:lvl8pPr marL="0" indent="0" algn="r">
              <a:spcBef>
                <a:spcPts val="0"/>
              </a:spcBef>
              <a:spcAft>
                <a:spcPts val="0"/>
              </a:spcAft>
              <a:buNone/>
              <a:defRPr/>
            </a:lvl8pPr>
            <a:lvl9pPr marL="0" indent="0" algn="r">
              <a:spcBef>
                <a:spcPts val="0"/>
              </a:spcBef>
              <a:spcAft>
                <a:spcPts val="0"/>
              </a:spcAft>
              <a:buNone/>
              <a:defRPr/>
            </a:lvl9pPr>
          </a:lstStyle>
          <a:p>
            <a:pPr mar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3 Column">
  <p:cSld name="3 Column">
    <p:spTree>
      <p:nvGrpSpPr>
        <p:cNvPr id="1" name=""/>
        <p:cNvGrpSpPr/>
        <p:nvPr/>
      </p:nvGrpSpPr>
      <p:grpSpPr>
        <a:xfrm>
          <a:off x="0" y="0"/>
          <a:ext cx="0" cy="0"/>
          <a:chOff x="0" y="0"/>
          <a:chExt cx="0" cy="0"/>
        </a:xfrm>
      </p:grpSpPr>
      <p:sp>
        <p:nvSpPr>
          <p:cNvPr id="99" name="Google Shape;99;p8">
            <a:extLst>
              <a:ext uri="{FF2B5EF4-FFF2-40B4-BE49-F238E27FC236}">
                <a16:creationId xmlns:a16="http://schemas.microsoft.com/office/drawing/2014/main" id="{3A586845-9AAC-4394-9609-802219255BAA}"/>
              </a:ext>
            </a:extLst>
          </p:cNvPr>
          <p:cNvSpPr>
            <a:spLocks noGrp="1"/>
          </p:cNvSpPr>
          <p:nvPr>
            <p:ph type="title"/>
          </p:nvPr>
        </p:nvSpPr>
        <p:spPr>
          <a:xfrm>
            <a:off x="411480" y="308611"/>
            <a:ext cx="6173470" cy="685800"/>
          </a:xfrm>
          <a:prstGeom prst="rect">
            <a:avLst/>
          </a:prstGeom>
          <a:noFill/>
          <a:ln>
            <a:noFill/>
          </a:ln>
        </p:spPr>
        <p:txBody>
          <a:bodyPr spcFirstLastPara="1" wrap="square" lIns="0" tIns="0" rIns="0" bIns="0" anchor="t">
            <a:noAutofit/>
          </a:bodyPr>
          <a:lstStyle>
            <a:lvl1pPr algn="l">
              <a:lnSpc>
                <a:spcPct val="90000"/>
              </a:lnSpc>
              <a:spcBef>
                <a:spcPts val="0"/>
              </a:spcBef>
              <a:spcAft>
                <a:spcPts val="0"/>
              </a:spcAft>
              <a:buNone/>
              <a:defRPr/>
            </a:lvl1pPr>
            <a:lvl2pPr>
              <a:spcBef>
                <a:spcPts val="0"/>
              </a:spcBef>
              <a:spcAft>
                <a:spcPts val="0"/>
              </a:spcAft>
              <a:buNone/>
              <a:defRPr/>
            </a:lvl2pPr>
            <a:lvl3pPr>
              <a:spcBef>
                <a:spcPts val="0"/>
              </a:spcBef>
              <a:spcAft>
                <a:spcPts val="0"/>
              </a:spcAft>
              <a:buNone/>
              <a:defRPr/>
            </a:lvl3pPr>
            <a:lvl4pPr>
              <a:spcBef>
                <a:spcPts val="0"/>
              </a:spcBef>
              <a:spcAft>
                <a:spcPts val="0"/>
              </a:spcAft>
              <a:buNone/>
              <a:defRPr/>
            </a:lvl4pPr>
            <a:lvl5pPr>
              <a:spcBef>
                <a:spcPts val="0"/>
              </a:spcBef>
              <a:spcAft>
                <a:spcPts val="0"/>
              </a:spcAft>
              <a:buNone/>
              <a:defRPr/>
            </a:lvl5pPr>
            <a:lvl6pPr>
              <a:spcBef>
                <a:spcPts val="0"/>
              </a:spcBef>
              <a:spcAft>
                <a:spcPts val="0"/>
              </a:spcAft>
              <a:buNone/>
              <a:defRPr/>
            </a:lvl6pPr>
            <a:lvl7pPr>
              <a:spcBef>
                <a:spcPts val="0"/>
              </a:spcBef>
              <a:spcAft>
                <a:spcPts val="0"/>
              </a:spcAft>
              <a:buNone/>
              <a:defRPr/>
            </a:lvl7pPr>
            <a:lvl8pPr>
              <a:spcBef>
                <a:spcPts val="0"/>
              </a:spcBef>
              <a:spcAft>
                <a:spcPts val="0"/>
              </a:spcAft>
              <a:buNone/>
              <a:defRPr/>
            </a:lvl8pPr>
            <a:lvl9pPr>
              <a:spcBef>
                <a:spcPts val="0"/>
              </a:spcBef>
              <a:spcAft>
                <a:spcPts val="0"/>
              </a:spcAft>
              <a:buNone/>
              <a:defRPr/>
            </a:lvl9pPr>
          </a:lstStyle>
          <a:p>
            <a:endParaRPr/>
          </a:p>
        </p:txBody>
      </p:sp>
      <p:sp>
        <p:nvSpPr>
          <p:cNvPr id="100" name="Google Shape;100;p8">
            <a:extLst>
              <a:ext uri="{FF2B5EF4-FFF2-40B4-BE49-F238E27FC236}">
                <a16:creationId xmlns:a16="http://schemas.microsoft.com/office/drawing/2014/main" id="{13873068-D9C0-4F7A-B148-736FE2DD81F8}"/>
              </a:ext>
            </a:extLst>
          </p:cNvPr>
          <p:cNvSpPr>
            <a:spLocks noGrp="1"/>
          </p:cNvSpPr>
          <p:nvPr>
            <p:ph type="body" idx="1"/>
          </p:nvPr>
        </p:nvSpPr>
        <p:spPr>
          <a:xfrm>
            <a:off x="411479" y="1200150"/>
            <a:ext cx="2587752" cy="3429000"/>
          </a:xfrm>
          <a:prstGeom prst="rect">
            <a:avLst/>
          </a:prstGeom>
          <a:noFill/>
          <a:ln>
            <a:noFill/>
          </a:ln>
        </p:spPr>
        <p:txBody>
          <a:bodyPr spcFirstLastPara="1" wrap="square" lIns="0" tIns="0" rIns="0" bIns="0" anchor="t">
            <a:noAutofit/>
          </a:bodyPr>
          <a:lstStyle>
            <a:lvl1pPr marL="457200" indent="-342900" algn="l">
              <a:lnSpc>
                <a:spcPct val="95000"/>
              </a:lnSpc>
              <a:spcBef>
                <a:spcPts val="750"/>
              </a:spcBef>
              <a:spcAft>
                <a:spcPts val="0"/>
              </a:spcAft>
              <a:buChar char="▪"/>
              <a:defRPr/>
            </a:lvl1pPr>
            <a:lvl2pPr marL="914400" indent="-342900" algn="l">
              <a:lnSpc>
                <a:spcPct val="95000"/>
              </a:lnSpc>
              <a:spcBef>
                <a:spcPts val="375"/>
              </a:spcBef>
              <a:spcAft>
                <a:spcPts val="0"/>
              </a:spcAft>
              <a:buChar char="–"/>
              <a:defRPr/>
            </a:lvl2pPr>
            <a:lvl3pPr marL="1371600" indent="-342900" algn="l">
              <a:lnSpc>
                <a:spcPct val="95000"/>
              </a:lnSpc>
              <a:spcBef>
                <a:spcPts val="375"/>
              </a:spcBef>
              <a:spcAft>
                <a:spcPts val="0"/>
              </a:spcAft>
              <a:buChar char="–"/>
              <a:defRPr/>
            </a:lvl3pPr>
            <a:lvl4pPr marL="1828800" indent="-342900" algn="l">
              <a:lnSpc>
                <a:spcPct val="95000"/>
              </a:lnSpc>
              <a:spcBef>
                <a:spcPts val="375"/>
              </a:spcBef>
              <a:spcAft>
                <a:spcPts val="0"/>
              </a:spcAft>
              <a:buChar char="–"/>
              <a:defRPr/>
            </a:lvl4pPr>
            <a:lvl5pPr marL="2286000" indent="-342900" algn="l">
              <a:lnSpc>
                <a:spcPct val="95000"/>
              </a:lnSpc>
              <a:spcBef>
                <a:spcPts val="375"/>
              </a:spcBef>
              <a:spcAft>
                <a:spcPts val="0"/>
              </a:spcAft>
              <a:buChar char="–"/>
              <a:defRPr/>
            </a:lvl5pPr>
            <a:lvl6pPr marL="2743200" indent="-342900" algn="l">
              <a:lnSpc>
                <a:spcPct val="95000"/>
              </a:lnSpc>
              <a:spcBef>
                <a:spcPts val="375"/>
              </a:spcBef>
              <a:spcAft>
                <a:spcPts val="0"/>
              </a:spcAft>
              <a:buChar char="–"/>
              <a:defRPr/>
            </a:lvl6pPr>
            <a:lvl7pPr marL="3200400" indent="-342900" algn="l">
              <a:lnSpc>
                <a:spcPct val="95000"/>
              </a:lnSpc>
              <a:spcBef>
                <a:spcPts val="375"/>
              </a:spcBef>
              <a:spcAft>
                <a:spcPts val="0"/>
              </a:spcAft>
              <a:buChar char="–"/>
              <a:defRPr/>
            </a:lvl7pPr>
            <a:lvl8pPr marL="3657600" indent="-342900" algn="l">
              <a:lnSpc>
                <a:spcPct val="95000"/>
              </a:lnSpc>
              <a:spcBef>
                <a:spcPts val="375"/>
              </a:spcBef>
              <a:spcAft>
                <a:spcPts val="0"/>
              </a:spcAft>
              <a:buChar char="–"/>
              <a:defRPr/>
            </a:lvl8pPr>
            <a:lvl9pPr marL="4114800" indent="-342900" algn="l">
              <a:lnSpc>
                <a:spcPct val="95000"/>
              </a:lnSpc>
              <a:spcBef>
                <a:spcPts val="375"/>
              </a:spcBef>
              <a:spcAft>
                <a:spcPts val="0"/>
              </a:spcAft>
              <a:buChar char="–"/>
              <a:defRPr/>
            </a:lvl9pPr>
          </a:lstStyle>
          <a:p>
            <a:endParaRPr/>
          </a:p>
        </p:txBody>
      </p:sp>
      <p:sp>
        <p:nvSpPr>
          <p:cNvPr id="101" name="Google Shape;101;p8">
            <a:extLst>
              <a:ext uri="{FF2B5EF4-FFF2-40B4-BE49-F238E27FC236}">
                <a16:creationId xmlns:a16="http://schemas.microsoft.com/office/drawing/2014/main" id="{B2428A69-B610-4762-B0F5-F57323BF8D30}"/>
              </a:ext>
            </a:extLst>
          </p:cNvPr>
          <p:cNvSpPr>
            <a:spLocks noGrp="1"/>
          </p:cNvSpPr>
          <p:nvPr>
            <p:ph type="body" idx="2"/>
          </p:nvPr>
        </p:nvSpPr>
        <p:spPr>
          <a:xfrm>
            <a:off x="3278124" y="1200150"/>
            <a:ext cx="2587752" cy="3429000"/>
          </a:xfrm>
          <a:prstGeom prst="rect">
            <a:avLst/>
          </a:prstGeom>
          <a:noFill/>
          <a:ln>
            <a:noFill/>
          </a:ln>
        </p:spPr>
        <p:txBody>
          <a:bodyPr spcFirstLastPara="1" wrap="square" lIns="0" tIns="0" rIns="0" bIns="0" anchor="t">
            <a:noAutofit/>
          </a:bodyPr>
          <a:lstStyle>
            <a:lvl1pPr marL="457200" indent="-342900" algn="l">
              <a:lnSpc>
                <a:spcPct val="95000"/>
              </a:lnSpc>
              <a:spcBef>
                <a:spcPts val="750"/>
              </a:spcBef>
              <a:spcAft>
                <a:spcPts val="0"/>
              </a:spcAft>
              <a:buChar char="▪"/>
              <a:defRPr/>
            </a:lvl1pPr>
            <a:lvl2pPr marL="914400" indent="-342900" algn="l">
              <a:lnSpc>
                <a:spcPct val="95000"/>
              </a:lnSpc>
              <a:spcBef>
                <a:spcPts val="375"/>
              </a:spcBef>
              <a:spcAft>
                <a:spcPts val="0"/>
              </a:spcAft>
              <a:buChar char="–"/>
              <a:defRPr/>
            </a:lvl2pPr>
            <a:lvl3pPr marL="1371600" indent="-342900" algn="l">
              <a:lnSpc>
                <a:spcPct val="95000"/>
              </a:lnSpc>
              <a:spcBef>
                <a:spcPts val="375"/>
              </a:spcBef>
              <a:spcAft>
                <a:spcPts val="0"/>
              </a:spcAft>
              <a:buChar char="–"/>
              <a:defRPr/>
            </a:lvl3pPr>
            <a:lvl4pPr marL="1828800" indent="-342900" algn="l">
              <a:lnSpc>
                <a:spcPct val="95000"/>
              </a:lnSpc>
              <a:spcBef>
                <a:spcPts val="375"/>
              </a:spcBef>
              <a:spcAft>
                <a:spcPts val="0"/>
              </a:spcAft>
              <a:buChar char="–"/>
              <a:defRPr/>
            </a:lvl4pPr>
            <a:lvl5pPr marL="2286000" indent="-342900" algn="l">
              <a:lnSpc>
                <a:spcPct val="95000"/>
              </a:lnSpc>
              <a:spcBef>
                <a:spcPts val="375"/>
              </a:spcBef>
              <a:spcAft>
                <a:spcPts val="0"/>
              </a:spcAft>
              <a:buChar char="–"/>
              <a:defRPr/>
            </a:lvl5pPr>
            <a:lvl6pPr marL="2743200" indent="-342900" algn="l">
              <a:lnSpc>
                <a:spcPct val="95000"/>
              </a:lnSpc>
              <a:spcBef>
                <a:spcPts val="375"/>
              </a:spcBef>
              <a:spcAft>
                <a:spcPts val="0"/>
              </a:spcAft>
              <a:buChar char="–"/>
              <a:defRPr/>
            </a:lvl6pPr>
            <a:lvl7pPr marL="3200400" indent="-342900" algn="l">
              <a:lnSpc>
                <a:spcPct val="95000"/>
              </a:lnSpc>
              <a:spcBef>
                <a:spcPts val="375"/>
              </a:spcBef>
              <a:spcAft>
                <a:spcPts val="0"/>
              </a:spcAft>
              <a:buChar char="–"/>
              <a:defRPr/>
            </a:lvl7pPr>
            <a:lvl8pPr marL="3657600" indent="-342900" algn="l">
              <a:lnSpc>
                <a:spcPct val="95000"/>
              </a:lnSpc>
              <a:spcBef>
                <a:spcPts val="375"/>
              </a:spcBef>
              <a:spcAft>
                <a:spcPts val="0"/>
              </a:spcAft>
              <a:buChar char="–"/>
              <a:defRPr/>
            </a:lvl8pPr>
            <a:lvl9pPr marL="4114800" indent="-342900" algn="l">
              <a:lnSpc>
                <a:spcPct val="95000"/>
              </a:lnSpc>
              <a:spcBef>
                <a:spcPts val="375"/>
              </a:spcBef>
              <a:spcAft>
                <a:spcPts val="0"/>
              </a:spcAft>
              <a:buChar char="–"/>
              <a:defRPr/>
            </a:lvl9pPr>
          </a:lstStyle>
          <a:p>
            <a:endParaRPr/>
          </a:p>
        </p:txBody>
      </p:sp>
      <p:sp>
        <p:nvSpPr>
          <p:cNvPr id="102" name="Google Shape;102;p8">
            <a:extLst>
              <a:ext uri="{FF2B5EF4-FFF2-40B4-BE49-F238E27FC236}">
                <a16:creationId xmlns:a16="http://schemas.microsoft.com/office/drawing/2014/main" id="{7305BBF6-6377-475C-94CC-00138FB5E38A}"/>
              </a:ext>
            </a:extLst>
          </p:cNvPr>
          <p:cNvSpPr>
            <a:spLocks noGrp="1"/>
          </p:cNvSpPr>
          <p:nvPr>
            <p:ph type="body" idx="3"/>
          </p:nvPr>
        </p:nvSpPr>
        <p:spPr>
          <a:xfrm>
            <a:off x="6144767" y="1200150"/>
            <a:ext cx="2587752" cy="3429000"/>
          </a:xfrm>
          <a:prstGeom prst="rect">
            <a:avLst/>
          </a:prstGeom>
          <a:noFill/>
          <a:ln>
            <a:noFill/>
          </a:ln>
        </p:spPr>
        <p:txBody>
          <a:bodyPr spcFirstLastPara="1" wrap="square" lIns="0" tIns="0" rIns="0" bIns="0" anchor="t">
            <a:noAutofit/>
          </a:bodyPr>
          <a:lstStyle>
            <a:lvl1pPr marL="457200" indent="-342900" algn="l">
              <a:lnSpc>
                <a:spcPct val="95000"/>
              </a:lnSpc>
              <a:spcBef>
                <a:spcPts val="750"/>
              </a:spcBef>
              <a:spcAft>
                <a:spcPts val="0"/>
              </a:spcAft>
              <a:buChar char="▪"/>
              <a:defRPr/>
            </a:lvl1pPr>
            <a:lvl2pPr marL="914400" indent="-342900" algn="l">
              <a:lnSpc>
                <a:spcPct val="95000"/>
              </a:lnSpc>
              <a:spcBef>
                <a:spcPts val="375"/>
              </a:spcBef>
              <a:spcAft>
                <a:spcPts val="0"/>
              </a:spcAft>
              <a:buChar char="–"/>
              <a:defRPr/>
            </a:lvl2pPr>
            <a:lvl3pPr marL="1371600" indent="-342900" algn="l">
              <a:lnSpc>
                <a:spcPct val="95000"/>
              </a:lnSpc>
              <a:spcBef>
                <a:spcPts val="375"/>
              </a:spcBef>
              <a:spcAft>
                <a:spcPts val="0"/>
              </a:spcAft>
              <a:buChar char="–"/>
              <a:defRPr/>
            </a:lvl3pPr>
            <a:lvl4pPr marL="1828800" indent="-342900" algn="l">
              <a:lnSpc>
                <a:spcPct val="95000"/>
              </a:lnSpc>
              <a:spcBef>
                <a:spcPts val="375"/>
              </a:spcBef>
              <a:spcAft>
                <a:spcPts val="0"/>
              </a:spcAft>
              <a:buChar char="–"/>
              <a:defRPr/>
            </a:lvl4pPr>
            <a:lvl5pPr marL="2286000" indent="-342900" algn="l">
              <a:lnSpc>
                <a:spcPct val="95000"/>
              </a:lnSpc>
              <a:spcBef>
                <a:spcPts val="375"/>
              </a:spcBef>
              <a:spcAft>
                <a:spcPts val="0"/>
              </a:spcAft>
              <a:buChar char="–"/>
              <a:defRPr/>
            </a:lvl5pPr>
            <a:lvl6pPr marL="2743200" indent="-342900" algn="l">
              <a:lnSpc>
                <a:spcPct val="95000"/>
              </a:lnSpc>
              <a:spcBef>
                <a:spcPts val="375"/>
              </a:spcBef>
              <a:spcAft>
                <a:spcPts val="0"/>
              </a:spcAft>
              <a:buChar char="–"/>
              <a:defRPr/>
            </a:lvl6pPr>
            <a:lvl7pPr marL="3200400" indent="-342900" algn="l">
              <a:lnSpc>
                <a:spcPct val="95000"/>
              </a:lnSpc>
              <a:spcBef>
                <a:spcPts val="375"/>
              </a:spcBef>
              <a:spcAft>
                <a:spcPts val="0"/>
              </a:spcAft>
              <a:buChar char="–"/>
              <a:defRPr/>
            </a:lvl7pPr>
            <a:lvl8pPr marL="3657600" indent="-342900" algn="l">
              <a:lnSpc>
                <a:spcPct val="95000"/>
              </a:lnSpc>
              <a:spcBef>
                <a:spcPts val="375"/>
              </a:spcBef>
              <a:spcAft>
                <a:spcPts val="0"/>
              </a:spcAft>
              <a:buChar char="–"/>
              <a:defRPr/>
            </a:lvl8pPr>
            <a:lvl9pPr marL="4114800" indent="-342900" algn="l">
              <a:lnSpc>
                <a:spcPct val="95000"/>
              </a:lnSpc>
              <a:spcBef>
                <a:spcPts val="375"/>
              </a:spcBef>
              <a:spcAft>
                <a:spcPts val="0"/>
              </a:spcAft>
              <a:buChar char="–"/>
              <a:defRPr/>
            </a:lvl9pPr>
          </a:lstStyle>
          <a:p>
            <a:endParaRPr/>
          </a:p>
        </p:txBody>
      </p:sp>
      <p:sp>
        <p:nvSpPr>
          <p:cNvPr id="103" name="Google Shape;103;p8">
            <a:extLst>
              <a:ext uri="{FF2B5EF4-FFF2-40B4-BE49-F238E27FC236}">
                <a16:creationId xmlns:a16="http://schemas.microsoft.com/office/drawing/2014/main" id="{4D26CD7A-9954-41E1-92F9-C8264063D2FE}"/>
              </a:ext>
            </a:extLst>
          </p:cNvPr>
          <p:cNvSpPr>
            <a:spLocks noGrp="1"/>
          </p:cNvSpPr>
          <p:nvPr>
            <p:ph type="dt" idx="10"/>
          </p:nvPr>
        </p:nvSpPr>
        <p:spPr>
          <a:xfrm>
            <a:off x="410766" y="4972050"/>
            <a:ext cx="617934" cy="171450"/>
          </a:xfrm>
          <a:prstGeom prst="rect">
            <a:avLst/>
          </a:prstGeom>
          <a:noFill/>
          <a:ln>
            <a:noFill/>
          </a:ln>
        </p:spPr>
        <p:txBody>
          <a:bodyPr spcFirstLastPara="1" wrap="square" lIns="0" tIns="45700" rIns="0" bIns="45700" anchor="b">
            <a:noAutofit/>
          </a:bodyPr>
          <a:lstStyle>
            <a:lvl1pPr algn="l">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a:endParaRPr/>
          </a:p>
        </p:txBody>
      </p:sp>
      <p:sp>
        <p:nvSpPr>
          <p:cNvPr id="104" name="Google Shape;104;p8">
            <a:extLst>
              <a:ext uri="{FF2B5EF4-FFF2-40B4-BE49-F238E27FC236}">
                <a16:creationId xmlns:a16="http://schemas.microsoft.com/office/drawing/2014/main" id="{4B21267B-60D3-41FF-A99C-E67788597A38}"/>
              </a:ext>
            </a:extLst>
          </p:cNvPr>
          <p:cNvSpPr>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oAutofit/>
          </a:bodyPr>
          <a:lstStyle>
            <a:lvl1pPr marL="0" indent="0" algn="r">
              <a:spcBef>
                <a:spcPts val="0"/>
              </a:spcBef>
              <a:spcAft>
                <a:spcPts val="0"/>
              </a:spcAft>
              <a:buNone/>
              <a:defRPr/>
            </a:lvl1pPr>
            <a:lvl2pPr marL="0" indent="0" algn="r">
              <a:spcBef>
                <a:spcPts val="0"/>
              </a:spcBef>
              <a:spcAft>
                <a:spcPts val="0"/>
              </a:spcAft>
              <a:buNone/>
              <a:defRPr/>
            </a:lvl2pPr>
            <a:lvl3pPr marL="0" indent="0" algn="r">
              <a:spcBef>
                <a:spcPts val="0"/>
              </a:spcBef>
              <a:spcAft>
                <a:spcPts val="0"/>
              </a:spcAft>
              <a:buNone/>
              <a:defRPr/>
            </a:lvl3pPr>
            <a:lvl4pPr marL="0" indent="0" algn="r">
              <a:spcBef>
                <a:spcPts val="0"/>
              </a:spcBef>
              <a:spcAft>
                <a:spcPts val="0"/>
              </a:spcAft>
              <a:buNone/>
              <a:defRPr/>
            </a:lvl4pPr>
            <a:lvl5pPr marL="0" indent="0" algn="r">
              <a:spcBef>
                <a:spcPts val="0"/>
              </a:spcBef>
              <a:spcAft>
                <a:spcPts val="0"/>
              </a:spcAft>
              <a:buNone/>
              <a:defRPr/>
            </a:lvl5pPr>
            <a:lvl6pPr marL="0" indent="0" algn="r">
              <a:spcBef>
                <a:spcPts val="0"/>
              </a:spcBef>
              <a:spcAft>
                <a:spcPts val="0"/>
              </a:spcAft>
              <a:buNone/>
              <a:defRPr/>
            </a:lvl6pPr>
            <a:lvl7pPr marL="0" indent="0" algn="r">
              <a:spcBef>
                <a:spcPts val="0"/>
              </a:spcBef>
              <a:spcAft>
                <a:spcPts val="0"/>
              </a:spcAft>
              <a:buNone/>
              <a:defRPr/>
            </a:lvl7pPr>
            <a:lvl8pPr marL="0" indent="0" algn="r">
              <a:spcBef>
                <a:spcPts val="0"/>
              </a:spcBef>
              <a:spcAft>
                <a:spcPts val="0"/>
              </a:spcAft>
              <a:buNone/>
              <a:defRPr/>
            </a:lvl8pPr>
            <a:lvl9pPr marL="0" indent="0" algn="r">
              <a:spcBef>
                <a:spcPts val="0"/>
              </a:spcBef>
              <a:spcAft>
                <a:spcPts val="0"/>
              </a:spcAft>
              <a:buNone/>
              <a:defRPr/>
            </a:lvl9pPr>
          </a:lstStyle>
          <a:p>
            <a:pPr mar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4 Column">
  <p:cSld name="4 Column">
    <p:spTree>
      <p:nvGrpSpPr>
        <p:cNvPr id="1" name=""/>
        <p:cNvGrpSpPr/>
        <p:nvPr/>
      </p:nvGrpSpPr>
      <p:grpSpPr>
        <a:xfrm>
          <a:off x="0" y="0"/>
          <a:ext cx="0" cy="0"/>
          <a:chOff x="0" y="0"/>
          <a:chExt cx="0" cy="0"/>
        </a:xfrm>
      </p:grpSpPr>
      <p:sp>
        <p:nvSpPr>
          <p:cNvPr id="106" name="Google Shape;106;p9">
            <a:extLst>
              <a:ext uri="{FF2B5EF4-FFF2-40B4-BE49-F238E27FC236}">
                <a16:creationId xmlns:a16="http://schemas.microsoft.com/office/drawing/2014/main" id="{6F680DA2-D2FD-44F4-AF74-2F240259D056}"/>
              </a:ext>
            </a:extLst>
          </p:cNvPr>
          <p:cNvSpPr>
            <a:spLocks noGrp="1"/>
          </p:cNvSpPr>
          <p:nvPr>
            <p:ph type="title"/>
          </p:nvPr>
        </p:nvSpPr>
        <p:spPr>
          <a:xfrm>
            <a:off x="411480" y="308611"/>
            <a:ext cx="6173470" cy="685800"/>
          </a:xfrm>
          <a:prstGeom prst="rect">
            <a:avLst/>
          </a:prstGeom>
          <a:noFill/>
          <a:ln>
            <a:noFill/>
          </a:ln>
        </p:spPr>
        <p:txBody>
          <a:bodyPr spcFirstLastPara="1" wrap="square" lIns="0" tIns="0" rIns="0" bIns="0" anchor="t">
            <a:noAutofit/>
          </a:bodyPr>
          <a:lstStyle>
            <a:lvl1pPr algn="l">
              <a:lnSpc>
                <a:spcPct val="90000"/>
              </a:lnSpc>
              <a:spcBef>
                <a:spcPts val="0"/>
              </a:spcBef>
              <a:spcAft>
                <a:spcPts val="0"/>
              </a:spcAft>
              <a:buNone/>
              <a:defRPr/>
            </a:lvl1pPr>
            <a:lvl2pPr>
              <a:spcBef>
                <a:spcPts val="0"/>
              </a:spcBef>
              <a:spcAft>
                <a:spcPts val="0"/>
              </a:spcAft>
              <a:buNone/>
              <a:defRPr/>
            </a:lvl2pPr>
            <a:lvl3pPr>
              <a:spcBef>
                <a:spcPts val="0"/>
              </a:spcBef>
              <a:spcAft>
                <a:spcPts val="0"/>
              </a:spcAft>
              <a:buNone/>
              <a:defRPr/>
            </a:lvl3pPr>
            <a:lvl4pPr>
              <a:spcBef>
                <a:spcPts val="0"/>
              </a:spcBef>
              <a:spcAft>
                <a:spcPts val="0"/>
              </a:spcAft>
              <a:buNone/>
              <a:defRPr/>
            </a:lvl4pPr>
            <a:lvl5pPr>
              <a:spcBef>
                <a:spcPts val="0"/>
              </a:spcBef>
              <a:spcAft>
                <a:spcPts val="0"/>
              </a:spcAft>
              <a:buNone/>
              <a:defRPr/>
            </a:lvl5pPr>
            <a:lvl6pPr>
              <a:spcBef>
                <a:spcPts val="0"/>
              </a:spcBef>
              <a:spcAft>
                <a:spcPts val="0"/>
              </a:spcAft>
              <a:buNone/>
              <a:defRPr/>
            </a:lvl6pPr>
            <a:lvl7pPr>
              <a:spcBef>
                <a:spcPts val="0"/>
              </a:spcBef>
              <a:spcAft>
                <a:spcPts val="0"/>
              </a:spcAft>
              <a:buNone/>
              <a:defRPr/>
            </a:lvl7pPr>
            <a:lvl8pPr>
              <a:spcBef>
                <a:spcPts val="0"/>
              </a:spcBef>
              <a:spcAft>
                <a:spcPts val="0"/>
              </a:spcAft>
              <a:buNone/>
              <a:defRPr/>
            </a:lvl8pPr>
            <a:lvl9pPr>
              <a:spcBef>
                <a:spcPts val="0"/>
              </a:spcBef>
              <a:spcAft>
                <a:spcPts val="0"/>
              </a:spcAft>
              <a:buNone/>
              <a:defRPr/>
            </a:lvl9pPr>
          </a:lstStyle>
          <a:p>
            <a:endParaRPr/>
          </a:p>
        </p:txBody>
      </p:sp>
      <p:sp>
        <p:nvSpPr>
          <p:cNvPr id="107" name="Google Shape;107;p9">
            <a:extLst>
              <a:ext uri="{FF2B5EF4-FFF2-40B4-BE49-F238E27FC236}">
                <a16:creationId xmlns:a16="http://schemas.microsoft.com/office/drawing/2014/main" id="{98A47FE4-A5EB-4AC6-880A-2F0AF4DD4168}"/>
              </a:ext>
            </a:extLst>
          </p:cNvPr>
          <p:cNvSpPr>
            <a:spLocks noGrp="1"/>
          </p:cNvSpPr>
          <p:nvPr>
            <p:ph type="body" idx="1"/>
          </p:nvPr>
        </p:nvSpPr>
        <p:spPr>
          <a:xfrm>
            <a:off x="411481" y="1200150"/>
            <a:ext cx="1874519" cy="3429000"/>
          </a:xfrm>
          <a:prstGeom prst="rect">
            <a:avLst/>
          </a:prstGeom>
          <a:noFill/>
          <a:ln>
            <a:noFill/>
          </a:ln>
        </p:spPr>
        <p:txBody>
          <a:bodyPr spcFirstLastPara="1" wrap="square" lIns="0" tIns="0" rIns="0" bIns="0" anchor="t">
            <a:noAutofit/>
          </a:bodyPr>
          <a:lstStyle>
            <a:lvl1pPr marL="457200" indent="-290512" algn="l">
              <a:lnSpc>
                <a:spcPct val="95000"/>
              </a:lnSpc>
              <a:spcBef>
                <a:spcPts val="750"/>
              </a:spcBef>
              <a:spcAft>
                <a:spcPts val="0"/>
              </a:spcAft>
              <a:buChar char="▪"/>
              <a:defRPr sz="975"/>
            </a:lvl1pPr>
            <a:lvl2pPr marL="914400" indent="-290512" algn="l">
              <a:lnSpc>
                <a:spcPct val="95000"/>
              </a:lnSpc>
              <a:spcBef>
                <a:spcPts val="375"/>
              </a:spcBef>
              <a:spcAft>
                <a:spcPts val="0"/>
              </a:spcAft>
              <a:buChar char="–"/>
              <a:defRPr sz="975"/>
            </a:lvl2pPr>
            <a:lvl3pPr marL="1371600" indent="-290512" algn="l">
              <a:lnSpc>
                <a:spcPct val="95000"/>
              </a:lnSpc>
              <a:spcBef>
                <a:spcPts val="375"/>
              </a:spcBef>
              <a:spcAft>
                <a:spcPts val="0"/>
              </a:spcAft>
              <a:buChar char="–"/>
              <a:defRPr sz="975"/>
            </a:lvl3pPr>
            <a:lvl4pPr marL="1828800" indent="-290512" algn="l">
              <a:lnSpc>
                <a:spcPct val="95000"/>
              </a:lnSpc>
              <a:spcBef>
                <a:spcPts val="375"/>
              </a:spcBef>
              <a:spcAft>
                <a:spcPts val="0"/>
              </a:spcAft>
              <a:buChar char="–"/>
              <a:defRPr sz="975"/>
            </a:lvl4pPr>
            <a:lvl5pPr marL="2286000" indent="-290512" algn="l">
              <a:lnSpc>
                <a:spcPct val="95000"/>
              </a:lnSpc>
              <a:spcBef>
                <a:spcPts val="375"/>
              </a:spcBef>
              <a:spcAft>
                <a:spcPts val="0"/>
              </a:spcAft>
              <a:buChar char="–"/>
              <a:defRPr sz="975"/>
            </a:lvl5pPr>
            <a:lvl6pPr marL="2743200" indent="-290512" algn="l">
              <a:lnSpc>
                <a:spcPct val="95000"/>
              </a:lnSpc>
              <a:spcBef>
                <a:spcPts val="375"/>
              </a:spcBef>
              <a:spcAft>
                <a:spcPts val="0"/>
              </a:spcAft>
              <a:buChar char="–"/>
              <a:defRPr sz="975"/>
            </a:lvl6pPr>
            <a:lvl7pPr marL="3200400" indent="-290512" algn="l">
              <a:lnSpc>
                <a:spcPct val="95000"/>
              </a:lnSpc>
              <a:spcBef>
                <a:spcPts val="375"/>
              </a:spcBef>
              <a:spcAft>
                <a:spcPts val="0"/>
              </a:spcAft>
              <a:buChar char="–"/>
              <a:defRPr sz="975"/>
            </a:lvl7pPr>
            <a:lvl8pPr marL="3657600" indent="-290512" algn="l">
              <a:lnSpc>
                <a:spcPct val="95000"/>
              </a:lnSpc>
              <a:spcBef>
                <a:spcPts val="375"/>
              </a:spcBef>
              <a:spcAft>
                <a:spcPts val="0"/>
              </a:spcAft>
              <a:buChar char="–"/>
              <a:defRPr sz="975"/>
            </a:lvl8pPr>
            <a:lvl9pPr marL="4114800" indent="-290512" algn="l">
              <a:lnSpc>
                <a:spcPct val="95000"/>
              </a:lnSpc>
              <a:spcBef>
                <a:spcPts val="375"/>
              </a:spcBef>
              <a:spcAft>
                <a:spcPts val="0"/>
              </a:spcAft>
              <a:buChar char="–"/>
              <a:defRPr sz="975"/>
            </a:lvl9pPr>
          </a:lstStyle>
          <a:p>
            <a:endParaRPr/>
          </a:p>
        </p:txBody>
      </p:sp>
      <p:sp>
        <p:nvSpPr>
          <p:cNvPr id="108" name="Google Shape;108;p9">
            <a:extLst>
              <a:ext uri="{FF2B5EF4-FFF2-40B4-BE49-F238E27FC236}">
                <a16:creationId xmlns:a16="http://schemas.microsoft.com/office/drawing/2014/main" id="{A0B6E701-2056-4911-B4A9-7C377D62720F}"/>
              </a:ext>
            </a:extLst>
          </p:cNvPr>
          <p:cNvSpPr>
            <a:spLocks noGrp="1"/>
          </p:cNvSpPr>
          <p:nvPr>
            <p:ph type="body" idx="2"/>
          </p:nvPr>
        </p:nvSpPr>
        <p:spPr>
          <a:xfrm>
            <a:off x="2560321" y="1200150"/>
            <a:ext cx="1874519" cy="3429000"/>
          </a:xfrm>
          <a:prstGeom prst="rect">
            <a:avLst/>
          </a:prstGeom>
          <a:noFill/>
          <a:ln>
            <a:noFill/>
          </a:ln>
        </p:spPr>
        <p:txBody>
          <a:bodyPr spcFirstLastPara="1" wrap="square" lIns="0" tIns="0" rIns="0" bIns="0" anchor="t">
            <a:noAutofit/>
          </a:bodyPr>
          <a:lstStyle>
            <a:lvl1pPr marL="457200" indent="-290512" algn="l">
              <a:lnSpc>
                <a:spcPct val="95000"/>
              </a:lnSpc>
              <a:spcBef>
                <a:spcPts val="750"/>
              </a:spcBef>
              <a:spcAft>
                <a:spcPts val="0"/>
              </a:spcAft>
              <a:buChar char="▪"/>
              <a:defRPr sz="975"/>
            </a:lvl1pPr>
            <a:lvl2pPr marL="914400" indent="-290512" algn="l">
              <a:lnSpc>
                <a:spcPct val="95000"/>
              </a:lnSpc>
              <a:spcBef>
                <a:spcPts val="375"/>
              </a:spcBef>
              <a:spcAft>
                <a:spcPts val="0"/>
              </a:spcAft>
              <a:buChar char="–"/>
              <a:defRPr sz="975"/>
            </a:lvl2pPr>
            <a:lvl3pPr marL="1371600" indent="-290512" algn="l">
              <a:lnSpc>
                <a:spcPct val="95000"/>
              </a:lnSpc>
              <a:spcBef>
                <a:spcPts val="375"/>
              </a:spcBef>
              <a:spcAft>
                <a:spcPts val="0"/>
              </a:spcAft>
              <a:buChar char="–"/>
              <a:defRPr sz="975"/>
            </a:lvl3pPr>
            <a:lvl4pPr marL="1828800" indent="-290512" algn="l">
              <a:lnSpc>
                <a:spcPct val="95000"/>
              </a:lnSpc>
              <a:spcBef>
                <a:spcPts val="375"/>
              </a:spcBef>
              <a:spcAft>
                <a:spcPts val="0"/>
              </a:spcAft>
              <a:buChar char="–"/>
              <a:defRPr sz="975"/>
            </a:lvl4pPr>
            <a:lvl5pPr marL="2286000" indent="-290512" algn="l">
              <a:lnSpc>
                <a:spcPct val="95000"/>
              </a:lnSpc>
              <a:spcBef>
                <a:spcPts val="375"/>
              </a:spcBef>
              <a:spcAft>
                <a:spcPts val="0"/>
              </a:spcAft>
              <a:buChar char="–"/>
              <a:defRPr sz="975"/>
            </a:lvl5pPr>
            <a:lvl6pPr marL="2743200" indent="-290512" algn="l">
              <a:lnSpc>
                <a:spcPct val="95000"/>
              </a:lnSpc>
              <a:spcBef>
                <a:spcPts val="375"/>
              </a:spcBef>
              <a:spcAft>
                <a:spcPts val="0"/>
              </a:spcAft>
              <a:buChar char="–"/>
              <a:defRPr sz="975"/>
            </a:lvl6pPr>
            <a:lvl7pPr marL="3200400" indent="-290512" algn="l">
              <a:lnSpc>
                <a:spcPct val="95000"/>
              </a:lnSpc>
              <a:spcBef>
                <a:spcPts val="375"/>
              </a:spcBef>
              <a:spcAft>
                <a:spcPts val="0"/>
              </a:spcAft>
              <a:buChar char="–"/>
              <a:defRPr sz="975"/>
            </a:lvl7pPr>
            <a:lvl8pPr marL="3657600" indent="-290512" algn="l">
              <a:lnSpc>
                <a:spcPct val="95000"/>
              </a:lnSpc>
              <a:spcBef>
                <a:spcPts val="375"/>
              </a:spcBef>
              <a:spcAft>
                <a:spcPts val="0"/>
              </a:spcAft>
              <a:buChar char="–"/>
              <a:defRPr sz="975"/>
            </a:lvl8pPr>
            <a:lvl9pPr marL="4114800" indent="-290512" algn="l">
              <a:lnSpc>
                <a:spcPct val="95000"/>
              </a:lnSpc>
              <a:spcBef>
                <a:spcPts val="375"/>
              </a:spcBef>
              <a:spcAft>
                <a:spcPts val="0"/>
              </a:spcAft>
              <a:buChar char="–"/>
              <a:defRPr sz="975"/>
            </a:lvl9pPr>
          </a:lstStyle>
          <a:p>
            <a:endParaRPr/>
          </a:p>
        </p:txBody>
      </p:sp>
      <p:sp>
        <p:nvSpPr>
          <p:cNvPr id="109" name="Google Shape;109;p9">
            <a:extLst>
              <a:ext uri="{FF2B5EF4-FFF2-40B4-BE49-F238E27FC236}">
                <a16:creationId xmlns:a16="http://schemas.microsoft.com/office/drawing/2014/main" id="{F7919320-2C70-4800-B39C-3ABFFDD6FB75}"/>
              </a:ext>
            </a:extLst>
          </p:cNvPr>
          <p:cNvSpPr>
            <a:spLocks noGrp="1"/>
          </p:cNvSpPr>
          <p:nvPr>
            <p:ph type="body" idx="3"/>
          </p:nvPr>
        </p:nvSpPr>
        <p:spPr>
          <a:xfrm>
            <a:off x="4709161" y="1200150"/>
            <a:ext cx="1874519" cy="3429000"/>
          </a:xfrm>
          <a:prstGeom prst="rect">
            <a:avLst/>
          </a:prstGeom>
          <a:noFill/>
          <a:ln>
            <a:noFill/>
          </a:ln>
        </p:spPr>
        <p:txBody>
          <a:bodyPr spcFirstLastPara="1" wrap="square" lIns="0" tIns="0" rIns="0" bIns="0" anchor="t">
            <a:noAutofit/>
          </a:bodyPr>
          <a:lstStyle>
            <a:lvl1pPr marL="457200" indent="-290512" algn="l">
              <a:lnSpc>
                <a:spcPct val="95000"/>
              </a:lnSpc>
              <a:spcBef>
                <a:spcPts val="750"/>
              </a:spcBef>
              <a:spcAft>
                <a:spcPts val="0"/>
              </a:spcAft>
              <a:buChar char="▪"/>
              <a:defRPr sz="975"/>
            </a:lvl1pPr>
            <a:lvl2pPr marL="914400" indent="-290512" algn="l">
              <a:lnSpc>
                <a:spcPct val="95000"/>
              </a:lnSpc>
              <a:spcBef>
                <a:spcPts val="375"/>
              </a:spcBef>
              <a:spcAft>
                <a:spcPts val="0"/>
              </a:spcAft>
              <a:buChar char="–"/>
              <a:defRPr sz="975"/>
            </a:lvl2pPr>
            <a:lvl3pPr marL="1371600" indent="-290512" algn="l">
              <a:lnSpc>
                <a:spcPct val="95000"/>
              </a:lnSpc>
              <a:spcBef>
                <a:spcPts val="375"/>
              </a:spcBef>
              <a:spcAft>
                <a:spcPts val="0"/>
              </a:spcAft>
              <a:buChar char="–"/>
              <a:defRPr sz="975"/>
            </a:lvl3pPr>
            <a:lvl4pPr marL="1828800" indent="-290512" algn="l">
              <a:lnSpc>
                <a:spcPct val="95000"/>
              </a:lnSpc>
              <a:spcBef>
                <a:spcPts val="375"/>
              </a:spcBef>
              <a:spcAft>
                <a:spcPts val="0"/>
              </a:spcAft>
              <a:buChar char="–"/>
              <a:defRPr sz="975"/>
            </a:lvl4pPr>
            <a:lvl5pPr marL="2286000" indent="-290512" algn="l">
              <a:lnSpc>
                <a:spcPct val="95000"/>
              </a:lnSpc>
              <a:spcBef>
                <a:spcPts val="375"/>
              </a:spcBef>
              <a:spcAft>
                <a:spcPts val="0"/>
              </a:spcAft>
              <a:buChar char="–"/>
              <a:defRPr sz="975"/>
            </a:lvl5pPr>
            <a:lvl6pPr marL="2743200" indent="-290512" algn="l">
              <a:lnSpc>
                <a:spcPct val="95000"/>
              </a:lnSpc>
              <a:spcBef>
                <a:spcPts val="375"/>
              </a:spcBef>
              <a:spcAft>
                <a:spcPts val="0"/>
              </a:spcAft>
              <a:buChar char="–"/>
              <a:defRPr sz="975"/>
            </a:lvl6pPr>
            <a:lvl7pPr marL="3200400" indent="-290512" algn="l">
              <a:lnSpc>
                <a:spcPct val="95000"/>
              </a:lnSpc>
              <a:spcBef>
                <a:spcPts val="375"/>
              </a:spcBef>
              <a:spcAft>
                <a:spcPts val="0"/>
              </a:spcAft>
              <a:buChar char="–"/>
              <a:defRPr sz="975"/>
            </a:lvl7pPr>
            <a:lvl8pPr marL="3657600" indent="-290512" algn="l">
              <a:lnSpc>
                <a:spcPct val="95000"/>
              </a:lnSpc>
              <a:spcBef>
                <a:spcPts val="375"/>
              </a:spcBef>
              <a:spcAft>
                <a:spcPts val="0"/>
              </a:spcAft>
              <a:buChar char="–"/>
              <a:defRPr sz="975"/>
            </a:lvl8pPr>
            <a:lvl9pPr marL="4114800" indent="-290512" algn="l">
              <a:lnSpc>
                <a:spcPct val="95000"/>
              </a:lnSpc>
              <a:spcBef>
                <a:spcPts val="375"/>
              </a:spcBef>
              <a:spcAft>
                <a:spcPts val="0"/>
              </a:spcAft>
              <a:buChar char="–"/>
              <a:defRPr sz="975"/>
            </a:lvl9pPr>
          </a:lstStyle>
          <a:p>
            <a:endParaRPr/>
          </a:p>
        </p:txBody>
      </p:sp>
      <p:sp>
        <p:nvSpPr>
          <p:cNvPr id="110" name="Google Shape;110;p9">
            <a:extLst>
              <a:ext uri="{FF2B5EF4-FFF2-40B4-BE49-F238E27FC236}">
                <a16:creationId xmlns:a16="http://schemas.microsoft.com/office/drawing/2014/main" id="{28160F84-0F13-413D-9243-BF976D2CA006}"/>
              </a:ext>
            </a:extLst>
          </p:cNvPr>
          <p:cNvSpPr>
            <a:spLocks noGrp="1"/>
          </p:cNvSpPr>
          <p:nvPr>
            <p:ph type="body" idx="4"/>
          </p:nvPr>
        </p:nvSpPr>
        <p:spPr>
          <a:xfrm>
            <a:off x="6858001" y="1200150"/>
            <a:ext cx="1874519" cy="3429000"/>
          </a:xfrm>
          <a:prstGeom prst="rect">
            <a:avLst/>
          </a:prstGeom>
          <a:noFill/>
          <a:ln>
            <a:noFill/>
          </a:ln>
        </p:spPr>
        <p:txBody>
          <a:bodyPr spcFirstLastPara="1" wrap="square" lIns="0" tIns="0" rIns="0" bIns="0" anchor="t">
            <a:noAutofit/>
          </a:bodyPr>
          <a:lstStyle>
            <a:lvl1pPr marL="457200" indent="-290512" algn="l">
              <a:lnSpc>
                <a:spcPct val="95000"/>
              </a:lnSpc>
              <a:spcBef>
                <a:spcPts val="750"/>
              </a:spcBef>
              <a:spcAft>
                <a:spcPts val="0"/>
              </a:spcAft>
              <a:buChar char="▪"/>
              <a:defRPr sz="975"/>
            </a:lvl1pPr>
            <a:lvl2pPr marL="914400" indent="-290512" algn="l">
              <a:lnSpc>
                <a:spcPct val="95000"/>
              </a:lnSpc>
              <a:spcBef>
                <a:spcPts val="375"/>
              </a:spcBef>
              <a:spcAft>
                <a:spcPts val="0"/>
              </a:spcAft>
              <a:buChar char="–"/>
              <a:defRPr sz="975"/>
            </a:lvl2pPr>
            <a:lvl3pPr marL="1371600" indent="-290512" algn="l">
              <a:lnSpc>
                <a:spcPct val="95000"/>
              </a:lnSpc>
              <a:spcBef>
                <a:spcPts val="375"/>
              </a:spcBef>
              <a:spcAft>
                <a:spcPts val="0"/>
              </a:spcAft>
              <a:buChar char="–"/>
              <a:defRPr sz="975"/>
            </a:lvl3pPr>
            <a:lvl4pPr marL="1828800" indent="-290512" algn="l">
              <a:lnSpc>
                <a:spcPct val="95000"/>
              </a:lnSpc>
              <a:spcBef>
                <a:spcPts val="375"/>
              </a:spcBef>
              <a:spcAft>
                <a:spcPts val="0"/>
              </a:spcAft>
              <a:buChar char="–"/>
              <a:defRPr sz="975"/>
            </a:lvl4pPr>
            <a:lvl5pPr marL="2286000" indent="-290512" algn="l">
              <a:lnSpc>
                <a:spcPct val="95000"/>
              </a:lnSpc>
              <a:spcBef>
                <a:spcPts val="375"/>
              </a:spcBef>
              <a:spcAft>
                <a:spcPts val="0"/>
              </a:spcAft>
              <a:buChar char="–"/>
              <a:defRPr sz="975"/>
            </a:lvl5pPr>
            <a:lvl6pPr marL="2743200" indent="-290512" algn="l">
              <a:lnSpc>
                <a:spcPct val="95000"/>
              </a:lnSpc>
              <a:spcBef>
                <a:spcPts val="375"/>
              </a:spcBef>
              <a:spcAft>
                <a:spcPts val="0"/>
              </a:spcAft>
              <a:buChar char="–"/>
              <a:defRPr sz="975"/>
            </a:lvl6pPr>
            <a:lvl7pPr marL="3200400" indent="-290512" algn="l">
              <a:lnSpc>
                <a:spcPct val="95000"/>
              </a:lnSpc>
              <a:spcBef>
                <a:spcPts val="375"/>
              </a:spcBef>
              <a:spcAft>
                <a:spcPts val="0"/>
              </a:spcAft>
              <a:buChar char="–"/>
              <a:defRPr sz="975"/>
            </a:lvl7pPr>
            <a:lvl8pPr marL="3657600" indent="-290512" algn="l">
              <a:lnSpc>
                <a:spcPct val="95000"/>
              </a:lnSpc>
              <a:spcBef>
                <a:spcPts val="375"/>
              </a:spcBef>
              <a:spcAft>
                <a:spcPts val="0"/>
              </a:spcAft>
              <a:buChar char="–"/>
              <a:defRPr sz="975"/>
            </a:lvl8pPr>
            <a:lvl9pPr marL="4114800" indent="-290512" algn="l">
              <a:lnSpc>
                <a:spcPct val="95000"/>
              </a:lnSpc>
              <a:spcBef>
                <a:spcPts val="375"/>
              </a:spcBef>
              <a:spcAft>
                <a:spcPts val="0"/>
              </a:spcAft>
              <a:buChar char="–"/>
              <a:defRPr sz="975"/>
            </a:lvl9pPr>
          </a:lstStyle>
          <a:p>
            <a:endParaRPr/>
          </a:p>
        </p:txBody>
      </p:sp>
      <p:sp>
        <p:nvSpPr>
          <p:cNvPr id="111" name="Google Shape;111;p9">
            <a:extLst>
              <a:ext uri="{FF2B5EF4-FFF2-40B4-BE49-F238E27FC236}">
                <a16:creationId xmlns:a16="http://schemas.microsoft.com/office/drawing/2014/main" id="{7D8EE14D-86D1-44D9-9A11-DFF1A901EF06}"/>
              </a:ext>
            </a:extLst>
          </p:cNvPr>
          <p:cNvSpPr>
            <a:spLocks noGrp="1"/>
          </p:cNvSpPr>
          <p:nvPr>
            <p:ph type="dt" idx="10"/>
          </p:nvPr>
        </p:nvSpPr>
        <p:spPr>
          <a:xfrm>
            <a:off x="410766" y="4972050"/>
            <a:ext cx="617934" cy="171450"/>
          </a:xfrm>
          <a:prstGeom prst="rect">
            <a:avLst/>
          </a:prstGeom>
          <a:noFill/>
          <a:ln>
            <a:noFill/>
          </a:ln>
        </p:spPr>
        <p:txBody>
          <a:bodyPr spcFirstLastPara="1" wrap="square" lIns="0" tIns="45700" rIns="0" bIns="45700" anchor="b">
            <a:noAutofit/>
          </a:bodyPr>
          <a:lstStyle>
            <a:lvl1pPr algn="l">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a:endParaRPr/>
          </a:p>
        </p:txBody>
      </p:sp>
      <p:sp>
        <p:nvSpPr>
          <p:cNvPr id="112" name="Google Shape;112;p9">
            <a:extLst>
              <a:ext uri="{FF2B5EF4-FFF2-40B4-BE49-F238E27FC236}">
                <a16:creationId xmlns:a16="http://schemas.microsoft.com/office/drawing/2014/main" id="{85EB7EC6-F35C-43C8-AC46-EC4F036F0BE4}"/>
              </a:ext>
            </a:extLst>
          </p:cNvPr>
          <p:cNvSpPr>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oAutofit/>
          </a:bodyPr>
          <a:lstStyle>
            <a:lvl1pPr marL="0" indent="0" algn="r">
              <a:spcBef>
                <a:spcPts val="0"/>
              </a:spcBef>
              <a:spcAft>
                <a:spcPts val="0"/>
              </a:spcAft>
              <a:buNone/>
              <a:defRPr/>
            </a:lvl1pPr>
            <a:lvl2pPr marL="0" indent="0" algn="r">
              <a:spcBef>
                <a:spcPts val="0"/>
              </a:spcBef>
              <a:spcAft>
                <a:spcPts val="0"/>
              </a:spcAft>
              <a:buNone/>
              <a:defRPr/>
            </a:lvl2pPr>
            <a:lvl3pPr marL="0" indent="0" algn="r">
              <a:spcBef>
                <a:spcPts val="0"/>
              </a:spcBef>
              <a:spcAft>
                <a:spcPts val="0"/>
              </a:spcAft>
              <a:buNone/>
              <a:defRPr/>
            </a:lvl3pPr>
            <a:lvl4pPr marL="0" indent="0" algn="r">
              <a:spcBef>
                <a:spcPts val="0"/>
              </a:spcBef>
              <a:spcAft>
                <a:spcPts val="0"/>
              </a:spcAft>
              <a:buNone/>
              <a:defRPr/>
            </a:lvl4pPr>
            <a:lvl5pPr marL="0" indent="0" algn="r">
              <a:spcBef>
                <a:spcPts val="0"/>
              </a:spcBef>
              <a:spcAft>
                <a:spcPts val="0"/>
              </a:spcAft>
              <a:buNone/>
              <a:defRPr/>
            </a:lvl5pPr>
            <a:lvl6pPr marL="0" indent="0" algn="r">
              <a:spcBef>
                <a:spcPts val="0"/>
              </a:spcBef>
              <a:spcAft>
                <a:spcPts val="0"/>
              </a:spcAft>
              <a:buNone/>
              <a:defRPr/>
            </a:lvl6pPr>
            <a:lvl7pPr marL="0" indent="0" algn="r">
              <a:spcBef>
                <a:spcPts val="0"/>
              </a:spcBef>
              <a:spcAft>
                <a:spcPts val="0"/>
              </a:spcAft>
              <a:buNone/>
              <a:defRPr/>
            </a:lvl7pPr>
            <a:lvl8pPr marL="0" indent="0" algn="r">
              <a:spcBef>
                <a:spcPts val="0"/>
              </a:spcBef>
              <a:spcAft>
                <a:spcPts val="0"/>
              </a:spcAft>
              <a:buNone/>
              <a:defRPr/>
            </a:lvl8pPr>
            <a:lvl9pPr marL="0" indent="0" algn="r">
              <a:spcBef>
                <a:spcPts val="0"/>
              </a:spcBef>
              <a:spcAft>
                <a:spcPts val="0"/>
              </a:spcAft>
              <a:buNone/>
              <a:defRPr/>
            </a:lvl9pPr>
          </a:lstStyle>
          <a:p>
            <a:pPr mar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4 Icons">
  <p:cSld name="4 Icons">
    <p:spTree>
      <p:nvGrpSpPr>
        <p:cNvPr id="1" name=""/>
        <p:cNvGrpSpPr/>
        <p:nvPr/>
      </p:nvGrpSpPr>
      <p:grpSpPr>
        <a:xfrm>
          <a:off x="0" y="0"/>
          <a:ext cx="0" cy="0"/>
          <a:chOff x="0" y="0"/>
          <a:chExt cx="0" cy="0"/>
        </a:xfrm>
      </p:grpSpPr>
      <p:sp>
        <p:nvSpPr>
          <p:cNvPr id="114" name="Google Shape;114;p10">
            <a:extLst>
              <a:ext uri="{FF2B5EF4-FFF2-40B4-BE49-F238E27FC236}">
                <a16:creationId xmlns:a16="http://schemas.microsoft.com/office/drawing/2014/main" id="{2B652EBA-2793-4F4D-9B20-CB8788E47ED0}"/>
              </a:ext>
            </a:extLst>
          </p:cNvPr>
          <p:cNvSpPr>
            <a:spLocks noGrp="1"/>
          </p:cNvSpPr>
          <p:nvPr>
            <p:ph type="title"/>
          </p:nvPr>
        </p:nvSpPr>
        <p:spPr>
          <a:xfrm>
            <a:off x="411480" y="308611"/>
            <a:ext cx="6173470" cy="685800"/>
          </a:xfrm>
          <a:prstGeom prst="rect">
            <a:avLst/>
          </a:prstGeom>
          <a:noFill/>
          <a:ln>
            <a:noFill/>
          </a:ln>
        </p:spPr>
        <p:txBody>
          <a:bodyPr spcFirstLastPara="1" wrap="square" lIns="0" tIns="0" rIns="0" bIns="0" anchor="t">
            <a:noAutofit/>
          </a:bodyPr>
          <a:lstStyle>
            <a:lvl1pPr algn="l">
              <a:lnSpc>
                <a:spcPct val="90000"/>
              </a:lnSpc>
              <a:spcBef>
                <a:spcPts val="0"/>
              </a:spcBef>
              <a:spcAft>
                <a:spcPts val="0"/>
              </a:spcAft>
              <a:buNone/>
              <a:defRPr/>
            </a:lvl1pPr>
            <a:lvl2pPr>
              <a:spcBef>
                <a:spcPts val="0"/>
              </a:spcBef>
              <a:spcAft>
                <a:spcPts val="0"/>
              </a:spcAft>
              <a:buNone/>
              <a:defRPr/>
            </a:lvl2pPr>
            <a:lvl3pPr>
              <a:spcBef>
                <a:spcPts val="0"/>
              </a:spcBef>
              <a:spcAft>
                <a:spcPts val="0"/>
              </a:spcAft>
              <a:buNone/>
              <a:defRPr/>
            </a:lvl3pPr>
            <a:lvl4pPr>
              <a:spcBef>
                <a:spcPts val="0"/>
              </a:spcBef>
              <a:spcAft>
                <a:spcPts val="0"/>
              </a:spcAft>
              <a:buNone/>
              <a:defRPr/>
            </a:lvl4pPr>
            <a:lvl5pPr>
              <a:spcBef>
                <a:spcPts val="0"/>
              </a:spcBef>
              <a:spcAft>
                <a:spcPts val="0"/>
              </a:spcAft>
              <a:buNone/>
              <a:defRPr/>
            </a:lvl5pPr>
            <a:lvl6pPr>
              <a:spcBef>
                <a:spcPts val="0"/>
              </a:spcBef>
              <a:spcAft>
                <a:spcPts val="0"/>
              </a:spcAft>
              <a:buNone/>
              <a:defRPr/>
            </a:lvl6pPr>
            <a:lvl7pPr>
              <a:spcBef>
                <a:spcPts val="0"/>
              </a:spcBef>
              <a:spcAft>
                <a:spcPts val="0"/>
              </a:spcAft>
              <a:buNone/>
              <a:defRPr/>
            </a:lvl7pPr>
            <a:lvl8pPr>
              <a:spcBef>
                <a:spcPts val="0"/>
              </a:spcBef>
              <a:spcAft>
                <a:spcPts val="0"/>
              </a:spcAft>
              <a:buNone/>
              <a:defRPr/>
            </a:lvl8pPr>
            <a:lvl9pPr>
              <a:spcBef>
                <a:spcPts val="0"/>
              </a:spcBef>
              <a:spcAft>
                <a:spcPts val="0"/>
              </a:spcAft>
              <a:buNone/>
              <a:defRPr/>
            </a:lvl9pPr>
          </a:lstStyle>
          <a:p>
            <a:endParaRPr/>
          </a:p>
        </p:txBody>
      </p:sp>
      <p:sp>
        <p:nvSpPr>
          <p:cNvPr id="115" name="Google Shape;115;p10">
            <a:extLst>
              <a:ext uri="{FF2B5EF4-FFF2-40B4-BE49-F238E27FC236}">
                <a16:creationId xmlns:a16="http://schemas.microsoft.com/office/drawing/2014/main" id="{83A2DA97-18F1-449A-94EC-687BECF203FD}"/>
              </a:ext>
            </a:extLst>
          </p:cNvPr>
          <p:cNvSpPr>
            <a:spLocks noGrp="1"/>
          </p:cNvSpPr>
          <p:nvPr>
            <p:ph type="pic" idx="2"/>
          </p:nvPr>
        </p:nvSpPr>
        <p:spPr>
          <a:xfrm>
            <a:off x="411480" y="1200150"/>
            <a:ext cx="418338" cy="416624"/>
          </a:xfrm>
          <a:prstGeom prst="rect">
            <a:avLst/>
          </a:prstGeom>
          <a:noFill/>
          <a:ln>
            <a:noFill/>
          </a:ln>
        </p:spPr>
      </p:sp>
      <p:sp>
        <p:nvSpPr>
          <p:cNvPr id="116" name="Google Shape;116;p10">
            <a:extLst>
              <a:ext uri="{FF2B5EF4-FFF2-40B4-BE49-F238E27FC236}">
                <a16:creationId xmlns:a16="http://schemas.microsoft.com/office/drawing/2014/main" id="{F2984CC5-4058-4EE5-A25D-F11D41DAA4E8}"/>
              </a:ext>
            </a:extLst>
          </p:cNvPr>
          <p:cNvSpPr>
            <a:spLocks noGrp="1"/>
          </p:cNvSpPr>
          <p:nvPr>
            <p:ph type="body" idx="1"/>
          </p:nvPr>
        </p:nvSpPr>
        <p:spPr>
          <a:xfrm>
            <a:off x="411481" y="1714498"/>
            <a:ext cx="1874519" cy="2914652"/>
          </a:xfrm>
          <a:prstGeom prst="rect">
            <a:avLst/>
          </a:prstGeom>
          <a:noFill/>
          <a:ln>
            <a:noFill/>
          </a:ln>
        </p:spPr>
        <p:txBody>
          <a:bodyPr spcFirstLastPara="1" wrap="square" lIns="0" tIns="0" rIns="0" bIns="0" anchor="t">
            <a:noAutofit/>
          </a:bodyPr>
          <a:lstStyle>
            <a:lvl1pPr marL="457200" indent="-290512" algn="l">
              <a:lnSpc>
                <a:spcPct val="95000"/>
              </a:lnSpc>
              <a:spcBef>
                <a:spcPts val="750"/>
              </a:spcBef>
              <a:spcAft>
                <a:spcPts val="0"/>
              </a:spcAft>
              <a:buChar char="▪"/>
              <a:defRPr sz="975"/>
            </a:lvl1pPr>
            <a:lvl2pPr marL="914400" indent="-290512" algn="l">
              <a:lnSpc>
                <a:spcPct val="95000"/>
              </a:lnSpc>
              <a:spcBef>
                <a:spcPts val="375"/>
              </a:spcBef>
              <a:spcAft>
                <a:spcPts val="0"/>
              </a:spcAft>
              <a:buChar char="–"/>
              <a:defRPr sz="975"/>
            </a:lvl2pPr>
            <a:lvl3pPr marL="1371600" indent="-290512" algn="l">
              <a:lnSpc>
                <a:spcPct val="95000"/>
              </a:lnSpc>
              <a:spcBef>
                <a:spcPts val="375"/>
              </a:spcBef>
              <a:spcAft>
                <a:spcPts val="0"/>
              </a:spcAft>
              <a:buChar char="–"/>
              <a:defRPr sz="975"/>
            </a:lvl3pPr>
            <a:lvl4pPr marL="1828800" indent="-290512" algn="l">
              <a:lnSpc>
                <a:spcPct val="95000"/>
              </a:lnSpc>
              <a:spcBef>
                <a:spcPts val="375"/>
              </a:spcBef>
              <a:spcAft>
                <a:spcPts val="0"/>
              </a:spcAft>
              <a:buChar char="–"/>
              <a:defRPr sz="975"/>
            </a:lvl4pPr>
            <a:lvl5pPr marL="2286000" indent="-290512" algn="l">
              <a:lnSpc>
                <a:spcPct val="95000"/>
              </a:lnSpc>
              <a:spcBef>
                <a:spcPts val="375"/>
              </a:spcBef>
              <a:spcAft>
                <a:spcPts val="0"/>
              </a:spcAft>
              <a:buChar char="–"/>
              <a:defRPr sz="975"/>
            </a:lvl5pPr>
            <a:lvl6pPr marL="2743200" indent="-290512" algn="l">
              <a:lnSpc>
                <a:spcPct val="95000"/>
              </a:lnSpc>
              <a:spcBef>
                <a:spcPts val="375"/>
              </a:spcBef>
              <a:spcAft>
                <a:spcPts val="0"/>
              </a:spcAft>
              <a:buChar char="–"/>
              <a:defRPr sz="975"/>
            </a:lvl6pPr>
            <a:lvl7pPr marL="3200400" indent="-290512" algn="l">
              <a:lnSpc>
                <a:spcPct val="95000"/>
              </a:lnSpc>
              <a:spcBef>
                <a:spcPts val="375"/>
              </a:spcBef>
              <a:spcAft>
                <a:spcPts val="0"/>
              </a:spcAft>
              <a:buChar char="–"/>
              <a:defRPr sz="975"/>
            </a:lvl7pPr>
            <a:lvl8pPr marL="3657600" indent="-290512" algn="l">
              <a:lnSpc>
                <a:spcPct val="95000"/>
              </a:lnSpc>
              <a:spcBef>
                <a:spcPts val="375"/>
              </a:spcBef>
              <a:spcAft>
                <a:spcPts val="0"/>
              </a:spcAft>
              <a:buChar char="–"/>
              <a:defRPr sz="975"/>
            </a:lvl8pPr>
            <a:lvl9pPr marL="4114800" indent="-290512" algn="l">
              <a:lnSpc>
                <a:spcPct val="95000"/>
              </a:lnSpc>
              <a:spcBef>
                <a:spcPts val="375"/>
              </a:spcBef>
              <a:spcAft>
                <a:spcPts val="0"/>
              </a:spcAft>
              <a:buChar char="–"/>
              <a:defRPr sz="975"/>
            </a:lvl9pPr>
          </a:lstStyle>
          <a:p>
            <a:endParaRPr/>
          </a:p>
        </p:txBody>
      </p:sp>
      <p:sp>
        <p:nvSpPr>
          <p:cNvPr id="117" name="Google Shape;117;p10">
            <a:extLst>
              <a:ext uri="{FF2B5EF4-FFF2-40B4-BE49-F238E27FC236}">
                <a16:creationId xmlns:a16="http://schemas.microsoft.com/office/drawing/2014/main" id="{E8571AF5-4EE3-4227-830F-8A69B496F890}"/>
              </a:ext>
            </a:extLst>
          </p:cNvPr>
          <p:cNvSpPr>
            <a:spLocks noGrp="1"/>
          </p:cNvSpPr>
          <p:nvPr>
            <p:ph type="pic" idx="3"/>
          </p:nvPr>
        </p:nvSpPr>
        <p:spPr>
          <a:xfrm>
            <a:off x="2560320" y="1200150"/>
            <a:ext cx="418338" cy="418338"/>
          </a:xfrm>
          <a:prstGeom prst="rect">
            <a:avLst/>
          </a:prstGeom>
          <a:noFill/>
          <a:ln>
            <a:noFill/>
          </a:ln>
        </p:spPr>
      </p:sp>
      <p:sp>
        <p:nvSpPr>
          <p:cNvPr id="118" name="Google Shape;118;p10">
            <a:extLst>
              <a:ext uri="{FF2B5EF4-FFF2-40B4-BE49-F238E27FC236}">
                <a16:creationId xmlns:a16="http://schemas.microsoft.com/office/drawing/2014/main" id="{895D131A-952B-4F6F-95BA-6B29E961F312}"/>
              </a:ext>
            </a:extLst>
          </p:cNvPr>
          <p:cNvSpPr>
            <a:spLocks noGrp="1"/>
          </p:cNvSpPr>
          <p:nvPr>
            <p:ph type="body" idx="4"/>
          </p:nvPr>
        </p:nvSpPr>
        <p:spPr>
          <a:xfrm>
            <a:off x="2560321" y="1714498"/>
            <a:ext cx="1874519" cy="2914652"/>
          </a:xfrm>
          <a:prstGeom prst="rect">
            <a:avLst/>
          </a:prstGeom>
          <a:noFill/>
          <a:ln>
            <a:noFill/>
          </a:ln>
        </p:spPr>
        <p:txBody>
          <a:bodyPr spcFirstLastPara="1" wrap="square" lIns="0" tIns="0" rIns="0" bIns="0" anchor="t">
            <a:noAutofit/>
          </a:bodyPr>
          <a:lstStyle>
            <a:lvl1pPr marL="457200" indent="-290512" algn="l">
              <a:lnSpc>
                <a:spcPct val="95000"/>
              </a:lnSpc>
              <a:spcBef>
                <a:spcPts val="750"/>
              </a:spcBef>
              <a:spcAft>
                <a:spcPts val="0"/>
              </a:spcAft>
              <a:buChar char="▪"/>
              <a:defRPr sz="975"/>
            </a:lvl1pPr>
            <a:lvl2pPr marL="914400" indent="-290512" algn="l">
              <a:lnSpc>
                <a:spcPct val="95000"/>
              </a:lnSpc>
              <a:spcBef>
                <a:spcPts val="375"/>
              </a:spcBef>
              <a:spcAft>
                <a:spcPts val="0"/>
              </a:spcAft>
              <a:buChar char="–"/>
              <a:defRPr sz="975"/>
            </a:lvl2pPr>
            <a:lvl3pPr marL="1371600" indent="-290512" algn="l">
              <a:lnSpc>
                <a:spcPct val="95000"/>
              </a:lnSpc>
              <a:spcBef>
                <a:spcPts val="375"/>
              </a:spcBef>
              <a:spcAft>
                <a:spcPts val="0"/>
              </a:spcAft>
              <a:buChar char="–"/>
              <a:defRPr sz="975"/>
            </a:lvl3pPr>
            <a:lvl4pPr marL="1828800" indent="-290512" algn="l">
              <a:lnSpc>
                <a:spcPct val="95000"/>
              </a:lnSpc>
              <a:spcBef>
                <a:spcPts val="375"/>
              </a:spcBef>
              <a:spcAft>
                <a:spcPts val="0"/>
              </a:spcAft>
              <a:buChar char="–"/>
              <a:defRPr sz="975"/>
            </a:lvl4pPr>
            <a:lvl5pPr marL="2286000" indent="-290512" algn="l">
              <a:lnSpc>
                <a:spcPct val="95000"/>
              </a:lnSpc>
              <a:spcBef>
                <a:spcPts val="375"/>
              </a:spcBef>
              <a:spcAft>
                <a:spcPts val="0"/>
              </a:spcAft>
              <a:buChar char="–"/>
              <a:defRPr sz="975"/>
            </a:lvl5pPr>
            <a:lvl6pPr marL="2743200" indent="-290512" algn="l">
              <a:lnSpc>
                <a:spcPct val="95000"/>
              </a:lnSpc>
              <a:spcBef>
                <a:spcPts val="375"/>
              </a:spcBef>
              <a:spcAft>
                <a:spcPts val="0"/>
              </a:spcAft>
              <a:buChar char="–"/>
              <a:defRPr sz="975"/>
            </a:lvl6pPr>
            <a:lvl7pPr marL="3200400" indent="-290512" algn="l">
              <a:lnSpc>
                <a:spcPct val="95000"/>
              </a:lnSpc>
              <a:spcBef>
                <a:spcPts val="375"/>
              </a:spcBef>
              <a:spcAft>
                <a:spcPts val="0"/>
              </a:spcAft>
              <a:buChar char="–"/>
              <a:defRPr sz="975"/>
            </a:lvl7pPr>
            <a:lvl8pPr marL="3657600" indent="-290512" algn="l">
              <a:lnSpc>
                <a:spcPct val="95000"/>
              </a:lnSpc>
              <a:spcBef>
                <a:spcPts val="375"/>
              </a:spcBef>
              <a:spcAft>
                <a:spcPts val="0"/>
              </a:spcAft>
              <a:buChar char="–"/>
              <a:defRPr sz="975"/>
            </a:lvl8pPr>
            <a:lvl9pPr marL="4114800" indent="-290512" algn="l">
              <a:lnSpc>
                <a:spcPct val="95000"/>
              </a:lnSpc>
              <a:spcBef>
                <a:spcPts val="375"/>
              </a:spcBef>
              <a:spcAft>
                <a:spcPts val="0"/>
              </a:spcAft>
              <a:buChar char="–"/>
              <a:defRPr sz="975"/>
            </a:lvl9pPr>
          </a:lstStyle>
          <a:p>
            <a:endParaRPr/>
          </a:p>
        </p:txBody>
      </p:sp>
      <p:sp>
        <p:nvSpPr>
          <p:cNvPr id="119" name="Google Shape;119;p10">
            <a:extLst>
              <a:ext uri="{FF2B5EF4-FFF2-40B4-BE49-F238E27FC236}">
                <a16:creationId xmlns:a16="http://schemas.microsoft.com/office/drawing/2014/main" id="{8CF8364C-8572-45B2-AFE3-EE88D0404CC2}"/>
              </a:ext>
            </a:extLst>
          </p:cNvPr>
          <p:cNvSpPr>
            <a:spLocks noGrp="1"/>
          </p:cNvSpPr>
          <p:nvPr>
            <p:ph type="pic" idx="5"/>
          </p:nvPr>
        </p:nvSpPr>
        <p:spPr>
          <a:xfrm>
            <a:off x="4709160" y="1200150"/>
            <a:ext cx="418338" cy="418338"/>
          </a:xfrm>
          <a:prstGeom prst="rect">
            <a:avLst/>
          </a:prstGeom>
          <a:noFill/>
          <a:ln>
            <a:noFill/>
          </a:ln>
        </p:spPr>
      </p:sp>
      <p:sp>
        <p:nvSpPr>
          <p:cNvPr id="120" name="Google Shape;120;p10">
            <a:extLst>
              <a:ext uri="{FF2B5EF4-FFF2-40B4-BE49-F238E27FC236}">
                <a16:creationId xmlns:a16="http://schemas.microsoft.com/office/drawing/2014/main" id="{BED51788-D18B-437E-84AE-D0ED437E4340}"/>
              </a:ext>
            </a:extLst>
          </p:cNvPr>
          <p:cNvSpPr>
            <a:spLocks noGrp="1"/>
          </p:cNvSpPr>
          <p:nvPr>
            <p:ph type="body" idx="6"/>
          </p:nvPr>
        </p:nvSpPr>
        <p:spPr>
          <a:xfrm>
            <a:off x="4709161" y="1714498"/>
            <a:ext cx="1874519" cy="2914652"/>
          </a:xfrm>
          <a:prstGeom prst="rect">
            <a:avLst/>
          </a:prstGeom>
          <a:noFill/>
          <a:ln>
            <a:noFill/>
          </a:ln>
        </p:spPr>
        <p:txBody>
          <a:bodyPr spcFirstLastPara="1" wrap="square" lIns="0" tIns="0" rIns="0" bIns="0" anchor="t">
            <a:noAutofit/>
          </a:bodyPr>
          <a:lstStyle>
            <a:lvl1pPr marL="457200" indent="-290512" algn="l">
              <a:lnSpc>
                <a:spcPct val="95000"/>
              </a:lnSpc>
              <a:spcBef>
                <a:spcPts val="750"/>
              </a:spcBef>
              <a:spcAft>
                <a:spcPts val="0"/>
              </a:spcAft>
              <a:buChar char="▪"/>
              <a:defRPr sz="975"/>
            </a:lvl1pPr>
            <a:lvl2pPr marL="914400" indent="-290512" algn="l">
              <a:lnSpc>
                <a:spcPct val="95000"/>
              </a:lnSpc>
              <a:spcBef>
                <a:spcPts val="375"/>
              </a:spcBef>
              <a:spcAft>
                <a:spcPts val="0"/>
              </a:spcAft>
              <a:buChar char="–"/>
              <a:defRPr sz="975"/>
            </a:lvl2pPr>
            <a:lvl3pPr marL="1371600" indent="-290512" algn="l">
              <a:lnSpc>
                <a:spcPct val="95000"/>
              </a:lnSpc>
              <a:spcBef>
                <a:spcPts val="375"/>
              </a:spcBef>
              <a:spcAft>
                <a:spcPts val="0"/>
              </a:spcAft>
              <a:buChar char="–"/>
              <a:defRPr sz="975"/>
            </a:lvl3pPr>
            <a:lvl4pPr marL="1828800" indent="-290512" algn="l">
              <a:lnSpc>
                <a:spcPct val="95000"/>
              </a:lnSpc>
              <a:spcBef>
                <a:spcPts val="375"/>
              </a:spcBef>
              <a:spcAft>
                <a:spcPts val="0"/>
              </a:spcAft>
              <a:buChar char="–"/>
              <a:defRPr sz="975"/>
            </a:lvl4pPr>
            <a:lvl5pPr marL="2286000" indent="-290512" algn="l">
              <a:lnSpc>
                <a:spcPct val="95000"/>
              </a:lnSpc>
              <a:spcBef>
                <a:spcPts val="375"/>
              </a:spcBef>
              <a:spcAft>
                <a:spcPts val="0"/>
              </a:spcAft>
              <a:buChar char="–"/>
              <a:defRPr sz="975"/>
            </a:lvl5pPr>
            <a:lvl6pPr marL="2743200" indent="-290512" algn="l">
              <a:lnSpc>
                <a:spcPct val="95000"/>
              </a:lnSpc>
              <a:spcBef>
                <a:spcPts val="375"/>
              </a:spcBef>
              <a:spcAft>
                <a:spcPts val="0"/>
              </a:spcAft>
              <a:buChar char="–"/>
              <a:defRPr sz="975"/>
            </a:lvl6pPr>
            <a:lvl7pPr marL="3200400" indent="-290512" algn="l">
              <a:lnSpc>
                <a:spcPct val="95000"/>
              </a:lnSpc>
              <a:spcBef>
                <a:spcPts val="375"/>
              </a:spcBef>
              <a:spcAft>
                <a:spcPts val="0"/>
              </a:spcAft>
              <a:buChar char="–"/>
              <a:defRPr sz="975"/>
            </a:lvl7pPr>
            <a:lvl8pPr marL="3657600" indent="-290512" algn="l">
              <a:lnSpc>
                <a:spcPct val="95000"/>
              </a:lnSpc>
              <a:spcBef>
                <a:spcPts val="375"/>
              </a:spcBef>
              <a:spcAft>
                <a:spcPts val="0"/>
              </a:spcAft>
              <a:buChar char="–"/>
              <a:defRPr sz="975"/>
            </a:lvl8pPr>
            <a:lvl9pPr marL="4114800" indent="-290512" algn="l">
              <a:lnSpc>
                <a:spcPct val="95000"/>
              </a:lnSpc>
              <a:spcBef>
                <a:spcPts val="375"/>
              </a:spcBef>
              <a:spcAft>
                <a:spcPts val="0"/>
              </a:spcAft>
              <a:buChar char="–"/>
              <a:defRPr sz="975"/>
            </a:lvl9pPr>
          </a:lstStyle>
          <a:p>
            <a:endParaRPr/>
          </a:p>
        </p:txBody>
      </p:sp>
      <p:sp>
        <p:nvSpPr>
          <p:cNvPr id="121" name="Google Shape;121;p10">
            <a:extLst>
              <a:ext uri="{FF2B5EF4-FFF2-40B4-BE49-F238E27FC236}">
                <a16:creationId xmlns:a16="http://schemas.microsoft.com/office/drawing/2014/main" id="{F967FD6F-9876-4594-90BF-BD15F3BBB087}"/>
              </a:ext>
            </a:extLst>
          </p:cNvPr>
          <p:cNvSpPr>
            <a:spLocks noGrp="1"/>
          </p:cNvSpPr>
          <p:nvPr>
            <p:ph type="pic" idx="7"/>
          </p:nvPr>
        </p:nvSpPr>
        <p:spPr>
          <a:xfrm>
            <a:off x="6858000" y="1200150"/>
            <a:ext cx="418338" cy="418338"/>
          </a:xfrm>
          <a:prstGeom prst="rect">
            <a:avLst/>
          </a:prstGeom>
          <a:noFill/>
          <a:ln>
            <a:noFill/>
          </a:ln>
        </p:spPr>
      </p:sp>
      <p:sp>
        <p:nvSpPr>
          <p:cNvPr id="122" name="Google Shape;122;p10">
            <a:extLst>
              <a:ext uri="{FF2B5EF4-FFF2-40B4-BE49-F238E27FC236}">
                <a16:creationId xmlns:a16="http://schemas.microsoft.com/office/drawing/2014/main" id="{DE7F7D1F-FF34-40C6-8B0A-38113543AD8D}"/>
              </a:ext>
            </a:extLst>
          </p:cNvPr>
          <p:cNvSpPr>
            <a:spLocks noGrp="1"/>
          </p:cNvSpPr>
          <p:nvPr>
            <p:ph type="body" idx="8"/>
          </p:nvPr>
        </p:nvSpPr>
        <p:spPr>
          <a:xfrm>
            <a:off x="6858001" y="1714498"/>
            <a:ext cx="1874519" cy="2914652"/>
          </a:xfrm>
          <a:prstGeom prst="rect">
            <a:avLst/>
          </a:prstGeom>
          <a:noFill/>
          <a:ln>
            <a:noFill/>
          </a:ln>
        </p:spPr>
        <p:txBody>
          <a:bodyPr spcFirstLastPara="1" wrap="square" lIns="0" tIns="0" rIns="0" bIns="0" anchor="t">
            <a:noAutofit/>
          </a:bodyPr>
          <a:lstStyle>
            <a:lvl1pPr marL="457200" indent="-290512" algn="l">
              <a:lnSpc>
                <a:spcPct val="95000"/>
              </a:lnSpc>
              <a:spcBef>
                <a:spcPts val="750"/>
              </a:spcBef>
              <a:spcAft>
                <a:spcPts val="0"/>
              </a:spcAft>
              <a:buChar char="▪"/>
              <a:defRPr sz="975"/>
            </a:lvl1pPr>
            <a:lvl2pPr marL="914400" indent="-290512" algn="l">
              <a:lnSpc>
                <a:spcPct val="95000"/>
              </a:lnSpc>
              <a:spcBef>
                <a:spcPts val="375"/>
              </a:spcBef>
              <a:spcAft>
                <a:spcPts val="0"/>
              </a:spcAft>
              <a:buChar char="–"/>
              <a:defRPr sz="975"/>
            </a:lvl2pPr>
            <a:lvl3pPr marL="1371600" indent="-290512" algn="l">
              <a:lnSpc>
                <a:spcPct val="95000"/>
              </a:lnSpc>
              <a:spcBef>
                <a:spcPts val="375"/>
              </a:spcBef>
              <a:spcAft>
                <a:spcPts val="0"/>
              </a:spcAft>
              <a:buChar char="–"/>
              <a:defRPr sz="975"/>
            </a:lvl3pPr>
            <a:lvl4pPr marL="1828800" indent="-290512" algn="l">
              <a:lnSpc>
                <a:spcPct val="95000"/>
              </a:lnSpc>
              <a:spcBef>
                <a:spcPts val="375"/>
              </a:spcBef>
              <a:spcAft>
                <a:spcPts val="0"/>
              </a:spcAft>
              <a:buChar char="–"/>
              <a:defRPr sz="975"/>
            </a:lvl4pPr>
            <a:lvl5pPr marL="2286000" indent="-290512" algn="l">
              <a:lnSpc>
                <a:spcPct val="95000"/>
              </a:lnSpc>
              <a:spcBef>
                <a:spcPts val="375"/>
              </a:spcBef>
              <a:spcAft>
                <a:spcPts val="0"/>
              </a:spcAft>
              <a:buChar char="–"/>
              <a:defRPr sz="975"/>
            </a:lvl5pPr>
            <a:lvl6pPr marL="2743200" indent="-290512" algn="l">
              <a:lnSpc>
                <a:spcPct val="95000"/>
              </a:lnSpc>
              <a:spcBef>
                <a:spcPts val="375"/>
              </a:spcBef>
              <a:spcAft>
                <a:spcPts val="0"/>
              </a:spcAft>
              <a:buChar char="–"/>
              <a:defRPr sz="975"/>
            </a:lvl6pPr>
            <a:lvl7pPr marL="3200400" indent="-290512" algn="l">
              <a:lnSpc>
                <a:spcPct val="95000"/>
              </a:lnSpc>
              <a:spcBef>
                <a:spcPts val="375"/>
              </a:spcBef>
              <a:spcAft>
                <a:spcPts val="0"/>
              </a:spcAft>
              <a:buChar char="–"/>
              <a:defRPr sz="975"/>
            </a:lvl7pPr>
            <a:lvl8pPr marL="3657600" indent="-290512" algn="l">
              <a:lnSpc>
                <a:spcPct val="95000"/>
              </a:lnSpc>
              <a:spcBef>
                <a:spcPts val="375"/>
              </a:spcBef>
              <a:spcAft>
                <a:spcPts val="0"/>
              </a:spcAft>
              <a:buChar char="–"/>
              <a:defRPr sz="975"/>
            </a:lvl8pPr>
            <a:lvl9pPr marL="4114800" indent="-290512" algn="l">
              <a:lnSpc>
                <a:spcPct val="95000"/>
              </a:lnSpc>
              <a:spcBef>
                <a:spcPts val="375"/>
              </a:spcBef>
              <a:spcAft>
                <a:spcPts val="0"/>
              </a:spcAft>
              <a:buChar char="–"/>
              <a:defRPr sz="975"/>
            </a:lvl9pPr>
          </a:lstStyle>
          <a:p>
            <a:endParaRPr/>
          </a:p>
        </p:txBody>
      </p:sp>
      <p:sp>
        <p:nvSpPr>
          <p:cNvPr id="123" name="Google Shape;123;p10">
            <a:extLst>
              <a:ext uri="{FF2B5EF4-FFF2-40B4-BE49-F238E27FC236}">
                <a16:creationId xmlns:a16="http://schemas.microsoft.com/office/drawing/2014/main" id="{4EC4C4AC-ABE6-48A6-BC4A-E40E8137C837}"/>
              </a:ext>
            </a:extLst>
          </p:cNvPr>
          <p:cNvSpPr>
            <a:spLocks noGrp="1"/>
          </p:cNvSpPr>
          <p:nvPr>
            <p:ph type="dt" idx="10"/>
          </p:nvPr>
        </p:nvSpPr>
        <p:spPr>
          <a:xfrm>
            <a:off x="410766" y="4972050"/>
            <a:ext cx="617934" cy="171450"/>
          </a:xfrm>
          <a:prstGeom prst="rect">
            <a:avLst/>
          </a:prstGeom>
          <a:noFill/>
          <a:ln>
            <a:noFill/>
          </a:ln>
        </p:spPr>
        <p:txBody>
          <a:bodyPr spcFirstLastPara="1" wrap="square" lIns="0" tIns="45700" rIns="0" bIns="45700" anchor="b">
            <a:noAutofit/>
          </a:bodyPr>
          <a:lstStyle>
            <a:lvl1pPr algn="l">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a:endParaRPr/>
          </a:p>
        </p:txBody>
      </p:sp>
      <p:sp>
        <p:nvSpPr>
          <p:cNvPr id="124" name="Google Shape;124;p10">
            <a:extLst>
              <a:ext uri="{FF2B5EF4-FFF2-40B4-BE49-F238E27FC236}">
                <a16:creationId xmlns:a16="http://schemas.microsoft.com/office/drawing/2014/main" id="{1DEF5552-F438-4772-8CE7-B01904F54782}"/>
              </a:ext>
            </a:extLst>
          </p:cNvPr>
          <p:cNvSpPr>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oAutofit/>
          </a:bodyPr>
          <a:lstStyle>
            <a:lvl1pPr marL="0" indent="0" algn="r">
              <a:spcBef>
                <a:spcPts val="0"/>
              </a:spcBef>
              <a:spcAft>
                <a:spcPts val="0"/>
              </a:spcAft>
              <a:buNone/>
              <a:defRPr/>
            </a:lvl1pPr>
            <a:lvl2pPr marL="0" indent="0" algn="r">
              <a:spcBef>
                <a:spcPts val="0"/>
              </a:spcBef>
              <a:spcAft>
                <a:spcPts val="0"/>
              </a:spcAft>
              <a:buNone/>
              <a:defRPr/>
            </a:lvl2pPr>
            <a:lvl3pPr marL="0" indent="0" algn="r">
              <a:spcBef>
                <a:spcPts val="0"/>
              </a:spcBef>
              <a:spcAft>
                <a:spcPts val="0"/>
              </a:spcAft>
              <a:buNone/>
              <a:defRPr/>
            </a:lvl3pPr>
            <a:lvl4pPr marL="0" indent="0" algn="r">
              <a:spcBef>
                <a:spcPts val="0"/>
              </a:spcBef>
              <a:spcAft>
                <a:spcPts val="0"/>
              </a:spcAft>
              <a:buNone/>
              <a:defRPr/>
            </a:lvl4pPr>
            <a:lvl5pPr marL="0" indent="0" algn="r">
              <a:spcBef>
                <a:spcPts val="0"/>
              </a:spcBef>
              <a:spcAft>
                <a:spcPts val="0"/>
              </a:spcAft>
              <a:buNone/>
              <a:defRPr/>
            </a:lvl5pPr>
            <a:lvl6pPr marL="0" indent="0" algn="r">
              <a:spcBef>
                <a:spcPts val="0"/>
              </a:spcBef>
              <a:spcAft>
                <a:spcPts val="0"/>
              </a:spcAft>
              <a:buNone/>
              <a:defRPr/>
            </a:lvl6pPr>
            <a:lvl7pPr marL="0" indent="0" algn="r">
              <a:spcBef>
                <a:spcPts val="0"/>
              </a:spcBef>
              <a:spcAft>
                <a:spcPts val="0"/>
              </a:spcAft>
              <a:buNone/>
              <a:defRPr/>
            </a:lvl7pPr>
            <a:lvl8pPr marL="0" indent="0" algn="r">
              <a:spcBef>
                <a:spcPts val="0"/>
              </a:spcBef>
              <a:spcAft>
                <a:spcPts val="0"/>
              </a:spcAft>
              <a:buNone/>
              <a:defRPr/>
            </a:lvl8pPr>
            <a:lvl9pPr marL="0" indent="0" algn="r">
              <a:spcBef>
                <a:spcPts val="0"/>
              </a:spcBef>
              <a:spcAft>
                <a:spcPts val="0"/>
              </a:spcAft>
              <a:buNone/>
              <a:defRPr/>
            </a:lvl9pPr>
          </a:lstStyle>
          <a:p>
            <a:pPr mar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4 Numbers">
  <p:cSld name="4 Numbers">
    <p:bg>
      <p:bgPr>
        <a:solidFill>
          <a:srgbClr val="221F20"/>
        </a:solidFill>
        <a:effectLst/>
      </p:bgPr>
    </p:bg>
    <p:spTree>
      <p:nvGrpSpPr>
        <p:cNvPr id="1" name=""/>
        <p:cNvGrpSpPr/>
        <p:nvPr/>
      </p:nvGrpSpPr>
      <p:grpSpPr>
        <a:xfrm>
          <a:off x="0" y="0"/>
          <a:ext cx="0" cy="0"/>
          <a:chOff x="0" y="0"/>
          <a:chExt cx="0" cy="0"/>
        </a:xfrm>
      </p:grpSpPr>
      <p:sp>
        <p:nvSpPr>
          <p:cNvPr id="126" name="Google Shape;126;p11">
            <a:extLst>
              <a:ext uri="{FF2B5EF4-FFF2-40B4-BE49-F238E27FC236}">
                <a16:creationId xmlns:a16="http://schemas.microsoft.com/office/drawing/2014/main" id="{0079A76F-D99A-4774-8E18-34C805A3E50A}"/>
              </a:ext>
            </a:extLst>
          </p:cNvPr>
          <p:cNvSpPr>
            <a:spLocks noGrp="1"/>
          </p:cNvSpPr>
          <p:nvPr>
            <p:ph type="title"/>
          </p:nvPr>
        </p:nvSpPr>
        <p:spPr>
          <a:xfrm>
            <a:off x="411480" y="308611"/>
            <a:ext cx="6173470" cy="685800"/>
          </a:xfrm>
          <a:prstGeom prst="rect">
            <a:avLst/>
          </a:prstGeom>
          <a:noFill/>
          <a:ln>
            <a:noFill/>
          </a:ln>
        </p:spPr>
        <p:txBody>
          <a:bodyPr spcFirstLastPara="1" wrap="square" lIns="0" tIns="0" rIns="0" bIns="0" anchor="t">
            <a:noAutofit/>
          </a:bodyPr>
          <a:lstStyle>
            <a:lvl1pPr algn="l">
              <a:lnSpc>
                <a:spcPct val="90000"/>
              </a:lnSpc>
              <a:spcBef>
                <a:spcPts val="0"/>
              </a:spcBef>
              <a:spcAft>
                <a:spcPts val="0"/>
              </a:spcAft>
              <a:buNone/>
              <a:defRPr/>
            </a:lvl1pPr>
            <a:lvl2pPr>
              <a:spcBef>
                <a:spcPts val="0"/>
              </a:spcBef>
              <a:spcAft>
                <a:spcPts val="0"/>
              </a:spcAft>
              <a:buNone/>
              <a:defRPr/>
            </a:lvl2pPr>
            <a:lvl3pPr>
              <a:spcBef>
                <a:spcPts val="0"/>
              </a:spcBef>
              <a:spcAft>
                <a:spcPts val="0"/>
              </a:spcAft>
              <a:buNone/>
              <a:defRPr/>
            </a:lvl3pPr>
            <a:lvl4pPr>
              <a:spcBef>
                <a:spcPts val="0"/>
              </a:spcBef>
              <a:spcAft>
                <a:spcPts val="0"/>
              </a:spcAft>
              <a:buNone/>
              <a:defRPr/>
            </a:lvl4pPr>
            <a:lvl5pPr>
              <a:spcBef>
                <a:spcPts val="0"/>
              </a:spcBef>
              <a:spcAft>
                <a:spcPts val="0"/>
              </a:spcAft>
              <a:buNone/>
              <a:defRPr/>
            </a:lvl5pPr>
            <a:lvl6pPr>
              <a:spcBef>
                <a:spcPts val="0"/>
              </a:spcBef>
              <a:spcAft>
                <a:spcPts val="0"/>
              </a:spcAft>
              <a:buNone/>
              <a:defRPr/>
            </a:lvl6pPr>
            <a:lvl7pPr>
              <a:spcBef>
                <a:spcPts val="0"/>
              </a:spcBef>
              <a:spcAft>
                <a:spcPts val="0"/>
              </a:spcAft>
              <a:buNone/>
              <a:defRPr/>
            </a:lvl7pPr>
            <a:lvl8pPr>
              <a:spcBef>
                <a:spcPts val="0"/>
              </a:spcBef>
              <a:spcAft>
                <a:spcPts val="0"/>
              </a:spcAft>
              <a:buNone/>
              <a:defRPr/>
            </a:lvl8pPr>
            <a:lvl9pPr>
              <a:spcBef>
                <a:spcPts val="0"/>
              </a:spcBef>
              <a:spcAft>
                <a:spcPts val="0"/>
              </a:spcAft>
              <a:buNone/>
              <a:defRPr/>
            </a:lvl9pPr>
          </a:lstStyle>
          <a:p>
            <a:endParaRPr/>
          </a:p>
        </p:txBody>
      </p:sp>
      <p:cxnSp>
        <p:nvCxnSpPr>
          <p:cNvPr id="127" name="Google Shape;127;p11"/>
          <p:cNvCxnSpPr/>
          <p:nvPr/>
        </p:nvCxnSpPr>
        <p:spPr>
          <a:xfrm>
            <a:off x="411480" y="1200150"/>
            <a:ext cx="1874520" cy="0"/>
          </a:xfrm>
          <a:prstGeom prst="straightConnector1">
            <a:avLst/>
          </a:prstGeom>
          <a:ln w="19050" cap="flat">
            <a:solidFill>
              <a:schemeClr val="lt2"/>
            </a:solidFill>
            <a:prstDash val="solid"/>
            <a:miter/>
            <a:headEnd type="none" w="sm" len="sm"/>
            <a:tailEnd type="none" w="sm" len="sm"/>
          </a:ln>
        </p:spPr>
      </p:cxnSp>
      <p:sp>
        <p:nvSpPr>
          <p:cNvPr id="128" name="Google Shape;128;p11">
            <a:extLst>
              <a:ext uri="{FF2B5EF4-FFF2-40B4-BE49-F238E27FC236}">
                <a16:creationId xmlns:a16="http://schemas.microsoft.com/office/drawing/2014/main" id="{24FF35C2-E16A-4540-89C3-31481845E666}"/>
              </a:ext>
            </a:extLst>
          </p:cNvPr>
          <p:cNvSpPr>
            <a:spLocks noGrp="1"/>
          </p:cNvSpPr>
          <p:nvPr/>
        </p:nvSpPr>
        <p:spPr>
          <a:xfrm>
            <a:off x="411481" y="1303020"/>
            <a:ext cx="1874519" cy="342900"/>
          </a:xfrm>
          <a:prstGeom prst="rect">
            <a:avLst/>
          </a:prstGeom>
          <a:noFill/>
          <a:ln>
            <a:noFill/>
          </a:ln>
        </p:spPr>
        <p:txBody>
          <a:bodyPr spcFirstLastPara="1" wrap="square" lIns="0" tIns="0" rIns="0" bIns="0" anchor="t">
            <a:noAutofit/>
          </a:bodyPr>
          <a:lstStyle/>
          <a:p>
            <a:pPr marL="0" indent="0" algn="l">
              <a:lnSpc>
                <a:spcPct val="80000"/>
              </a:lnSpc>
              <a:spcBef>
                <a:spcPts val="0"/>
              </a:spcBef>
              <a:spcAft>
                <a:spcPts val="0"/>
              </a:spcAft>
              <a:buNone/>
            </a:pPr>
            <a:r>
              <a:rPr sz="2700" b="1" i="0" u="none" cap="none">
                <a:solidFill>
                  <a:schemeClr val="lt2"/>
                </a:solidFill>
                <a:latin typeface="Arial"/>
                <a:ea typeface="Arial"/>
                <a:cs typeface="Arial"/>
              </a:rPr>
              <a:t>01</a:t>
            </a:r>
          </a:p>
        </p:txBody>
      </p:sp>
      <p:sp>
        <p:nvSpPr>
          <p:cNvPr id="129" name="Google Shape;129;p11">
            <a:extLst>
              <a:ext uri="{FF2B5EF4-FFF2-40B4-BE49-F238E27FC236}">
                <a16:creationId xmlns:a16="http://schemas.microsoft.com/office/drawing/2014/main" id="{51BFB949-78EF-4C8B-99B2-4F75958901DE}"/>
              </a:ext>
            </a:extLst>
          </p:cNvPr>
          <p:cNvSpPr>
            <a:spLocks noGrp="1"/>
          </p:cNvSpPr>
          <p:nvPr>
            <p:ph type="body" idx="1"/>
          </p:nvPr>
        </p:nvSpPr>
        <p:spPr>
          <a:xfrm>
            <a:off x="411481" y="1714500"/>
            <a:ext cx="1874519" cy="2914650"/>
          </a:xfrm>
          <a:prstGeom prst="rect">
            <a:avLst/>
          </a:prstGeom>
          <a:noFill/>
          <a:ln>
            <a:noFill/>
          </a:ln>
        </p:spPr>
        <p:txBody>
          <a:bodyPr spcFirstLastPara="1" wrap="square" lIns="0" tIns="0" rIns="0" bIns="0" anchor="t">
            <a:noAutofit/>
          </a:bodyPr>
          <a:lstStyle>
            <a:lvl1pPr marL="457200" indent="-228600" algn="l">
              <a:lnSpc>
                <a:spcPct val="95000"/>
              </a:lnSpc>
              <a:spcBef>
                <a:spcPts val="750"/>
              </a:spcBef>
              <a:spcAft>
                <a:spcPts val="0"/>
              </a:spcAft>
              <a:buNone/>
              <a:defRPr sz="975">
                <a:solidFill>
                  <a:schemeClr val="lt1"/>
                </a:solidFill>
              </a:defRPr>
            </a:lvl1pPr>
            <a:lvl2pPr marL="914400" indent="-290512" algn="l">
              <a:lnSpc>
                <a:spcPct val="95000"/>
              </a:lnSpc>
              <a:spcBef>
                <a:spcPts val="750"/>
              </a:spcBef>
              <a:spcAft>
                <a:spcPts val="0"/>
              </a:spcAft>
              <a:buChar char="▪"/>
              <a:defRPr sz="975">
                <a:solidFill>
                  <a:schemeClr val="lt1"/>
                </a:solidFill>
              </a:defRPr>
            </a:lvl2pPr>
            <a:lvl3pPr marL="1371600" indent="-290512" algn="l">
              <a:lnSpc>
                <a:spcPct val="95000"/>
              </a:lnSpc>
              <a:spcBef>
                <a:spcPts val="375"/>
              </a:spcBef>
              <a:spcAft>
                <a:spcPts val="0"/>
              </a:spcAft>
              <a:buChar char="–"/>
              <a:defRPr sz="975">
                <a:solidFill>
                  <a:schemeClr val="lt1"/>
                </a:solidFill>
              </a:defRPr>
            </a:lvl3pPr>
            <a:lvl4pPr marL="1828800" indent="-290512" algn="l">
              <a:lnSpc>
                <a:spcPct val="95000"/>
              </a:lnSpc>
              <a:spcBef>
                <a:spcPts val="375"/>
              </a:spcBef>
              <a:spcAft>
                <a:spcPts val="0"/>
              </a:spcAft>
              <a:buChar char="–"/>
              <a:defRPr sz="975">
                <a:solidFill>
                  <a:schemeClr val="lt1"/>
                </a:solidFill>
              </a:defRPr>
            </a:lvl4pPr>
            <a:lvl5pPr marL="2286000" indent="-290512" algn="l">
              <a:lnSpc>
                <a:spcPct val="95000"/>
              </a:lnSpc>
              <a:spcBef>
                <a:spcPts val="375"/>
              </a:spcBef>
              <a:spcAft>
                <a:spcPts val="0"/>
              </a:spcAft>
              <a:buChar char="–"/>
              <a:defRPr sz="975">
                <a:solidFill>
                  <a:schemeClr val="lt1"/>
                </a:solidFill>
              </a:defRPr>
            </a:lvl5pPr>
            <a:lvl6pPr marL="2743200" indent="-290512" algn="l">
              <a:lnSpc>
                <a:spcPct val="95000"/>
              </a:lnSpc>
              <a:spcBef>
                <a:spcPts val="375"/>
              </a:spcBef>
              <a:spcAft>
                <a:spcPts val="0"/>
              </a:spcAft>
              <a:buChar char="–"/>
              <a:defRPr sz="975">
                <a:solidFill>
                  <a:schemeClr val="lt1"/>
                </a:solidFill>
              </a:defRPr>
            </a:lvl6pPr>
            <a:lvl7pPr marL="3200400" indent="-290512" algn="l">
              <a:lnSpc>
                <a:spcPct val="95000"/>
              </a:lnSpc>
              <a:spcBef>
                <a:spcPts val="375"/>
              </a:spcBef>
              <a:spcAft>
                <a:spcPts val="0"/>
              </a:spcAft>
              <a:buChar char="–"/>
              <a:defRPr sz="975">
                <a:solidFill>
                  <a:schemeClr val="lt1"/>
                </a:solidFill>
              </a:defRPr>
            </a:lvl7pPr>
            <a:lvl8pPr marL="3657600" indent="-290512" algn="l">
              <a:lnSpc>
                <a:spcPct val="95000"/>
              </a:lnSpc>
              <a:spcBef>
                <a:spcPts val="375"/>
              </a:spcBef>
              <a:spcAft>
                <a:spcPts val="0"/>
              </a:spcAft>
              <a:buChar char="–"/>
              <a:defRPr sz="975">
                <a:solidFill>
                  <a:schemeClr val="lt1"/>
                </a:solidFill>
              </a:defRPr>
            </a:lvl8pPr>
            <a:lvl9pPr marL="4114800" indent="-290512" algn="l">
              <a:lnSpc>
                <a:spcPct val="95000"/>
              </a:lnSpc>
              <a:spcBef>
                <a:spcPts val="375"/>
              </a:spcBef>
              <a:spcAft>
                <a:spcPts val="0"/>
              </a:spcAft>
              <a:buChar char="–"/>
              <a:defRPr sz="975">
                <a:solidFill>
                  <a:schemeClr val="lt1"/>
                </a:solidFill>
              </a:defRPr>
            </a:lvl9pPr>
          </a:lstStyle>
          <a:p>
            <a:endParaRPr/>
          </a:p>
        </p:txBody>
      </p:sp>
      <p:cxnSp>
        <p:nvCxnSpPr>
          <p:cNvPr id="130" name="Google Shape;130;p11"/>
          <p:cNvCxnSpPr/>
          <p:nvPr/>
        </p:nvCxnSpPr>
        <p:spPr>
          <a:xfrm>
            <a:off x="2560320" y="1200150"/>
            <a:ext cx="1874520" cy="0"/>
          </a:xfrm>
          <a:prstGeom prst="straightConnector1">
            <a:avLst/>
          </a:prstGeom>
          <a:ln w="19050" cap="flat">
            <a:solidFill>
              <a:schemeClr val="lt2"/>
            </a:solidFill>
            <a:prstDash val="solid"/>
            <a:miter/>
            <a:headEnd type="none" w="sm" len="sm"/>
            <a:tailEnd type="none" w="sm" len="sm"/>
          </a:ln>
        </p:spPr>
      </p:cxnSp>
      <p:sp>
        <p:nvSpPr>
          <p:cNvPr id="131" name="Google Shape;131;p11">
            <a:extLst>
              <a:ext uri="{FF2B5EF4-FFF2-40B4-BE49-F238E27FC236}">
                <a16:creationId xmlns:a16="http://schemas.microsoft.com/office/drawing/2014/main" id="{E4B49C71-5F41-490F-9002-6201532B340D}"/>
              </a:ext>
            </a:extLst>
          </p:cNvPr>
          <p:cNvSpPr>
            <a:spLocks noGrp="1"/>
          </p:cNvSpPr>
          <p:nvPr/>
        </p:nvSpPr>
        <p:spPr>
          <a:xfrm>
            <a:off x="2560321" y="1303020"/>
            <a:ext cx="1874519" cy="342900"/>
          </a:xfrm>
          <a:prstGeom prst="rect">
            <a:avLst/>
          </a:prstGeom>
          <a:noFill/>
          <a:ln>
            <a:noFill/>
          </a:ln>
        </p:spPr>
        <p:txBody>
          <a:bodyPr spcFirstLastPara="1" wrap="square" lIns="0" tIns="0" rIns="0" bIns="0" anchor="t">
            <a:noAutofit/>
          </a:bodyPr>
          <a:lstStyle/>
          <a:p>
            <a:pPr marL="0" indent="0" algn="l">
              <a:lnSpc>
                <a:spcPct val="80000"/>
              </a:lnSpc>
              <a:spcBef>
                <a:spcPts val="0"/>
              </a:spcBef>
              <a:spcAft>
                <a:spcPts val="0"/>
              </a:spcAft>
              <a:buNone/>
            </a:pPr>
            <a:r>
              <a:rPr sz="2700" b="1" i="0" u="none" cap="none">
                <a:solidFill>
                  <a:schemeClr val="lt2"/>
                </a:solidFill>
                <a:latin typeface="Arial"/>
                <a:ea typeface="Arial"/>
                <a:cs typeface="Arial"/>
              </a:rPr>
              <a:t>02</a:t>
            </a:r>
          </a:p>
        </p:txBody>
      </p:sp>
      <p:sp>
        <p:nvSpPr>
          <p:cNvPr id="132" name="Google Shape;132;p11">
            <a:extLst>
              <a:ext uri="{FF2B5EF4-FFF2-40B4-BE49-F238E27FC236}">
                <a16:creationId xmlns:a16="http://schemas.microsoft.com/office/drawing/2014/main" id="{344EEC93-F8FA-4857-B66E-DF3EE5EB0B7C}"/>
              </a:ext>
            </a:extLst>
          </p:cNvPr>
          <p:cNvSpPr>
            <a:spLocks noGrp="1"/>
          </p:cNvSpPr>
          <p:nvPr>
            <p:ph type="body" idx="2"/>
          </p:nvPr>
        </p:nvSpPr>
        <p:spPr>
          <a:xfrm>
            <a:off x="2560321" y="1714500"/>
            <a:ext cx="1874519" cy="2914650"/>
          </a:xfrm>
          <a:prstGeom prst="rect">
            <a:avLst/>
          </a:prstGeom>
          <a:noFill/>
          <a:ln>
            <a:noFill/>
          </a:ln>
        </p:spPr>
        <p:txBody>
          <a:bodyPr spcFirstLastPara="1" wrap="square" lIns="0" tIns="0" rIns="0" bIns="0" anchor="t">
            <a:noAutofit/>
          </a:bodyPr>
          <a:lstStyle>
            <a:lvl1pPr marL="457200" indent="-228600" algn="l">
              <a:lnSpc>
                <a:spcPct val="95000"/>
              </a:lnSpc>
              <a:spcBef>
                <a:spcPts val="750"/>
              </a:spcBef>
              <a:spcAft>
                <a:spcPts val="0"/>
              </a:spcAft>
              <a:buNone/>
              <a:defRPr sz="975">
                <a:solidFill>
                  <a:schemeClr val="lt1"/>
                </a:solidFill>
              </a:defRPr>
            </a:lvl1pPr>
            <a:lvl2pPr marL="914400" indent="-290512" algn="l">
              <a:lnSpc>
                <a:spcPct val="95000"/>
              </a:lnSpc>
              <a:spcBef>
                <a:spcPts val="750"/>
              </a:spcBef>
              <a:spcAft>
                <a:spcPts val="0"/>
              </a:spcAft>
              <a:buChar char="▪"/>
              <a:defRPr sz="975">
                <a:solidFill>
                  <a:schemeClr val="lt1"/>
                </a:solidFill>
              </a:defRPr>
            </a:lvl2pPr>
            <a:lvl3pPr marL="1371600" indent="-290512" algn="l">
              <a:lnSpc>
                <a:spcPct val="95000"/>
              </a:lnSpc>
              <a:spcBef>
                <a:spcPts val="375"/>
              </a:spcBef>
              <a:spcAft>
                <a:spcPts val="0"/>
              </a:spcAft>
              <a:buChar char="–"/>
              <a:defRPr sz="975">
                <a:solidFill>
                  <a:schemeClr val="lt1"/>
                </a:solidFill>
              </a:defRPr>
            </a:lvl3pPr>
            <a:lvl4pPr marL="1828800" indent="-290512" algn="l">
              <a:lnSpc>
                <a:spcPct val="95000"/>
              </a:lnSpc>
              <a:spcBef>
                <a:spcPts val="375"/>
              </a:spcBef>
              <a:spcAft>
                <a:spcPts val="0"/>
              </a:spcAft>
              <a:buChar char="–"/>
              <a:defRPr sz="975">
                <a:solidFill>
                  <a:schemeClr val="lt1"/>
                </a:solidFill>
              </a:defRPr>
            </a:lvl4pPr>
            <a:lvl5pPr marL="2286000" indent="-290512" algn="l">
              <a:lnSpc>
                <a:spcPct val="95000"/>
              </a:lnSpc>
              <a:spcBef>
                <a:spcPts val="375"/>
              </a:spcBef>
              <a:spcAft>
                <a:spcPts val="0"/>
              </a:spcAft>
              <a:buChar char="–"/>
              <a:defRPr sz="975">
                <a:solidFill>
                  <a:schemeClr val="lt1"/>
                </a:solidFill>
              </a:defRPr>
            </a:lvl5pPr>
            <a:lvl6pPr marL="2743200" indent="-290512" algn="l">
              <a:lnSpc>
                <a:spcPct val="95000"/>
              </a:lnSpc>
              <a:spcBef>
                <a:spcPts val="375"/>
              </a:spcBef>
              <a:spcAft>
                <a:spcPts val="0"/>
              </a:spcAft>
              <a:buChar char="–"/>
              <a:defRPr sz="975">
                <a:solidFill>
                  <a:schemeClr val="lt1"/>
                </a:solidFill>
              </a:defRPr>
            </a:lvl6pPr>
            <a:lvl7pPr marL="3200400" indent="-290512" algn="l">
              <a:lnSpc>
                <a:spcPct val="95000"/>
              </a:lnSpc>
              <a:spcBef>
                <a:spcPts val="375"/>
              </a:spcBef>
              <a:spcAft>
                <a:spcPts val="0"/>
              </a:spcAft>
              <a:buChar char="–"/>
              <a:defRPr sz="975">
                <a:solidFill>
                  <a:schemeClr val="lt1"/>
                </a:solidFill>
              </a:defRPr>
            </a:lvl7pPr>
            <a:lvl8pPr marL="3657600" indent="-290512" algn="l">
              <a:lnSpc>
                <a:spcPct val="95000"/>
              </a:lnSpc>
              <a:spcBef>
                <a:spcPts val="375"/>
              </a:spcBef>
              <a:spcAft>
                <a:spcPts val="0"/>
              </a:spcAft>
              <a:buChar char="–"/>
              <a:defRPr sz="975">
                <a:solidFill>
                  <a:schemeClr val="lt1"/>
                </a:solidFill>
              </a:defRPr>
            </a:lvl8pPr>
            <a:lvl9pPr marL="4114800" indent="-290512" algn="l">
              <a:lnSpc>
                <a:spcPct val="95000"/>
              </a:lnSpc>
              <a:spcBef>
                <a:spcPts val="375"/>
              </a:spcBef>
              <a:spcAft>
                <a:spcPts val="0"/>
              </a:spcAft>
              <a:buChar char="–"/>
              <a:defRPr sz="975">
                <a:solidFill>
                  <a:schemeClr val="lt1"/>
                </a:solidFill>
              </a:defRPr>
            </a:lvl9pPr>
          </a:lstStyle>
          <a:p>
            <a:endParaRPr/>
          </a:p>
        </p:txBody>
      </p:sp>
      <p:cxnSp>
        <p:nvCxnSpPr>
          <p:cNvPr id="133" name="Google Shape;133;p11"/>
          <p:cNvCxnSpPr/>
          <p:nvPr/>
        </p:nvCxnSpPr>
        <p:spPr>
          <a:xfrm>
            <a:off x="4709160" y="1200150"/>
            <a:ext cx="1874520" cy="0"/>
          </a:xfrm>
          <a:prstGeom prst="straightConnector1">
            <a:avLst/>
          </a:prstGeom>
          <a:ln w="19050" cap="flat">
            <a:solidFill>
              <a:schemeClr val="lt2"/>
            </a:solidFill>
            <a:prstDash val="solid"/>
            <a:miter/>
            <a:headEnd type="none" w="sm" len="sm"/>
            <a:tailEnd type="none" w="sm" len="sm"/>
          </a:ln>
        </p:spPr>
      </p:cxnSp>
      <p:sp>
        <p:nvSpPr>
          <p:cNvPr id="134" name="Google Shape;134;p11">
            <a:extLst>
              <a:ext uri="{FF2B5EF4-FFF2-40B4-BE49-F238E27FC236}">
                <a16:creationId xmlns:a16="http://schemas.microsoft.com/office/drawing/2014/main" id="{41816C8F-C70C-469B-8974-7DD675D31298}"/>
              </a:ext>
            </a:extLst>
          </p:cNvPr>
          <p:cNvSpPr>
            <a:spLocks noGrp="1"/>
          </p:cNvSpPr>
          <p:nvPr/>
        </p:nvSpPr>
        <p:spPr>
          <a:xfrm>
            <a:off x="4709161" y="1303020"/>
            <a:ext cx="1874519" cy="342900"/>
          </a:xfrm>
          <a:prstGeom prst="rect">
            <a:avLst/>
          </a:prstGeom>
          <a:noFill/>
          <a:ln>
            <a:noFill/>
          </a:ln>
        </p:spPr>
        <p:txBody>
          <a:bodyPr spcFirstLastPara="1" wrap="square" lIns="0" tIns="0" rIns="0" bIns="0" anchor="t">
            <a:noAutofit/>
          </a:bodyPr>
          <a:lstStyle/>
          <a:p>
            <a:pPr marL="0" indent="0" algn="l">
              <a:lnSpc>
                <a:spcPct val="80000"/>
              </a:lnSpc>
              <a:spcBef>
                <a:spcPts val="0"/>
              </a:spcBef>
              <a:spcAft>
                <a:spcPts val="0"/>
              </a:spcAft>
              <a:buNone/>
            </a:pPr>
            <a:r>
              <a:rPr sz="2700" b="1" i="0" u="none" cap="none">
                <a:solidFill>
                  <a:schemeClr val="lt2"/>
                </a:solidFill>
                <a:latin typeface="Arial"/>
                <a:ea typeface="Arial"/>
                <a:cs typeface="Arial"/>
              </a:rPr>
              <a:t>03</a:t>
            </a:r>
          </a:p>
        </p:txBody>
      </p:sp>
      <p:sp>
        <p:nvSpPr>
          <p:cNvPr id="135" name="Google Shape;135;p11">
            <a:extLst>
              <a:ext uri="{FF2B5EF4-FFF2-40B4-BE49-F238E27FC236}">
                <a16:creationId xmlns:a16="http://schemas.microsoft.com/office/drawing/2014/main" id="{79602244-363A-4286-AF8C-09EFA6427483}"/>
              </a:ext>
            </a:extLst>
          </p:cNvPr>
          <p:cNvSpPr>
            <a:spLocks noGrp="1"/>
          </p:cNvSpPr>
          <p:nvPr>
            <p:ph type="body" idx="3"/>
          </p:nvPr>
        </p:nvSpPr>
        <p:spPr>
          <a:xfrm>
            <a:off x="4709161" y="1714500"/>
            <a:ext cx="1874519" cy="2914650"/>
          </a:xfrm>
          <a:prstGeom prst="rect">
            <a:avLst/>
          </a:prstGeom>
          <a:noFill/>
          <a:ln>
            <a:noFill/>
          </a:ln>
        </p:spPr>
        <p:txBody>
          <a:bodyPr spcFirstLastPara="1" wrap="square" lIns="0" tIns="0" rIns="0" bIns="0" anchor="t">
            <a:noAutofit/>
          </a:bodyPr>
          <a:lstStyle>
            <a:lvl1pPr marL="457200" indent="-228600" algn="l">
              <a:lnSpc>
                <a:spcPct val="95000"/>
              </a:lnSpc>
              <a:spcBef>
                <a:spcPts val="750"/>
              </a:spcBef>
              <a:spcAft>
                <a:spcPts val="0"/>
              </a:spcAft>
              <a:buNone/>
              <a:defRPr sz="975">
                <a:solidFill>
                  <a:schemeClr val="lt1"/>
                </a:solidFill>
              </a:defRPr>
            </a:lvl1pPr>
            <a:lvl2pPr marL="914400" indent="-290512" algn="l">
              <a:lnSpc>
                <a:spcPct val="95000"/>
              </a:lnSpc>
              <a:spcBef>
                <a:spcPts val="750"/>
              </a:spcBef>
              <a:spcAft>
                <a:spcPts val="0"/>
              </a:spcAft>
              <a:buChar char="▪"/>
              <a:defRPr sz="975">
                <a:solidFill>
                  <a:schemeClr val="lt1"/>
                </a:solidFill>
              </a:defRPr>
            </a:lvl2pPr>
            <a:lvl3pPr marL="1371600" indent="-290512" algn="l">
              <a:lnSpc>
                <a:spcPct val="95000"/>
              </a:lnSpc>
              <a:spcBef>
                <a:spcPts val="375"/>
              </a:spcBef>
              <a:spcAft>
                <a:spcPts val="0"/>
              </a:spcAft>
              <a:buChar char="–"/>
              <a:defRPr sz="975">
                <a:solidFill>
                  <a:schemeClr val="lt1"/>
                </a:solidFill>
              </a:defRPr>
            </a:lvl3pPr>
            <a:lvl4pPr marL="1828800" indent="-290512" algn="l">
              <a:lnSpc>
                <a:spcPct val="95000"/>
              </a:lnSpc>
              <a:spcBef>
                <a:spcPts val="375"/>
              </a:spcBef>
              <a:spcAft>
                <a:spcPts val="0"/>
              </a:spcAft>
              <a:buChar char="–"/>
              <a:defRPr sz="975">
                <a:solidFill>
                  <a:schemeClr val="lt1"/>
                </a:solidFill>
              </a:defRPr>
            </a:lvl4pPr>
            <a:lvl5pPr marL="2286000" indent="-290512" algn="l">
              <a:lnSpc>
                <a:spcPct val="95000"/>
              </a:lnSpc>
              <a:spcBef>
                <a:spcPts val="375"/>
              </a:spcBef>
              <a:spcAft>
                <a:spcPts val="0"/>
              </a:spcAft>
              <a:buChar char="–"/>
              <a:defRPr sz="975">
                <a:solidFill>
                  <a:schemeClr val="lt1"/>
                </a:solidFill>
              </a:defRPr>
            </a:lvl5pPr>
            <a:lvl6pPr marL="2743200" indent="-290512" algn="l">
              <a:lnSpc>
                <a:spcPct val="95000"/>
              </a:lnSpc>
              <a:spcBef>
                <a:spcPts val="375"/>
              </a:spcBef>
              <a:spcAft>
                <a:spcPts val="0"/>
              </a:spcAft>
              <a:buChar char="–"/>
              <a:defRPr sz="975">
                <a:solidFill>
                  <a:schemeClr val="lt1"/>
                </a:solidFill>
              </a:defRPr>
            </a:lvl6pPr>
            <a:lvl7pPr marL="3200400" indent="-290512" algn="l">
              <a:lnSpc>
                <a:spcPct val="95000"/>
              </a:lnSpc>
              <a:spcBef>
                <a:spcPts val="375"/>
              </a:spcBef>
              <a:spcAft>
                <a:spcPts val="0"/>
              </a:spcAft>
              <a:buChar char="–"/>
              <a:defRPr sz="975">
                <a:solidFill>
                  <a:schemeClr val="lt1"/>
                </a:solidFill>
              </a:defRPr>
            </a:lvl7pPr>
            <a:lvl8pPr marL="3657600" indent="-290512" algn="l">
              <a:lnSpc>
                <a:spcPct val="95000"/>
              </a:lnSpc>
              <a:spcBef>
                <a:spcPts val="375"/>
              </a:spcBef>
              <a:spcAft>
                <a:spcPts val="0"/>
              </a:spcAft>
              <a:buChar char="–"/>
              <a:defRPr sz="975">
                <a:solidFill>
                  <a:schemeClr val="lt1"/>
                </a:solidFill>
              </a:defRPr>
            </a:lvl8pPr>
            <a:lvl9pPr marL="4114800" indent="-290512" algn="l">
              <a:lnSpc>
                <a:spcPct val="95000"/>
              </a:lnSpc>
              <a:spcBef>
                <a:spcPts val="375"/>
              </a:spcBef>
              <a:spcAft>
                <a:spcPts val="0"/>
              </a:spcAft>
              <a:buChar char="–"/>
              <a:defRPr sz="975">
                <a:solidFill>
                  <a:schemeClr val="lt1"/>
                </a:solidFill>
              </a:defRPr>
            </a:lvl9pPr>
          </a:lstStyle>
          <a:p>
            <a:endParaRPr/>
          </a:p>
        </p:txBody>
      </p:sp>
      <p:cxnSp>
        <p:nvCxnSpPr>
          <p:cNvPr id="136" name="Google Shape;136;p11"/>
          <p:cNvCxnSpPr/>
          <p:nvPr/>
        </p:nvCxnSpPr>
        <p:spPr>
          <a:xfrm>
            <a:off x="6858000" y="1200150"/>
            <a:ext cx="1874520" cy="0"/>
          </a:xfrm>
          <a:prstGeom prst="straightConnector1">
            <a:avLst/>
          </a:prstGeom>
          <a:ln w="19050" cap="flat">
            <a:solidFill>
              <a:schemeClr val="lt2"/>
            </a:solidFill>
            <a:prstDash val="solid"/>
            <a:miter/>
            <a:headEnd type="none" w="sm" len="sm"/>
            <a:tailEnd type="none" w="sm" len="sm"/>
          </a:ln>
        </p:spPr>
      </p:cxnSp>
      <p:sp>
        <p:nvSpPr>
          <p:cNvPr id="137" name="Google Shape;137;p11">
            <a:extLst>
              <a:ext uri="{FF2B5EF4-FFF2-40B4-BE49-F238E27FC236}">
                <a16:creationId xmlns:a16="http://schemas.microsoft.com/office/drawing/2014/main" id="{7DAAA754-C0D9-42E1-98DE-D2E1D95A1C08}"/>
              </a:ext>
            </a:extLst>
          </p:cNvPr>
          <p:cNvSpPr>
            <a:spLocks noGrp="1"/>
          </p:cNvSpPr>
          <p:nvPr/>
        </p:nvSpPr>
        <p:spPr>
          <a:xfrm>
            <a:off x="6858001" y="1303020"/>
            <a:ext cx="1874519" cy="342900"/>
          </a:xfrm>
          <a:prstGeom prst="rect">
            <a:avLst/>
          </a:prstGeom>
          <a:noFill/>
          <a:ln>
            <a:noFill/>
          </a:ln>
        </p:spPr>
        <p:txBody>
          <a:bodyPr spcFirstLastPara="1" wrap="square" lIns="0" tIns="0" rIns="0" bIns="0" anchor="t">
            <a:noAutofit/>
          </a:bodyPr>
          <a:lstStyle/>
          <a:p>
            <a:pPr marL="0" indent="0" algn="l">
              <a:lnSpc>
                <a:spcPct val="80000"/>
              </a:lnSpc>
              <a:spcBef>
                <a:spcPts val="0"/>
              </a:spcBef>
              <a:spcAft>
                <a:spcPts val="0"/>
              </a:spcAft>
              <a:buNone/>
            </a:pPr>
            <a:r>
              <a:rPr sz="2700" b="1" i="0" u="none" cap="none">
                <a:solidFill>
                  <a:schemeClr val="lt2"/>
                </a:solidFill>
                <a:latin typeface="Arial"/>
                <a:ea typeface="Arial"/>
                <a:cs typeface="Arial"/>
              </a:rPr>
              <a:t>04</a:t>
            </a:r>
          </a:p>
        </p:txBody>
      </p:sp>
      <p:sp>
        <p:nvSpPr>
          <p:cNvPr id="138" name="Google Shape;138;p11">
            <a:extLst>
              <a:ext uri="{FF2B5EF4-FFF2-40B4-BE49-F238E27FC236}">
                <a16:creationId xmlns:a16="http://schemas.microsoft.com/office/drawing/2014/main" id="{FC9A2308-4F26-4DD3-98CE-81B7268E6E12}"/>
              </a:ext>
            </a:extLst>
          </p:cNvPr>
          <p:cNvSpPr>
            <a:spLocks noGrp="1"/>
          </p:cNvSpPr>
          <p:nvPr>
            <p:ph type="body" idx="4"/>
          </p:nvPr>
        </p:nvSpPr>
        <p:spPr>
          <a:xfrm>
            <a:off x="6858001" y="1714500"/>
            <a:ext cx="1874519" cy="2914650"/>
          </a:xfrm>
          <a:prstGeom prst="rect">
            <a:avLst/>
          </a:prstGeom>
          <a:noFill/>
          <a:ln>
            <a:noFill/>
          </a:ln>
        </p:spPr>
        <p:txBody>
          <a:bodyPr spcFirstLastPara="1" wrap="square" lIns="0" tIns="0" rIns="0" bIns="0" anchor="t">
            <a:noAutofit/>
          </a:bodyPr>
          <a:lstStyle>
            <a:lvl1pPr marL="457200" indent="-228600" algn="l">
              <a:lnSpc>
                <a:spcPct val="95000"/>
              </a:lnSpc>
              <a:spcBef>
                <a:spcPts val="750"/>
              </a:spcBef>
              <a:spcAft>
                <a:spcPts val="0"/>
              </a:spcAft>
              <a:buNone/>
              <a:defRPr sz="975">
                <a:solidFill>
                  <a:schemeClr val="lt1"/>
                </a:solidFill>
              </a:defRPr>
            </a:lvl1pPr>
            <a:lvl2pPr marL="914400" indent="-290512" algn="l">
              <a:lnSpc>
                <a:spcPct val="95000"/>
              </a:lnSpc>
              <a:spcBef>
                <a:spcPts val="750"/>
              </a:spcBef>
              <a:spcAft>
                <a:spcPts val="0"/>
              </a:spcAft>
              <a:buChar char="▪"/>
              <a:defRPr sz="975">
                <a:solidFill>
                  <a:schemeClr val="lt1"/>
                </a:solidFill>
              </a:defRPr>
            </a:lvl2pPr>
            <a:lvl3pPr marL="1371600" indent="-290512" algn="l">
              <a:lnSpc>
                <a:spcPct val="95000"/>
              </a:lnSpc>
              <a:spcBef>
                <a:spcPts val="375"/>
              </a:spcBef>
              <a:spcAft>
                <a:spcPts val="0"/>
              </a:spcAft>
              <a:buChar char="–"/>
              <a:defRPr sz="975">
                <a:solidFill>
                  <a:schemeClr val="lt1"/>
                </a:solidFill>
              </a:defRPr>
            </a:lvl3pPr>
            <a:lvl4pPr marL="1828800" indent="-290512" algn="l">
              <a:lnSpc>
                <a:spcPct val="95000"/>
              </a:lnSpc>
              <a:spcBef>
                <a:spcPts val="375"/>
              </a:spcBef>
              <a:spcAft>
                <a:spcPts val="0"/>
              </a:spcAft>
              <a:buChar char="–"/>
              <a:defRPr sz="975">
                <a:solidFill>
                  <a:schemeClr val="lt1"/>
                </a:solidFill>
              </a:defRPr>
            </a:lvl4pPr>
            <a:lvl5pPr marL="2286000" indent="-290512" algn="l">
              <a:lnSpc>
                <a:spcPct val="95000"/>
              </a:lnSpc>
              <a:spcBef>
                <a:spcPts val="375"/>
              </a:spcBef>
              <a:spcAft>
                <a:spcPts val="0"/>
              </a:spcAft>
              <a:buChar char="–"/>
              <a:defRPr sz="975">
                <a:solidFill>
                  <a:schemeClr val="lt1"/>
                </a:solidFill>
              </a:defRPr>
            </a:lvl5pPr>
            <a:lvl6pPr marL="2743200" indent="-290512" algn="l">
              <a:lnSpc>
                <a:spcPct val="95000"/>
              </a:lnSpc>
              <a:spcBef>
                <a:spcPts val="375"/>
              </a:spcBef>
              <a:spcAft>
                <a:spcPts val="0"/>
              </a:spcAft>
              <a:buChar char="–"/>
              <a:defRPr sz="975">
                <a:solidFill>
                  <a:schemeClr val="lt1"/>
                </a:solidFill>
              </a:defRPr>
            </a:lvl6pPr>
            <a:lvl7pPr marL="3200400" indent="-290512" algn="l">
              <a:lnSpc>
                <a:spcPct val="95000"/>
              </a:lnSpc>
              <a:spcBef>
                <a:spcPts val="375"/>
              </a:spcBef>
              <a:spcAft>
                <a:spcPts val="0"/>
              </a:spcAft>
              <a:buChar char="–"/>
              <a:defRPr sz="975">
                <a:solidFill>
                  <a:schemeClr val="lt1"/>
                </a:solidFill>
              </a:defRPr>
            </a:lvl7pPr>
            <a:lvl8pPr marL="3657600" indent="-290512" algn="l">
              <a:lnSpc>
                <a:spcPct val="95000"/>
              </a:lnSpc>
              <a:spcBef>
                <a:spcPts val="375"/>
              </a:spcBef>
              <a:spcAft>
                <a:spcPts val="0"/>
              </a:spcAft>
              <a:buChar char="–"/>
              <a:defRPr sz="975">
                <a:solidFill>
                  <a:schemeClr val="lt1"/>
                </a:solidFill>
              </a:defRPr>
            </a:lvl8pPr>
            <a:lvl9pPr marL="4114800" indent="-290512" algn="l">
              <a:lnSpc>
                <a:spcPct val="95000"/>
              </a:lnSpc>
              <a:spcBef>
                <a:spcPts val="375"/>
              </a:spcBef>
              <a:spcAft>
                <a:spcPts val="0"/>
              </a:spcAft>
              <a:buChar char="–"/>
              <a:defRPr sz="975">
                <a:solidFill>
                  <a:schemeClr val="lt1"/>
                </a:solidFill>
              </a:defRPr>
            </a:lvl9pPr>
          </a:lstStyle>
          <a:p>
            <a:endParaRPr/>
          </a:p>
        </p:txBody>
      </p:sp>
      <p:sp>
        <p:nvSpPr>
          <p:cNvPr id="139" name="Google Shape;139;p11">
            <a:extLst>
              <a:ext uri="{FF2B5EF4-FFF2-40B4-BE49-F238E27FC236}">
                <a16:creationId xmlns:a16="http://schemas.microsoft.com/office/drawing/2014/main" id="{E0890AE2-9BFE-4769-99D3-4A1EE64AA57E}"/>
              </a:ext>
            </a:extLst>
          </p:cNvPr>
          <p:cNvSpPr>
            <a:spLocks noGrp="1"/>
          </p:cNvSpPr>
          <p:nvPr>
            <p:ph type="dt" idx="10"/>
          </p:nvPr>
        </p:nvSpPr>
        <p:spPr>
          <a:xfrm>
            <a:off x="410766" y="4972050"/>
            <a:ext cx="617934" cy="171450"/>
          </a:xfrm>
          <a:prstGeom prst="rect">
            <a:avLst/>
          </a:prstGeom>
          <a:noFill/>
          <a:ln>
            <a:noFill/>
          </a:ln>
        </p:spPr>
        <p:txBody>
          <a:bodyPr spcFirstLastPara="1" wrap="square" lIns="0" tIns="45700" rIns="0" bIns="45700" anchor="b">
            <a:noAutofit/>
          </a:bodyPr>
          <a:lstStyle>
            <a:lvl1pPr algn="l">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a:endParaRPr/>
          </a:p>
        </p:txBody>
      </p:sp>
      <p:sp>
        <p:nvSpPr>
          <p:cNvPr id="140" name="Google Shape;140;p11">
            <a:extLst>
              <a:ext uri="{FF2B5EF4-FFF2-40B4-BE49-F238E27FC236}">
                <a16:creationId xmlns:a16="http://schemas.microsoft.com/office/drawing/2014/main" id="{F34484B9-2D05-4E40-AB1D-DDA71D6FA74F}"/>
              </a:ext>
            </a:extLst>
          </p:cNvPr>
          <p:cNvSpPr>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oAutofit/>
          </a:bodyPr>
          <a:lstStyle>
            <a:lvl1pPr marL="0" indent="0" algn="r">
              <a:spcBef>
                <a:spcPts val="0"/>
              </a:spcBef>
              <a:spcAft>
                <a:spcPts val="0"/>
              </a:spcAft>
              <a:buNone/>
              <a:defRPr/>
            </a:lvl1pPr>
            <a:lvl2pPr marL="0" indent="0" algn="r">
              <a:spcBef>
                <a:spcPts val="0"/>
              </a:spcBef>
              <a:spcAft>
                <a:spcPts val="0"/>
              </a:spcAft>
              <a:buNone/>
              <a:defRPr/>
            </a:lvl2pPr>
            <a:lvl3pPr marL="0" indent="0" algn="r">
              <a:spcBef>
                <a:spcPts val="0"/>
              </a:spcBef>
              <a:spcAft>
                <a:spcPts val="0"/>
              </a:spcAft>
              <a:buNone/>
              <a:defRPr/>
            </a:lvl3pPr>
            <a:lvl4pPr marL="0" indent="0" algn="r">
              <a:spcBef>
                <a:spcPts val="0"/>
              </a:spcBef>
              <a:spcAft>
                <a:spcPts val="0"/>
              </a:spcAft>
              <a:buNone/>
              <a:defRPr/>
            </a:lvl4pPr>
            <a:lvl5pPr marL="0" indent="0" algn="r">
              <a:spcBef>
                <a:spcPts val="0"/>
              </a:spcBef>
              <a:spcAft>
                <a:spcPts val="0"/>
              </a:spcAft>
              <a:buNone/>
              <a:defRPr/>
            </a:lvl5pPr>
            <a:lvl6pPr marL="0" indent="0" algn="r">
              <a:spcBef>
                <a:spcPts val="0"/>
              </a:spcBef>
              <a:spcAft>
                <a:spcPts val="0"/>
              </a:spcAft>
              <a:buNone/>
              <a:defRPr/>
            </a:lvl6pPr>
            <a:lvl7pPr marL="0" indent="0" algn="r">
              <a:spcBef>
                <a:spcPts val="0"/>
              </a:spcBef>
              <a:spcAft>
                <a:spcPts val="0"/>
              </a:spcAft>
              <a:buNone/>
              <a:defRPr/>
            </a:lvl7pPr>
            <a:lvl8pPr marL="0" indent="0" algn="r">
              <a:spcBef>
                <a:spcPts val="0"/>
              </a:spcBef>
              <a:spcAft>
                <a:spcPts val="0"/>
              </a:spcAft>
              <a:buNone/>
              <a:defRPr/>
            </a:lvl8pPr>
            <a:lvl9pPr marL="0" indent="0" algn="r">
              <a:spcBef>
                <a:spcPts val="0"/>
              </a:spcBef>
              <a:spcAft>
                <a:spcPts val="0"/>
              </a:spcAft>
              <a:buNone/>
              <a:defRPr/>
            </a:lvl9pPr>
          </a:lstStyle>
          <a:p>
            <a:pPr marL="0" indent="0" algn="r">
              <a:spcBef>
                <a:spcPts val="0"/>
              </a:spcBef>
              <a:spcAft>
                <a:spcPts val="0"/>
              </a:spcAft>
              <a:buNone/>
            </a:pPr>
            <a:fld id="{00000000-1234-1234-1234-123412341234}" type="slidenum">
              <a:t>‹#›</a:t>
            </a:fld>
            <a:endParaRPr/>
          </a:p>
        </p:txBody>
      </p:sp>
      <p:sp>
        <p:nvSpPr>
          <p:cNvPr id="141" name="Google Shape;141;p11">
            <a:extLst>
              <a:ext uri="{FF2B5EF4-FFF2-40B4-BE49-F238E27FC236}">
                <a16:creationId xmlns:a16="http://schemas.microsoft.com/office/drawing/2014/main" id="{9D2117BE-E5A3-4189-980F-190A2C1E0272}"/>
              </a:ext>
            </a:extLst>
          </p:cNvPr>
          <p:cNvSpPr>
            <a:spLocks noGrp="1"/>
          </p:cNvSpPr>
          <p:nvPr/>
        </p:nvSpPr>
        <p:spPr>
          <a:xfrm>
            <a:off x="1040130" y="4970376"/>
            <a:ext cx="7063740" cy="173124"/>
          </a:xfrm>
          <a:prstGeom prst="rect">
            <a:avLst/>
          </a:prstGeom>
          <a:noFill/>
          <a:ln>
            <a:noFill/>
          </a:ln>
        </p:spPr>
        <p:txBody>
          <a:bodyPr spcFirstLastPara="1" wrap="square" lIns="0" tIns="45700" rIns="0" bIns="45700" anchor="b">
            <a:noAutofit/>
          </a:bodyPr>
          <a:lstStyle/>
          <a:p>
            <a:pPr marL="0" indent="0" algn="ctr">
              <a:spcBef>
                <a:spcPts val="0"/>
              </a:spcBef>
              <a:spcAft>
                <a:spcPts val="0"/>
              </a:spcAft>
              <a:buNone/>
            </a:pPr>
            <a:r>
              <a:rPr sz="525" b="1" i="0" u="none" cap="none">
                <a:solidFill>
                  <a:schemeClr val="lt1"/>
                </a:solidFill>
                <a:latin typeface="Arial"/>
                <a:ea typeface="Arial"/>
                <a:cs typeface="Arial"/>
              </a:rPr>
              <a:t>EDIT CONTROL STATEMENT UNDER &gt; VIEW &gt; SLIDE MASTER &gt; SCROLL TO TOP &gt; CHANGE HEADER AND FOOTER</a:t>
            </a:r>
          </a:p>
        </p:txBody>
      </p:sp>
      <p:sp>
        <p:nvSpPr>
          <p:cNvPr id="142" name="Google Shape;142;p11">
            <a:extLst>
              <a:ext uri="{FF2B5EF4-FFF2-40B4-BE49-F238E27FC236}">
                <a16:creationId xmlns:a16="http://schemas.microsoft.com/office/drawing/2014/main" id="{B313678E-C2DD-45AF-B136-DCCFD21D9757}"/>
              </a:ext>
            </a:extLst>
          </p:cNvPr>
          <p:cNvSpPr>
            <a:spLocks noGrp="1"/>
          </p:cNvSpPr>
          <p:nvPr/>
        </p:nvSpPr>
        <p:spPr>
          <a:xfrm>
            <a:off x="1040130" y="0"/>
            <a:ext cx="7063740" cy="173124"/>
          </a:xfrm>
          <a:prstGeom prst="rect">
            <a:avLst/>
          </a:prstGeom>
          <a:noFill/>
          <a:ln>
            <a:noFill/>
          </a:ln>
        </p:spPr>
        <p:txBody>
          <a:bodyPr spcFirstLastPara="1" wrap="square" lIns="91425" tIns="45700" rIns="91425" bIns="45700" anchor="t">
            <a:noAutofit/>
          </a:bodyPr>
          <a:lstStyle/>
          <a:p>
            <a:pPr marL="0" indent="0" algn="ctr">
              <a:spcBef>
                <a:spcPts val="0"/>
              </a:spcBef>
              <a:spcAft>
                <a:spcPts val="0"/>
              </a:spcAft>
              <a:buNone/>
            </a:pPr>
            <a:r>
              <a:rPr sz="525" b="1" i="0" u="none" cap="none">
                <a:solidFill>
                  <a:schemeClr val="lt1"/>
                </a:solidFill>
                <a:latin typeface="Arial"/>
                <a:ea typeface="Arial"/>
                <a:cs typeface="Arial"/>
              </a:rPr>
              <a:t>EDIT CONTROL STATEMENT UNDER &gt; VIEW &gt; SLIDE MASTER &gt; SCROLL TO TOP &gt; CHANGE HEADER AND FOOTER</a:t>
            </a:r>
          </a:p>
        </p:txBody>
      </p:sp>
      <p:pic>
        <p:nvPicPr>
          <p:cNvPr id="143" name="Google Shape;143;p11"/>
          <p:cNvPicPr>
            <a:picLocks noChangeAspect="1"/>
          </p:cNvPicPr>
          <p:nvPr/>
        </p:nvPicPr>
        <p:blipFill rotWithShape="1">
          <a:blip r:embed="rId2">
            <a:alphaModFix/>
          </a:blip>
          <a:srcRect/>
          <a:stretch/>
        </p:blipFill>
        <p:spPr>
          <a:xfrm>
            <a:off x="7503462" y="308372"/>
            <a:ext cx="1222280" cy="358517"/>
          </a:xfrm>
          <a:prstGeom prst="rect">
            <a:avLst/>
          </a:prstGeom>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4 Numbers - White">
  <p:cSld name="4 Numbers - White">
    <p:spTree>
      <p:nvGrpSpPr>
        <p:cNvPr id="1" name=""/>
        <p:cNvGrpSpPr/>
        <p:nvPr/>
      </p:nvGrpSpPr>
      <p:grpSpPr>
        <a:xfrm>
          <a:off x="0" y="0"/>
          <a:ext cx="0" cy="0"/>
          <a:chOff x="0" y="0"/>
          <a:chExt cx="0" cy="0"/>
        </a:xfrm>
      </p:grpSpPr>
      <p:sp>
        <p:nvSpPr>
          <p:cNvPr id="145" name="Google Shape;145;p12">
            <a:extLst>
              <a:ext uri="{FF2B5EF4-FFF2-40B4-BE49-F238E27FC236}">
                <a16:creationId xmlns:a16="http://schemas.microsoft.com/office/drawing/2014/main" id="{02DD7FC1-5F0C-4CBE-BC05-CB7C4FE7612A}"/>
              </a:ext>
            </a:extLst>
          </p:cNvPr>
          <p:cNvSpPr>
            <a:spLocks noGrp="1"/>
          </p:cNvSpPr>
          <p:nvPr>
            <p:ph type="title"/>
          </p:nvPr>
        </p:nvSpPr>
        <p:spPr>
          <a:xfrm>
            <a:off x="411480" y="308611"/>
            <a:ext cx="6173470" cy="685800"/>
          </a:xfrm>
          <a:prstGeom prst="rect">
            <a:avLst/>
          </a:prstGeom>
          <a:noFill/>
          <a:ln>
            <a:noFill/>
          </a:ln>
        </p:spPr>
        <p:txBody>
          <a:bodyPr spcFirstLastPara="1" wrap="square" lIns="0" tIns="0" rIns="0" bIns="0" anchor="t">
            <a:noAutofit/>
          </a:bodyPr>
          <a:lstStyle>
            <a:lvl1pPr algn="l">
              <a:lnSpc>
                <a:spcPct val="90000"/>
              </a:lnSpc>
              <a:spcBef>
                <a:spcPts val="0"/>
              </a:spcBef>
              <a:spcAft>
                <a:spcPts val="0"/>
              </a:spcAft>
              <a:buNone/>
              <a:defRPr/>
            </a:lvl1pPr>
            <a:lvl2pPr>
              <a:spcBef>
                <a:spcPts val="0"/>
              </a:spcBef>
              <a:spcAft>
                <a:spcPts val="0"/>
              </a:spcAft>
              <a:buNone/>
              <a:defRPr/>
            </a:lvl2pPr>
            <a:lvl3pPr>
              <a:spcBef>
                <a:spcPts val="0"/>
              </a:spcBef>
              <a:spcAft>
                <a:spcPts val="0"/>
              </a:spcAft>
              <a:buNone/>
              <a:defRPr/>
            </a:lvl3pPr>
            <a:lvl4pPr>
              <a:spcBef>
                <a:spcPts val="0"/>
              </a:spcBef>
              <a:spcAft>
                <a:spcPts val="0"/>
              </a:spcAft>
              <a:buNone/>
              <a:defRPr/>
            </a:lvl4pPr>
            <a:lvl5pPr>
              <a:spcBef>
                <a:spcPts val="0"/>
              </a:spcBef>
              <a:spcAft>
                <a:spcPts val="0"/>
              </a:spcAft>
              <a:buNone/>
              <a:defRPr/>
            </a:lvl5pPr>
            <a:lvl6pPr>
              <a:spcBef>
                <a:spcPts val="0"/>
              </a:spcBef>
              <a:spcAft>
                <a:spcPts val="0"/>
              </a:spcAft>
              <a:buNone/>
              <a:defRPr/>
            </a:lvl6pPr>
            <a:lvl7pPr>
              <a:spcBef>
                <a:spcPts val="0"/>
              </a:spcBef>
              <a:spcAft>
                <a:spcPts val="0"/>
              </a:spcAft>
              <a:buNone/>
              <a:defRPr/>
            </a:lvl7pPr>
            <a:lvl8pPr>
              <a:spcBef>
                <a:spcPts val="0"/>
              </a:spcBef>
              <a:spcAft>
                <a:spcPts val="0"/>
              </a:spcAft>
              <a:buNone/>
              <a:defRPr/>
            </a:lvl8pPr>
            <a:lvl9pPr>
              <a:spcBef>
                <a:spcPts val="0"/>
              </a:spcBef>
              <a:spcAft>
                <a:spcPts val="0"/>
              </a:spcAft>
              <a:buNone/>
              <a:defRPr/>
            </a:lvl9pPr>
          </a:lstStyle>
          <a:p>
            <a:endParaRPr/>
          </a:p>
        </p:txBody>
      </p:sp>
      <p:cxnSp>
        <p:nvCxnSpPr>
          <p:cNvPr id="146" name="Google Shape;146;p12"/>
          <p:cNvCxnSpPr/>
          <p:nvPr/>
        </p:nvCxnSpPr>
        <p:spPr>
          <a:xfrm>
            <a:off x="411480" y="1200150"/>
            <a:ext cx="1874520" cy="0"/>
          </a:xfrm>
          <a:prstGeom prst="straightConnector1">
            <a:avLst/>
          </a:prstGeom>
          <a:ln w="19050" cap="flat">
            <a:solidFill>
              <a:schemeClr val="dk1"/>
            </a:solidFill>
            <a:prstDash val="solid"/>
            <a:miter/>
            <a:headEnd type="none" w="sm" len="sm"/>
            <a:tailEnd type="none" w="sm" len="sm"/>
          </a:ln>
        </p:spPr>
      </p:cxnSp>
      <p:sp>
        <p:nvSpPr>
          <p:cNvPr id="147" name="Google Shape;147;p12">
            <a:extLst>
              <a:ext uri="{FF2B5EF4-FFF2-40B4-BE49-F238E27FC236}">
                <a16:creationId xmlns:a16="http://schemas.microsoft.com/office/drawing/2014/main" id="{8E428752-16E6-4848-973F-E9A9446EA5EA}"/>
              </a:ext>
            </a:extLst>
          </p:cNvPr>
          <p:cNvSpPr>
            <a:spLocks noGrp="1"/>
          </p:cNvSpPr>
          <p:nvPr/>
        </p:nvSpPr>
        <p:spPr>
          <a:xfrm>
            <a:off x="411481" y="1303020"/>
            <a:ext cx="1874519" cy="342900"/>
          </a:xfrm>
          <a:prstGeom prst="rect">
            <a:avLst/>
          </a:prstGeom>
          <a:noFill/>
          <a:ln>
            <a:noFill/>
          </a:ln>
        </p:spPr>
        <p:txBody>
          <a:bodyPr spcFirstLastPara="1" wrap="square" lIns="0" tIns="0" rIns="0" bIns="0" anchor="t">
            <a:noAutofit/>
          </a:bodyPr>
          <a:lstStyle/>
          <a:p>
            <a:pPr marL="0" indent="0" algn="l">
              <a:lnSpc>
                <a:spcPct val="80000"/>
              </a:lnSpc>
              <a:spcBef>
                <a:spcPts val="0"/>
              </a:spcBef>
              <a:spcAft>
                <a:spcPts val="0"/>
              </a:spcAft>
              <a:buNone/>
            </a:pPr>
            <a:r>
              <a:rPr sz="2700" b="1" i="0" u="none" cap="none">
                <a:solidFill>
                  <a:schemeClr val="dk1"/>
                </a:solidFill>
                <a:latin typeface="Arial"/>
                <a:ea typeface="Arial"/>
                <a:cs typeface="Arial"/>
              </a:rPr>
              <a:t>01</a:t>
            </a:r>
          </a:p>
        </p:txBody>
      </p:sp>
      <p:sp>
        <p:nvSpPr>
          <p:cNvPr id="148" name="Google Shape;148;p12">
            <a:extLst>
              <a:ext uri="{FF2B5EF4-FFF2-40B4-BE49-F238E27FC236}">
                <a16:creationId xmlns:a16="http://schemas.microsoft.com/office/drawing/2014/main" id="{36CF0EA1-72EA-499A-BD6B-36BBEA8E21DB}"/>
              </a:ext>
            </a:extLst>
          </p:cNvPr>
          <p:cNvSpPr>
            <a:spLocks noGrp="1"/>
          </p:cNvSpPr>
          <p:nvPr>
            <p:ph type="body" idx="1"/>
          </p:nvPr>
        </p:nvSpPr>
        <p:spPr>
          <a:xfrm>
            <a:off x="411481" y="1714500"/>
            <a:ext cx="1874519" cy="2914650"/>
          </a:xfrm>
          <a:prstGeom prst="rect">
            <a:avLst/>
          </a:prstGeom>
          <a:noFill/>
          <a:ln>
            <a:noFill/>
          </a:ln>
        </p:spPr>
        <p:txBody>
          <a:bodyPr spcFirstLastPara="1" wrap="square" lIns="0" tIns="0" rIns="0" bIns="0" anchor="t">
            <a:noAutofit/>
          </a:bodyPr>
          <a:lstStyle>
            <a:lvl1pPr marL="457200" indent="-228600" algn="l">
              <a:lnSpc>
                <a:spcPct val="95000"/>
              </a:lnSpc>
              <a:spcBef>
                <a:spcPts val="750"/>
              </a:spcBef>
              <a:spcAft>
                <a:spcPts val="0"/>
              </a:spcAft>
              <a:buNone/>
              <a:defRPr sz="975"/>
            </a:lvl1pPr>
            <a:lvl2pPr marL="914400" indent="-290512" algn="l">
              <a:lnSpc>
                <a:spcPct val="95000"/>
              </a:lnSpc>
              <a:spcBef>
                <a:spcPts val="750"/>
              </a:spcBef>
              <a:spcAft>
                <a:spcPts val="0"/>
              </a:spcAft>
              <a:buChar char="▪"/>
              <a:defRPr sz="975"/>
            </a:lvl2pPr>
            <a:lvl3pPr marL="1371600" indent="-290512" algn="l">
              <a:lnSpc>
                <a:spcPct val="95000"/>
              </a:lnSpc>
              <a:spcBef>
                <a:spcPts val="375"/>
              </a:spcBef>
              <a:spcAft>
                <a:spcPts val="0"/>
              </a:spcAft>
              <a:buChar char="–"/>
              <a:defRPr sz="975"/>
            </a:lvl3pPr>
            <a:lvl4pPr marL="1828800" indent="-290512" algn="l">
              <a:lnSpc>
                <a:spcPct val="95000"/>
              </a:lnSpc>
              <a:spcBef>
                <a:spcPts val="375"/>
              </a:spcBef>
              <a:spcAft>
                <a:spcPts val="0"/>
              </a:spcAft>
              <a:buChar char="–"/>
              <a:defRPr sz="975"/>
            </a:lvl4pPr>
            <a:lvl5pPr marL="2286000" indent="-290512" algn="l">
              <a:lnSpc>
                <a:spcPct val="95000"/>
              </a:lnSpc>
              <a:spcBef>
                <a:spcPts val="375"/>
              </a:spcBef>
              <a:spcAft>
                <a:spcPts val="0"/>
              </a:spcAft>
              <a:buChar char="–"/>
              <a:defRPr sz="975"/>
            </a:lvl5pPr>
            <a:lvl6pPr marL="2743200" indent="-290512" algn="l">
              <a:lnSpc>
                <a:spcPct val="95000"/>
              </a:lnSpc>
              <a:spcBef>
                <a:spcPts val="375"/>
              </a:spcBef>
              <a:spcAft>
                <a:spcPts val="0"/>
              </a:spcAft>
              <a:buChar char="–"/>
              <a:defRPr sz="975"/>
            </a:lvl6pPr>
            <a:lvl7pPr marL="3200400" indent="-290512" algn="l">
              <a:lnSpc>
                <a:spcPct val="95000"/>
              </a:lnSpc>
              <a:spcBef>
                <a:spcPts val="375"/>
              </a:spcBef>
              <a:spcAft>
                <a:spcPts val="0"/>
              </a:spcAft>
              <a:buChar char="–"/>
              <a:defRPr sz="975"/>
            </a:lvl7pPr>
            <a:lvl8pPr marL="3657600" indent="-290512" algn="l">
              <a:lnSpc>
                <a:spcPct val="95000"/>
              </a:lnSpc>
              <a:spcBef>
                <a:spcPts val="375"/>
              </a:spcBef>
              <a:spcAft>
                <a:spcPts val="0"/>
              </a:spcAft>
              <a:buChar char="–"/>
              <a:defRPr sz="975"/>
            </a:lvl8pPr>
            <a:lvl9pPr marL="4114800" indent="-290512" algn="l">
              <a:lnSpc>
                <a:spcPct val="95000"/>
              </a:lnSpc>
              <a:spcBef>
                <a:spcPts val="375"/>
              </a:spcBef>
              <a:spcAft>
                <a:spcPts val="0"/>
              </a:spcAft>
              <a:buChar char="–"/>
              <a:defRPr sz="975"/>
            </a:lvl9pPr>
          </a:lstStyle>
          <a:p>
            <a:endParaRPr/>
          </a:p>
        </p:txBody>
      </p:sp>
      <p:cxnSp>
        <p:nvCxnSpPr>
          <p:cNvPr id="149" name="Google Shape;149;p12"/>
          <p:cNvCxnSpPr/>
          <p:nvPr/>
        </p:nvCxnSpPr>
        <p:spPr>
          <a:xfrm>
            <a:off x="2560320" y="1200150"/>
            <a:ext cx="1874520" cy="0"/>
          </a:xfrm>
          <a:prstGeom prst="straightConnector1">
            <a:avLst/>
          </a:prstGeom>
          <a:ln w="19050" cap="flat">
            <a:solidFill>
              <a:schemeClr val="dk1"/>
            </a:solidFill>
            <a:prstDash val="solid"/>
            <a:miter/>
            <a:headEnd type="none" w="sm" len="sm"/>
            <a:tailEnd type="none" w="sm" len="sm"/>
          </a:ln>
        </p:spPr>
      </p:cxnSp>
      <p:sp>
        <p:nvSpPr>
          <p:cNvPr id="150" name="Google Shape;150;p12">
            <a:extLst>
              <a:ext uri="{FF2B5EF4-FFF2-40B4-BE49-F238E27FC236}">
                <a16:creationId xmlns:a16="http://schemas.microsoft.com/office/drawing/2014/main" id="{1B428213-BE80-4959-9748-1E5192C075C7}"/>
              </a:ext>
            </a:extLst>
          </p:cNvPr>
          <p:cNvSpPr>
            <a:spLocks noGrp="1"/>
          </p:cNvSpPr>
          <p:nvPr/>
        </p:nvSpPr>
        <p:spPr>
          <a:xfrm>
            <a:off x="2560321" y="1303020"/>
            <a:ext cx="1874519" cy="342900"/>
          </a:xfrm>
          <a:prstGeom prst="rect">
            <a:avLst/>
          </a:prstGeom>
          <a:noFill/>
          <a:ln>
            <a:noFill/>
          </a:ln>
        </p:spPr>
        <p:txBody>
          <a:bodyPr spcFirstLastPara="1" wrap="square" lIns="0" tIns="0" rIns="0" bIns="0" anchor="t">
            <a:noAutofit/>
          </a:bodyPr>
          <a:lstStyle/>
          <a:p>
            <a:pPr marL="0" indent="0" algn="l">
              <a:lnSpc>
                <a:spcPct val="80000"/>
              </a:lnSpc>
              <a:spcBef>
                <a:spcPts val="0"/>
              </a:spcBef>
              <a:spcAft>
                <a:spcPts val="0"/>
              </a:spcAft>
              <a:buNone/>
            </a:pPr>
            <a:r>
              <a:rPr sz="2700" b="1" i="0" u="none" cap="none">
                <a:solidFill>
                  <a:schemeClr val="dk1"/>
                </a:solidFill>
                <a:latin typeface="Arial"/>
                <a:ea typeface="Arial"/>
                <a:cs typeface="Arial"/>
              </a:rPr>
              <a:t>02</a:t>
            </a:r>
          </a:p>
        </p:txBody>
      </p:sp>
      <p:sp>
        <p:nvSpPr>
          <p:cNvPr id="151" name="Google Shape;151;p12">
            <a:extLst>
              <a:ext uri="{FF2B5EF4-FFF2-40B4-BE49-F238E27FC236}">
                <a16:creationId xmlns:a16="http://schemas.microsoft.com/office/drawing/2014/main" id="{EBE7CF65-829F-45AD-BF65-9C367A0A9824}"/>
              </a:ext>
            </a:extLst>
          </p:cNvPr>
          <p:cNvSpPr>
            <a:spLocks noGrp="1"/>
          </p:cNvSpPr>
          <p:nvPr>
            <p:ph type="body" idx="2"/>
          </p:nvPr>
        </p:nvSpPr>
        <p:spPr>
          <a:xfrm>
            <a:off x="2560321" y="1714500"/>
            <a:ext cx="1874519" cy="2914650"/>
          </a:xfrm>
          <a:prstGeom prst="rect">
            <a:avLst/>
          </a:prstGeom>
          <a:noFill/>
          <a:ln>
            <a:noFill/>
          </a:ln>
        </p:spPr>
        <p:txBody>
          <a:bodyPr spcFirstLastPara="1" wrap="square" lIns="0" tIns="0" rIns="0" bIns="0" anchor="t">
            <a:noAutofit/>
          </a:bodyPr>
          <a:lstStyle>
            <a:lvl1pPr marL="457200" indent="-228600" algn="l">
              <a:lnSpc>
                <a:spcPct val="95000"/>
              </a:lnSpc>
              <a:spcBef>
                <a:spcPts val="750"/>
              </a:spcBef>
              <a:spcAft>
                <a:spcPts val="0"/>
              </a:spcAft>
              <a:buNone/>
              <a:defRPr sz="975"/>
            </a:lvl1pPr>
            <a:lvl2pPr marL="914400" indent="-290512" algn="l">
              <a:lnSpc>
                <a:spcPct val="95000"/>
              </a:lnSpc>
              <a:spcBef>
                <a:spcPts val="750"/>
              </a:spcBef>
              <a:spcAft>
                <a:spcPts val="0"/>
              </a:spcAft>
              <a:buChar char="▪"/>
              <a:defRPr sz="975"/>
            </a:lvl2pPr>
            <a:lvl3pPr marL="1371600" indent="-290512" algn="l">
              <a:lnSpc>
                <a:spcPct val="95000"/>
              </a:lnSpc>
              <a:spcBef>
                <a:spcPts val="375"/>
              </a:spcBef>
              <a:spcAft>
                <a:spcPts val="0"/>
              </a:spcAft>
              <a:buChar char="–"/>
              <a:defRPr sz="975"/>
            </a:lvl3pPr>
            <a:lvl4pPr marL="1828800" indent="-290512" algn="l">
              <a:lnSpc>
                <a:spcPct val="95000"/>
              </a:lnSpc>
              <a:spcBef>
                <a:spcPts val="375"/>
              </a:spcBef>
              <a:spcAft>
                <a:spcPts val="0"/>
              </a:spcAft>
              <a:buChar char="–"/>
              <a:defRPr sz="975"/>
            </a:lvl4pPr>
            <a:lvl5pPr marL="2286000" indent="-290512" algn="l">
              <a:lnSpc>
                <a:spcPct val="95000"/>
              </a:lnSpc>
              <a:spcBef>
                <a:spcPts val="375"/>
              </a:spcBef>
              <a:spcAft>
                <a:spcPts val="0"/>
              </a:spcAft>
              <a:buChar char="–"/>
              <a:defRPr sz="975"/>
            </a:lvl5pPr>
            <a:lvl6pPr marL="2743200" indent="-290512" algn="l">
              <a:lnSpc>
                <a:spcPct val="95000"/>
              </a:lnSpc>
              <a:spcBef>
                <a:spcPts val="375"/>
              </a:spcBef>
              <a:spcAft>
                <a:spcPts val="0"/>
              </a:spcAft>
              <a:buChar char="–"/>
              <a:defRPr sz="975"/>
            </a:lvl6pPr>
            <a:lvl7pPr marL="3200400" indent="-290512" algn="l">
              <a:lnSpc>
                <a:spcPct val="95000"/>
              </a:lnSpc>
              <a:spcBef>
                <a:spcPts val="375"/>
              </a:spcBef>
              <a:spcAft>
                <a:spcPts val="0"/>
              </a:spcAft>
              <a:buChar char="–"/>
              <a:defRPr sz="975"/>
            </a:lvl7pPr>
            <a:lvl8pPr marL="3657600" indent="-290512" algn="l">
              <a:lnSpc>
                <a:spcPct val="95000"/>
              </a:lnSpc>
              <a:spcBef>
                <a:spcPts val="375"/>
              </a:spcBef>
              <a:spcAft>
                <a:spcPts val="0"/>
              </a:spcAft>
              <a:buChar char="–"/>
              <a:defRPr sz="975"/>
            </a:lvl8pPr>
            <a:lvl9pPr marL="4114800" indent="-290512" algn="l">
              <a:lnSpc>
                <a:spcPct val="95000"/>
              </a:lnSpc>
              <a:spcBef>
                <a:spcPts val="375"/>
              </a:spcBef>
              <a:spcAft>
                <a:spcPts val="0"/>
              </a:spcAft>
              <a:buChar char="–"/>
              <a:defRPr sz="975"/>
            </a:lvl9pPr>
          </a:lstStyle>
          <a:p>
            <a:endParaRPr/>
          </a:p>
        </p:txBody>
      </p:sp>
      <p:cxnSp>
        <p:nvCxnSpPr>
          <p:cNvPr id="152" name="Google Shape;152;p12"/>
          <p:cNvCxnSpPr/>
          <p:nvPr/>
        </p:nvCxnSpPr>
        <p:spPr>
          <a:xfrm>
            <a:off x="4709160" y="1200150"/>
            <a:ext cx="1874520" cy="0"/>
          </a:xfrm>
          <a:prstGeom prst="straightConnector1">
            <a:avLst/>
          </a:prstGeom>
          <a:ln w="19050" cap="flat">
            <a:solidFill>
              <a:schemeClr val="dk1"/>
            </a:solidFill>
            <a:prstDash val="solid"/>
            <a:miter/>
            <a:headEnd type="none" w="sm" len="sm"/>
            <a:tailEnd type="none" w="sm" len="sm"/>
          </a:ln>
        </p:spPr>
      </p:cxnSp>
      <p:sp>
        <p:nvSpPr>
          <p:cNvPr id="153" name="Google Shape;153;p12">
            <a:extLst>
              <a:ext uri="{FF2B5EF4-FFF2-40B4-BE49-F238E27FC236}">
                <a16:creationId xmlns:a16="http://schemas.microsoft.com/office/drawing/2014/main" id="{40975F63-37DD-4669-8DC9-95755B670DEE}"/>
              </a:ext>
            </a:extLst>
          </p:cNvPr>
          <p:cNvSpPr>
            <a:spLocks noGrp="1"/>
          </p:cNvSpPr>
          <p:nvPr/>
        </p:nvSpPr>
        <p:spPr>
          <a:xfrm>
            <a:off x="4709161" y="1303020"/>
            <a:ext cx="1874519" cy="342900"/>
          </a:xfrm>
          <a:prstGeom prst="rect">
            <a:avLst/>
          </a:prstGeom>
          <a:noFill/>
          <a:ln>
            <a:noFill/>
          </a:ln>
        </p:spPr>
        <p:txBody>
          <a:bodyPr spcFirstLastPara="1" wrap="square" lIns="0" tIns="0" rIns="0" bIns="0" anchor="t">
            <a:noAutofit/>
          </a:bodyPr>
          <a:lstStyle/>
          <a:p>
            <a:pPr marL="0" indent="0" algn="l">
              <a:lnSpc>
                <a:spcPct val="80000"/>
              </a:lnSpc>
              <a:spcBef>
                <a:spcPts val="0"/>
              </a:spcBef>
              <a:spcAft>
                <a:spcPts val="0"/>
              </a:spcAft>
              <a:buNone/>
            </a:pPr>
            <a:r>
              <a:rPr sz="2700" b="1" i="0" u="none" cap="none">
                <a:solidFill>
                  <a:schemeClr val="dk1"/>
                </a:solidFill>
                <a:latin typeface="Arial"/>
                <a:ea typeface="Arial"/>
                <a:cs typeface="Arial"/>
              </a:rPr>
              <a:t>03</a:t>
            </a:r>
          </a:p>
        </p:txBody>
      </p:sp>
      <p:sp>
        <p:nvSpPr>
          <p:cNvPr id="154" name="Google Shape;154;p12">
            <a:extLst>
              <a:ext uri="{FF2B5EF4-FFF2-40B4-BE49-F238E27FC236}">
                <a16:creationId xmlns:a16="http://schemas.microsoft.com/office/drawing/2014/main" id="{A5FF045E-BE73-4020-9E70-AAE657F17E4D}"/>
              </a:ext>
            </a:extLst>
          </p:cNvPr>
          <p:cNvSpPr>
            <a:spLocks noGrp="1"/>
          </p:cNvSpPr>
          <p:nvPr>
            <p:ph type="body" idx="3"/>
          </p:nvPr>
        </p:nvSpPr>
        <p:spPr>
          <a:xfrm>
            <a:off x="4709161" y="1714500"/>
            <a:ext cx="1874519" cy="2914650"/>
          </a:xfrm>
          <a:prstGeom prst="rect">
            <a:avLst/>
          </a:prstGeom>
          <a:noFill/>
          <a:ln>
            <a:noFill/>
          </a:ln>
        </p:spPr>
        <p:txBody>
          <a:bodyPr spcFirstLastPara="1" wrap="square" lIns="0" tIns="0" rIns="0" bIns="0" anchor="t">
            <a:noAutofit/>
          </a:bodyPr>
          <a:lstStyle>
            <a:lvl1pPr marL="457200" indent="-228600" algn="l">
              <a:lnSpc>
                <a:spcPct val="95000"/>
              </a:lnSpc>
              <a:spcBef>
                <a:spcPts val="750"/>
              </a:spcBef>
              <a:spcAft>
                <a:spcPts val="0"/>
              </a:spcAft>
              <a:buNone/>
              <a:defRPr sz="975"/>
            </a:lvl1pPr>
            <a:lvl2pPr marL="914400" indent="-290512" algn="l">
              <a:lnSpc>
                <a:spcPct val="95000"/>
              </a:lnSpc>
              <a:spcBef>
                <a:spcPts val="750"/>
              </a:spcBef>
              <a:spcAft>
                <a:spcPts val="0"/>
              </a:spcAft>
              <a:buChar char="▪"/>
              <a:defRPr sz="975"/>
            </a:lvl2pPr>
            <a:lvl3pPr marL="1371600" indent="-290512" algn="l">
              <a:lnSpc>
                <a:spcPct val="95000"/>
              </a:lnSpc>
              <a:spcBef>
                <a:spcPts val="375"/>
              </a:spcBef>
              <a:spcAft>
                <a:spcPts val="0"/>
              </a:spcAft>
              <a:buChar char="–"/>
              <a:defRPr sz="975"/>
            </a:lvl3pPr>
            <a:lvl4pPr marL="1828800" indent="-290512" algn="l">
              <a:lnSpc>
                <a:spcPct val="95000"/>
              </a:lnSpc>
              <a:spcBef>
                <a:spcPts val="375"/>
              </a:spcBef>
              <a:spcAft>
                <a:spcPts val="0"/>
              </a:spcAft>
              <a:buChar char="–"/>
              <a:defRPr sz="975"/>
            </a:lvl4pPr>
            <a:lvl5pPr marL="2286000" indent="-290512" algn="l">
              <a:lnSpc>
                <a:spcPct val="95000"/>
              </a:lnSpc>
              <a:spcBef>
                <a:spcPts val="375"/>
              </a:spcBef>
              <a:spcAft>
                <a:spcPts val="0"/>
              </a:spcAft>
              <a:buChar char="–"/>
              <a:defRPr sz="975"/>
            </a:lvl5pPr>
            <a:lvl6pPr marL="2743200" indent="-290512" algn="l">
              <a:lnSpc>
                <a:spcPct val="95000"/>
              </a:lnSpc>
              <a:spcBef>
                <a:spcPts val="375"/>
              </a:spcBef>
              <a:spcAft>
                <a:spcPts val="0"/>
              </a:spcAft>
              <a:buChar char="–"/>
              <a:defRPr sz="975"/>
            </a:lvl6pPr>
            <a:lvl7pPr marL="3200400" indent="-290512" algn="l">
              <a:lnSpc>
                <a:spcPct val="95000"/>
              </a:lnSpc>
              <a:spcBef>
                <a:spcPts val="375"/>
              </a:spcBef>
              <a:spcAft>
                <a:spcPts val="0"/>
              </a:spcAft>
              <a:buChar char="–"/>
              <a:defRPr sz="975"/>
            </a:lvl7pPr>
            <a:lvl8pPr marL="3657600" indent="-290512" algn="l">
              <a:lnSpc>
                <a:spcPct val="95000"/>
              </a:lnSpc>
              <a:spcBef>
                <a:spcPts val="375"/>
              </a:spcBef>
              <a:spcAft>
                <a:spcPts val="0"/>
              </a:spcAft>
              <a:buChar char="–"/>
              <a:defRPr sz="975"/>
            </a:lvl8pPr>
            <a:lvl9pPr marL="4114800" indent="-290512" algn="l">
              <a:lnSpc>
                <a:spcPct val="95000"/>
              </a:lnSpc>
              <a:spcBef>
                <a:spcPts val="375"/>
              </a:spcBef>
              <a:spcAft>
                <a:spcPts val="0"/>
              </a:spcAft>
              <a:buChar char="–"/>
              <a:defRPr sz="975"/>
            </a:lvl9pPr>
          </a:lstStyle>
          <a:p>
            <a:endParaRPr/>
          </a:p>
        </p:txBody>
      </p:sp>
      <p:cxnSp>
        <p:nvCxnSpPr>
          <p:cNvPr id="155" name="Google Shape;155;p12"/>
          <p:cNvCxnSpPr/>
          <p:nvPr/>
        </p:nvCxnSpPr>
        <p:spPr>
          <a:xfrm>
            <a:off x="6858000" y="1200150"/>
            <a:ext cx="1874520" cy="0"/>
          </a:xfrm>
          <a:prstGeom prst="straightConnector1">
            <a:avLst/>
          </a:prstGeom>
          <a:ln w="19050" cap="flat">
            <a:solidFill>
              <a:schemeClr val="dk1"/>
            </a:solidFill>
            <a:prstDash val="solid"/>
            <a:miter/>
            <a:headEnd type="none" w="sm" len="sm"/>
            <a:tailEnd type="none" w="sm" len="sm"/>
          </a:ln>
        </p:spPr>
      </p:cxnSp>
      <p:sp>
        <p:nvSpPr>
          <p:cNvPr id="156" name="Google Shape;156;p12">
            <a:extLst>
              <a:ext uri="{FF2B5EF4-FFF2-40B4-BE49-F238E27FC236}">
                <a16:creationId xmlns:a16="http://schemas.microsoft.com/office/drawing/2014/main" id="{C3619781-7FC0-491F-AF8A-899D76D5AEE6}"/>
              </a:ext>
            </a:extLst>
          </p:cNvPr>
          <p:cNvSpPr>
            <a:spLocks noGrp="1"/>
          </p:cNvSpPr>
          <p:nvPr/>
        </p:nvSpPr>
        <p:spPr>
          <a:xfrm>
            <a:off x="6858001" y="1303020"/>
            <a:ext cx="1874519" cy="342900"/>
          </a:xfrm>
          <a:prstGeom prst="rect">
            <a:avLst/>
          </a:prstGeom>
          <a:noFill/>
          <a:ln>
            <a:noFill/>
          </a:ln>
        </p:spPr>
        <p:txBody>
          <a:bodyPr spcFirstLastPara="1" wrap="square" lIns="0" tIns="0" rIns="0" bIns="0" anchor="t">
            <a:noAutofit/>
          </a:bodyPr>
          <a:lstStyle/>
          <a:p>
            <a:pPr marL="0" indent="0" algn="l">
              <a:lnSpc>
                <a:spcPct val="80000"/>
              </a:lnSpc>
              <a:spcBef>
                <a:spcPts val="0"/>
              </a:spcBef>
              <a:spcAft>
                <a:spcPts val="0"/>
              </a:spcAft>
              <a:buNone/>
            </a:pPr>
            <a:r>
              <a:rPr sz="2700" b="1" i="0" u="none" cap="none">
                <a:solidFill>
                  <a:schemeClr val="dk1"/>
                </a:solidFill>
                <a:latin typeface="Arial"/>
                <a:ea typeface="Arial"/>
                <a:cs typeface="Arial"/>
              </a:rPr>
              <a:t>04</a:t>
            </a:r>
          </a:p>
        </p:txBody>
      </p:sp>
      <p:sp>
        <p:nvSpPr>
          <p:cNvPr id="157" name="Google Shape;157;p12">
            <a:extLst>
              <a:ext uri="{FF2B5EF4-FFF2-40B4-BE49-F238E27FC236}">
                <a16:creationId xmlns:a16="http://schemas.microsoft.com/office/drawing/2014/main" id="{F56642ED-394F-4259-9640-51C152C23C41}"/>
              </a:ext>
            </a:extLst>
          </p:cNvPr>
          <p:cNvSpPr>
            <a:spLocks noGrp="1"/>
          </p:cNvSpPr>
          <p:nvPr>
            <p:ph type="body" idx="4"/>
          </p:nvPr>
        </p:nvSpPr>
        <p:spPr>
          <a:xfrm>
            <a:off x="6858001" y="1714500"/>
            <a:ext cx="1874519" cy="2914650"/>
          </a:xfrm>
          <a:prstGeom prst="rect">
            <a:avLst/>
          </a:prstGeom>
          <a:noFill/>
          <a:ln>
            <a:noFill/>
          </a:ln>
        </p:spPr>
        <p:txBody>
          <a:bodyPr spcFirstLastPara="1" wrap="square" lIns="0" tIns="0" rIns="0" bIns="0" anchor="t">
            <a:noAutofit/>
          </a:bodyPr>
          <a:lstStyle>
            <a:lvl1pPr marL="457200" indent="-228600" algn="l">
              <a:lnSpc>
                <a:spcPct val="95000"/>
              </a:lnSpc>
              <a:spcBef>
                <a:spcPts val="750"/>
              </a:spcBef>
              <a:spcAft>
                <a:spcPts val="0"/>
              </a:spcAft>
              <a:buNone/>
              <a:defRPr sz="975"/>
            </a:lvl1pPr>
            <a:lvl2pPr marL="914400" indent="-290512" algn="l">
              <a:lnSpc>
                <a:spcPct val="95000"/>
              </a:lnSpc>
              <a:spcBef>
                <a:spcPts val="750"/>
              </a:spcBef>
              <a:spcAft>
                <a:spcPts val="0"/>
              </a:spcAft>
              <a:buChar char="▪"/>
              <a:defRPr sz="975"/>
            </a:lvl2pPr>
            <a:lvl3pPr marL="1371600" indent="-290512" algn="l">
              <a:lnSpc>
                <a:spcPct val="95000"/>
              </a:lnSpc>
              <a:spcBef>
                <a:spcPts val="375"/>
              </a:spcBef>
              <a:spcAft>
                <a:spcPts val="0"/>
              </a:spcAft>
              <a:buChar char="–"/>
              <a:defRPr sz="975"/>
            </a:lvl3pPr>
            <a:lvl4pPr marL="1828800" indent="-290512" algn="l">
              <a:lnSpc>
                <a:spcPct val="95000"/>
              </a:lnSpc>
              <a:spcBef>
                <a:spcPts val="375"/>
              </a:spcBef>
              <a:spcAft>
                <a:spcPts val="0"/>
              </a:spcAft>
              <a:buChar char="–"/>
              <a:defRPr sz="975"/>
            </a:lvl4pPr>
            <a:lvl5pPr marL="2286000" indent="-290512" algn="l">
              <a:lnSpc>
                <a:spcPct val="95000"/>
              </a:lnSpc>
              <a:spcBef>
                <a:spcPts val="375"/>
              </a:spcBef>
              <a:spcAft>
                <a:spcPts val="0"/>
              </a:spcAft>
              <a:buChar char="–"/>
              <a:defRPr sz="975"/>
            </a:lvl5pPr>
            <a:lvl6pPr marL="2743200" indent="-290512" algn="l">
              <a:lnSpc>
                <a:spcPct val="95000"/>
              </a:lnSpc>
              <a:spcBef>
                <a:spcPts val="375"/>
              </a:spcBef>
              <a:spcAft>
                <a:spcPts val="0"/>
              </a:spcAft>
              <a:buChar char="–"/>
              <a:defRPr sz="975"/>
            </a:lvl6pPr>
            <a:lvl7pPr marL="3200400" indent="-290512" algn="l">
              <a:lnSpc>
                <a:spcPct val="95000"/>
              </a:lnSpc>
              <a:spcBef>
                <a:spcPts val="375"/>
              </a:spcBef>
              <a:spcAft>
                <a:spcPts val="0"/>
              </a:spcAft>
              <a:buChar char="–"/>
              <a:defRPr sz="975"/>
            </a:lvl7pPr>
            <a:lvl8pPr marL="3657600" indent="-290512" algn="l">
              <a:lnSpc>
                <a:spcPct val="95000"/>
              </a:lnSpc>
              <a:spcBef>
                <a:spcPts val="375"/>
              </a:spcBef>
              <a:spcAft>
                <a:spcPts val="0"/>
              </a:spcAft>
              <a:buChar char="–"/>
              <a:defRPr sz="975"/>
            </a:lvl8pPr>
            <a:lvl9pPr marL="4114800" indent="-290512" algn="l">
              <a:lnSpc>
                <a:spcPct val="95000"/>
              </a:lnSpc>
              <a:spcBef>
                <a:spcPts val="375"/>
              </a:spcBef>
              <a:spcAft>
                <a:spcPts val="0"/>
              </a:spcAft>
              <a:buChar char="–"/>
              <a:defRPr sz="975"/>
            </a:lvl9pPr>
          </a:lstStyle>
          <a:p>
            <a:endParaRPr/>
          </a:p>
        </p:txBody>
      </p:sp>
      <p:sp>
        <p:nvSpPr>
          <p:cNvPr id="158" name="Google Shape;158;p12">
            <a:extLst>
              <a:ext uri="{FF2B5EF4-FFF2-40B4-BE49-F238E27FC236}">
                <a16:creationId xmlns:a16="http://schemas.microsoft.com/office/drawing/2014/main" id="{C8EABA7A-054C-4611-9E4C-012ABF77807F}"/>
              </a:ext>
            </a:extLst>
          </p:cNvPr>
          <p:cNvSpPr>
            <a:spLocks noGrp="1"/>
          </p:cNvSpPr>
          <p:nvPr>
            <p:ph type="dt" idx="10"/>
          </p:nvPr>
        </p:nvSpPr>
        <p:spPr>
          <a:xfrm>
            <a:off x="410766" y="4972050"/>
            <a:ext cx="617934" cy="171450"/>
          </a:xfrm>
          <a:prstGeom prst="rect">
            <a:avLst/>
          </a:prstGeom>
          <a:noFill/>
          <a:ln>
            <a:noFill/>
          </a:ln>
        </p:spPr>
        <p:txBody>
          <a:bodyPr spcFirstLastPara="1" wrap="square" lIns="0" tIns="45700" rIns="0" bIns="45700" anchor="b">
            <a:noAutofit/>
          </a:bodyPr>
          <a:lstStyle>
            <a:lvl1pPr algn="l">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a:endParaRPr/>
          </a:p>
        </p:txBody>
      </p:sp>
      <p:sp>
        <p:nvSpPr>
          <p:cNvPr id="159" name="Google Shape;159;p12">
            <a:extLst>
              <a:ext uri="{FF2B5EF4-FFF2-40B4-BE49-F238E27FC236}">
                <a16:creationId xmlns:a16="http://schemas.microsoft.com/office/drawing/2014/main" id="{06A9374F-4F5F-475F-AEBF-BF362BE7768B}"/>
              </a:ext>
            </a:extLst>
          </p:cNvPr>
          <p:cNvSpPr>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oAutofit/>
          </a:bodyPr>
          <a:lstStyle>
            <a:lvl1pPr marL="0" indent="0" algn="r">
              <a:spcBef>
                <a:spcPts val="0"/>
              </a:spcBef>
              <a:spcAft>
                <a:spcPts val="0"/>
              </a:spcAft>
              <a:buNone/>
              <a:defRPr/>
            </a:lvl1pPr>
            <a:lvl2pPr marL="0" indent="0" algn="r">
              <a:spcBef>
                <a:spcPts val="0"/>
              </a:spcBef>
              <a:spcAft>
                <a:spcPts val="0"/>
              </a:spcAft>
              <a:buNone/>
              <a:defRPr/>
            </a:lvl2pPr>
            <a:lvl3pPr marL="0" indent="0" algn="r">
              <a:spcBef>
                <a:spcPts val="0"/>
              </a:spcBef>
              <a:spcAft>
                <a:spcPts val="0"/>
              </a:spcAft>
              <a:buNone/>
              <a:defRPr/>
            </a:lvl3pPr>
            <a:lvl4pPr marL="0" indent="0" algn="r">
              <a:spcBef>
                <a:spcPts val="0"/>
              </a:spcBef>
              <a:spcAft>
                <a:spcPts val="0"/>
              </a:spcAft>
              <a:buNone/>
              <a:defRPr/>
            </a:lvl4pPr>
            <a:lvl5pPr marL="0" indent="0" algn="r">
              <a:spcBef>
                <a:spcPts val="0"/>
              </a:spcBef>
              <a:spcAft>
                <a:spcPts val="0"/>
              </a:spcAft>
              <a:buNone/>
              <a:defRPr/>
            </a:lvl5pPr>
            <a:lvl6pPr marL="0" indent="0" algn="r">
              <a:spcBef>
                <a:spcPts val="0"/>
              </a:spcBef>
              <a:spcAft>
                <a:spcPts val="0"/>
              </a:spcAft>
              <a:buNone/>
              <a:defRPr/>
            </a:lvl6pPr>
            <a:lvl7pPr marL="0" indent="0" algn="r">
              <a:spcBef>
                <a:spcPts val="0"/>
              </a:spcBef>
              <a:spcAft>
                <a:spcPts val="0"/>
              </a:spcAft>
              <a:buNone/>
              <a:defRPr/>
            </a:lvl7pPr>
            <a:lvl8pPr marL="0" indent="0" algn="r">
              <a:spcBef>
                <a:spcPts val="0"/>
              </a:spcBef>
              <a:spcAft>
                <a:spcPts val="0"/>
              </a:spcAft>
              <a:buNone/>
              <a:defRPr/>
            </a:lvl8pPr>
            <a:lvl9pPr marL="0" indent="0" algn="r">
              <a:spcBef>
                <a:spcPts val="0"/>
              </a:spcBef>
              <a:spcAft>
                <a:spcPts val="0"/>
              </a:spcAft>
              <a:buNone/>
              <a:defRPr/>
            </a:lvl9pPr>
          </a:lstStyle>
          <a:p>
            <a:pPr mar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matchingName="8 Numbers">
  <p:cSld name="8 Numbers">
    <p:bg>
      <p:bgPr>
        <a:solidFill>
          <a:srgbClr val="221F20"/>
        </a:solidFill>
        <a:effectLst/>
      </p:bgPr>
    </p:bg>
    <p:spTree>
      <p:nvGrpSpPr>
        <p:cNvPr id="1" name=""/>
        <p:cNvGrpSpPr/>
        <p:nvPr/>
      </p:nvGrpSpPr>
      <p:grpSpPr>
        <a:xfrm>
          <a:off x="0" y="0"/>
          <a:ext cx="0" cy="0"/>
          <a:chOff x="0" y="0"/>
          <a:chExt cx="0" cy="0"/>
        </a:xfrm>
      </p:grpSpPr>
      <p:sp>
        <p:nvSpPr>
          <p:cNvPr id="161" name="Google Shape;161;p13">
            <a:extLst>
              <a:ext uri="{FF2B5EF4-FFF2-40B4-BE49-F238E27FC236}">
                <a16:creationId xmlns:a16="http://schemas.microsoft.com/office/drawing/2014/main" id="{CD41C661-0166-4ED5-B6C2-F057E9A24898}"/>
              </a:ext>
            </a:extLst>
          </p:cNvPr>
          <p:cNvSpPr>
            <a:spLocks noGrp="1"/>
          </p:cNvSpPr>
          <p:nvPr>
            <p:ph type="title"/>
          </p:nvPr>
        </p:nvSpPr>
        <p:spPr>
          <a:xfrm>
            <a:off x="411480" y="308611"/>
            <a:ext cx="6173470" cy="685800"/>
          </a:xfrm>
          <a:prstGeom prst="rect">
            <a:avLst/>
          </a:prstGeom>
          <a:noFill/>
          <a:ln>
            <a:noFill/>
          </a:ln>
        </p:spPr>
        <p:txBody>
          <a:bodyPr spcFirstLastPara="1" wrap="square" lIns="0" tIns="0" rIns="0" bIns="0" anchor="t">
            <a:noAutofit/>
          </a:bodyPr>
          <a:lstStyle>
            <a:lvl1pPr algn="l">
              <a:lnSpc>
                <a:spcPct val="90000"/>
              </a:lnSpc>
              <a:spcBef>
                <a:spcPts val="0"/>
              </a:spcBef>
              <a:spcAft>
                <a:spcPts val="0"/>
              </a:spcAft>
              <a:buNone/>
              <a:defRPr/>
            </a:lvl1pPr>
            <a:lvl2pPr>
              <a:spcBef>
                <a:spcPts val="0"/>
              </a:spcBef>
              <a:spcAft>
                <a:spcPts val="0"/>
              </a:spcAft>
              <a:buNone/>
              <a:defRPr/>
            </a:lvl2pPr>
            <a:lvl3pPr>
              <a:spcBef>
                <a:spcPts val="0"/>
              </a:spcBef>
              <a:spcAft>
                <a:spcPts val="0"/>
              </a:spcAft>
              <a:buNone/>
              <a:defRPr/>
            </a:lvl3pPr>
            <a:lvl4pPr>
              <a:spcBef>
                <a:spcPts val="0"/>
              </a:spcBef>
              <a:spcAft>
                <a:spcPts val="0"/>
              </a:spcAft>
              <a:buNone/>
              <a:defRPr/>
            </a:lvl4pPr>
            <a:lvl5pPr>
              <a:spcBef>
                <a:spcPts val="0"/>
              </a:spcBef>
              <a:spcAft>
                <a:spcPts val="0"/>
              </a:spcAft>
              <a:buNone/>
              <a:defRPr/>
            </a:lvl5pPr>
            <a:lvl6pPr>
              <a:spcBef>
                <a:spcPts val="0"/>
              </a:spcBef>
              <a:spcAft>
                <a:spcPts val="0"/>
              </a:spcAft>
              <a:buNone/>
              <a:defRPr/>
            </a:lvl6pPr>
            <a:lvl7pPr>
              <a:spcBef>
                <a:spcPts val="0"/>
              </a:spcBef>
              <a:spcAft>
                <a:spcPts val="0"/>
              </a:spcAft>
              <a:buNone/>
              <a:defRPr/>
            </a:lvl7pPr>
            <a:lvl8pPr>
              <a:spcBef>
                <a:spcPts val="0"/>
              </a:spcBef>
              <a:spcAft>
                <a:spcPts val="0"/>
              </a:spcAft>
              <a:buNone/>
              <a:defRPr/>
            </a:lvl8pPr>
            <a:lvl9pPr>
              <a:spcBef>
                <a:spcPts val="0"/>
              </a:spcBef>
              <a:spcAft>
                <a:spcPts val="0"/>
              </a:spcAft>
              <a:buNone/>
              <a:defRPr/>
            </a:lvl9pPr>
          </a:lstStyle>
          <a:p>
            <a:endParaRPr/>
          </a:p>
        </p:txBody>
      </p:sp>
      <p:cxnSp>
        <p:nvCxnSpPr>
          <p:cNvPr id="162" name="Google Shape;162;p13"/>
          <p:cNvCxnSpPr/>
          <p:nvPr/>
        </p:nvCxnSpPr>
        <p:spPr>
          <a:xfrm>
            <a:off x="411480" y="1200150"/>
            <a:ext cx="1874520" cy="0"/>
          </a:xfrm>
          <a:prstGeom prst="straightConnector1">
            <a:avLst/>
          </a:prstGeom>
          <a:ln w="19050" cap="flat">
            <a:solidFill>
              <a:schemeClr val="lt2"/>
            </a:solidFill>
            <a:prstDash val="solid"/>
            <a:miter/>
            <a:headEnd type="none" w="sm" len="sm"/>
            <a:tailEnd type="none" w="sm" len="sm"/>
          </a:ln>
        </p:spPr>
      </p:cxnSp>
      <p:sp>
        <p:nvSpPr>
          <p:cNvPr id="163" name="Google Shape;163;p13">
            <a:extLst>
              <a:ext uri="{FF2B5EF4-FFF2-40B4-BE49-F238E27FC236}">
                <a16:creationId xmlns:a16="http://schemas.microsoft.com/office/drawing/2014/main" id="{ADBFAAF8-63B4-4AF6-BFDA-987DD9039469}"/>
              </a:ext>
            </a:extLst>
          </p:cNvPr>
          <p:cNvSpPr>
            <a:spLocks noGrp="1"/>
          </p:cNvSpPr>
          <p:nvPr/>
        </p:nvSpPr>
        <p:spPr>
          <a:xfrm>
            <a:off x="411481" y="1303020"/>
            <a:ext cx="1874519" cy="342900"/>
          </a:xfrm>
          <a:prstGeom prst="rect">
            <a:avLst/>
          </a:prstGeom>
          <a:noFill/>
          <a:ln>
            <a:noFill/>
          </a:ln>
        </p:spPr>
        <p:txBody>
          <a:bodyPr spcFirstLastPara="1" wrap="square" lIns="0" tIns="0" rIns="0" bIns="0" anchor="t">
            <a:noAutofit/>
          </a:bodyPr>
          <a:lstStyle/>
          <a:p>
            <a:pPr marL="0" indent="0" algn="l">
              <a:lnSpc>
                <a:spcPct val="80000"/>
              </a:lnSpc>
              <a:spcBef>
                <a:spcPts val="0"/>
              </a:spcBef>
              <a:spcAft>
                <a:spcPts val="0"/>
              </a:spcAft>
              <a:buNone/>
            </a:pPr>
            <a:r>
              <a:rPr sz="2700" b="1" i="0" u="none" cap="none">
                <a:solidFill>
                  <a:schemeClr val="lt2"/>
                </a:solidFill>
                <a:latin typeface="Arial"/>
                <a:ea typeface="Arial"/>
                <a:cs typeface="Arial"/>
              </a:rPr>
              <a:t>01</a:t>
            </a:r>
          </a:p>
        </p:txBody>
      </p:sp>
      <p:sp>
        <p:nvSpPr>
          <p:cNvPr id="164" name="Google Shape;164;p13">
            <a:extLst>
              <a:ext uri="{FF2B5EF4-FFF2-40B4-BE49-F238E27FC236}">
                <a16:creationId xmlns:a16="http://schemas.microsoft.com/office/drawing/2014/main" id="{91017D7D-D09B-4AEE-ADF2-414823564E75}"/>
              </a:ext>
            </a:extLst>
          </p:cNvPr>
          <p:cNvSpPr>
            <a:spLocks noGrp="1"/>
          </p:cNvSpPr>
          <p:nvPr>
            <p:ph type="body" idx="1"/>
          </p:nvPr>
        </p:nvSpPr>
        <p:spPr>
          <a:xfrm>
            <a:off x="411481" y="1714500"/>
            <a:ext cx="1874519" cy="994410"/>
          </a:xfrm>
          <a:prstGeom prst="rect">
            <a:avLst/>
          </a:prstGeom>
          <a:noFill/>
          <a:ln>
            <a:noFill/>
          </a:ln>
        </p:spPr>
        <p:txBody>
          <a:bodyPr spcFirstLastPara="1" wrap="square" lIns="0" tIns="0" rIns="0" bIns="0" anchor="t">
            <a:noAutofit/>
          </a:bodyPr>
          <a:lstStyle>
            <a:lvl1pPr marL="457200" indent="-228600" algn="l">
              <a:lnSpc>
                <a:spcPct val="95000"/>
              </a:lnSpc>
              <a:spcBef>
                <a:spcPts val="750"/>
              </a:spcBef>
              <a:spcAft>
                <a:spcPts val="0"/>
              </a:spcAft>
              <a:buNone/>
              <a:defRPr sz="975"/>
            </a:lvl1pPr>
            <a:lvl2pPr marL="914400" indent="-290512" algn="l">
              <a:lnSpc>
                <a:spcPct val="95000"/>
              </a:lnSpc>
              <a:spcBef>
                <a:spcPts val="750"/>
              </a:spcBef>
              <a:spcAft>
                <a:spcPts val="0"/>
              </a:spcAft>
              <a:buChar char="▪"/>
              <a:defRPr sz="975"/>
            </a:lvl2pPr>
            <a:lvl3pPr marL="1371600" indent="-290512" algn="l">
              <a:lnSpc>
                <a:spcPct val="95000"/>
              </a:lnSpc>
              <a:spcBef>
                <a:spcPts val="375"/>
              </a:spcBef>
              <a:spcAft>
                <a:spcPts val="0"/>
              </a:spcAft>
              <a:buChar char="–"/>
              <a:defRPr sz="975"/>
            </a:lvl3pPr>
            <a:lvl4pPr marL="1828800" indent="-290512" algn="l">
              <a:lnSpc>
                <a:spcPct val="95000"/>
              </a:lnSpc>
              <a:spcBef>
                <a:spcPts val="375"/>
              </a:spcBef>
              <a:spcAft>
                <a:spcPts val="0"/>
              </a:spcAft>
              <a:buChar char="–"/>
              <a:defRPr sz="975"/>
            </a:lvl4pPr>
            <a:lvl5pPr marL="2286000" indent="-290512" algn="l">
              <a:lnSpc>
                <a:spcPct val="95000"/>
              </a:lnSpc>
              <a:spcBef>
                <a:spcPts val="375"/>
              </a:spcBef>
              <a:spcAft>
                <a:spcPts val="0"/>
              </a:spcAft>
              <a:buChar char="–"/>
              <a:defRPr sz="975"/>
            </a:lvl5pPr>
            <a:lvl6pPr marL="2743200" indent="-290512" algn="l">
              <a:lnSpc>
                <a:spcPct val="95000"/>
              </a:lnSpc>
              <a:spcBef>
                <a:spcPts val="375"/>
              </a:spcBef>
              <a:spcAft>
                <a:spcPts val="0"/>
              </a:spcAft>
              <a:buChar char="–"/>
              <a:defRPr sz="975"/>
            </a:lvl6pPr>
            <a:lvl7pPr marL="3200400" indent="-290512" algn="l">
              <a:lnSpc>
                <a:spcPct val="95000"/>
              </a:lnSpc>
              <a:spcBef>
                <a:spcPts val="375"/>
              </a:spcBef>
              <a:spcAft>
                <a:spcPts val="0"/>
              </a:spcAft>
              <a:buChar char="–"/>
              <a:defRPr sz="975"/>
            </a:lvl7pPr>
            <a:lvl8pPr marL="3657600" indent="-290512" algn="l">
              <a:lnSpc>
                <a:spcPct val="95000"/>
              </a:lnSpc>
              <a:spcBef>
                <a:spcPts val="375"/>
              </a:spcBef>
              <a:spcAft>
                <a:spcPts val="0"/>
              </a:spcAft>
              <a:buChar char="–"/>
              <a:defRPr sz="975"/>
            </a:lvl8pPr>
            <a:lvl9pPr marL="4114800" indent="-290512" algn="l">
              <a:lnSpc>
                <a:spcPct val="95000"/>
              </a:lnSpc>
              <a:spcBef>
                <a:spcPts val="375"/>
              </a:spcBef>
              <a:spcAft>
                <a:spcPts val="0"/>
              </a:spcAft>
              <a:buChar char="–"/>
              <a:defRPr sz="975"/>
            </a:lvl9pPr>
          </a:lstStyle>
          <a:p>
            <a:endParaRPr/>
          </a:p>
        </p:txBody>
      </p:sp>
      <p:cxnSp>
        <p:nvCxnSpPr>
          <p:cNvPr id="165" name="Google Shape;165;p13"/>
          <p:cNvCxnSpPr/>
          <p:nvPr/>
        </p:nvCxnSpPr>
        <p:spPr>
          <a:xfrm>
            <a:off x="2560320" y="1200150"/>
            <a:ext cx="1874520" cy="0"/>
          </a:xfrm>
          <a:prstGeom prst="straightConnector1">
            <a:avLst/>
          </a:prstGeom>
          <a:ln w="19050" cap="flat">
            <a:solidFill>
              <a:schemeClr val="lt2"/>
            </a:solidFill>
            <a:prstDash val="solid"/>
            <a:miter/>
            <a:headEnd type="none" w="sm" len="sm"/>
            <a:tailEnd type="none" w="sm" len="sm"/>
          </a:ln>
        </p:spPr>
      </p:cxnSp>
      <p:sp>
        <p:nvSpPr>
          <p:cNvPr id="166" name="Google Shape;166;p13">
            <a:extLst>
              <a:ext uri="{FF2B5EF4-FFF2-40B4-BE49-F238E27FC236}">
                <a16:creationId xmlns:a16="http://schemas.microsoft.com/office/drawing/2014/main" id="{E6F6C37C-B313-4C60-8F5F-42C21ACD4F90}"/>
              </a:ext>
            </a:extLst>
          </p:cNvPr>
          <p:cNvSpPr>
            <a:spLocks noGrp="1"/>
          </p:cNvSpPr>
          <p:nvPr/>
        </p:nvSpPr>
        <p:spPr>
          <a:xfrm>
            <a:off x="2560321" y="1303020"/>
            <a:ext cx="1874519" cy="342900"/>
          </a:xfrm>
          <a:prstGeom prst="rect">
            <a:avLst/>
          </a:prstGeom>
          <a:noFill/>
          <a:ln>
            <a:noFill/>
          </a:ln>
        </p:spPr>
        <p:txBody>
          <a:bodyPr spcFirstLastPara="1" wrap="square" lIns="0" tIns="0" rIns="0" bIns="0" anchor="t">
            <a:noAutofit/>
          </a:bodyPr>
          <a:lstStyle/>
          <a:p>
            <a:pPr marL="0" indent="0" algn="l">
              <a:lnSpc>
                <a:spcPct val="80000"/>
              </a:lnSpc>
              <a:spcBef>
                <a:spcPts val="0"/>
              </a:spcBef>
              <a:spcAft>
                <a:spcPts val="0"/>
              </a:spcAft>
              <a:buNone/>
            </a:pPr>
            <a:r>
              <a:rPr sz="2700" b="1" i="0" u="none" cap="none">
                <a:solidFill>
                  <a:schemeClr val="lt2"/>
                </a:solidFill>
                <a:latin typeface="Arial"/>
                <a:ea typeface="Arial"/>
                <a:cs typeface="Arial"/>
              </a:rPr>
              <a:t>02</a:t>
            </a:r>
          </a:p>
        </p:txBody>
      </p:sp>
      <p:sp>
        <p:nvSpPr>
          <p:cNvPr id="167" name="Google Shape;167;p13">
            <a:extLst>
              <a:ext uri="{FF2B5EF4-FFF2-40B4-BE49-F238E27FC236}">
                <a16:creationId xmlns:a16="http://schemas.microsoft.com/office/drawing/2014/main" id="{C7DA3495-E806-4B3D-9E82-B1434167F71A}"/>
              </a:ext>
            </a:extLst>
          </p:cNvPr>
          <p:cNvSpPr>
            <a:spLocks noGrp="1"/>
          </p:cNvSpPr>
          <p:nvPr>
            <p:ph type="body" idx="2"/>
          </p:nvPr>
        </p:nvSpPr>
        <p:spPr>
          <a:xfrm>
            <a:off x="2560321" y="1714500"/>
            <a:ext cx="1874519" cy="994410"/>
          </a:xfrm>
          <a:prstGeom prst="rect">
            <a:avLst/>
          </a:prstGeom>
          <a:noFill/>
          <a:ln>
            <a:noFill/>
          </a:ln>
        </p:spPr>
        <p:txBody>
          <a:bodyPr spcFirstLastPara="1" wrap="square" lIns="0" tIns="0" rIns="0" bIns="0" anchor="t">
            <a:noAutofit/>
          </a:bodyPr>
          <a:lstStyle>
            <a:lvl1pPr marL="457200" indent="-228600" algn="l">
              <a:lnSpc>
                <a:spcPct val="95000"/>
              </a:lnSpc>
              <a:spcBef>
                <a:spcPts val="750"/>
              </a:spcBef>
              <a:spcAft>
                <a:spcPts val="0"/>
              </a:spcAft>
              <a:buNone/>
              <a:defRPr sz="975"/>
            </a:lvl1pPr>
            <a:lvl2pPr marL="914400" indent="-290512" algn="l">
              <a:lnSpc>
                <a:spcPct val="95000"/>
              </a:lnSpc>
              <a:spcBef>
                <a:spcPts val="750"/>
              </a:spcBef>
              <a:spcAft>
                <a:spcPts val="0"/>
              </a:spcAft>
              <a:buChar char="▪"/>
              <a:defRPr sz="975"/>
            </a:lvl2pPr>
            <a:lvl3pPr marL="1371600" indent="-290512" algn="l">
              <a:lnSpc>
                <a:spcPct val="95000"/>
              </a:lnSpc>
              <a:spcBef>
                <a:spcPts val="375"/>
              </a:spcBef>
              <a:spcAft>
                <a:spcPts val="0"/>
              </a:spcAft>
              <a:buChar char="–"/>
              <a:defRPr sz="975"/>
            </a:lvl3pPr>
            <a:lvl4pPr marL="1828800" indent="-290512" algn="l">
              <a:lnSpc>
                <a:spcPct val="95000"/>
              </a:lnSpc>
              <a:spcBef>
                <a:spcPts val="375"/>
              </a:spcBef>
              <a:spcAft>
                <a:spcPts val="0"/>
              </a:spcAft>
              <a:buChar char="–"/>
              <a:defRPr sz="975"/>
            </a:lvl4pPr>
            <a:lvl5pPr marL="2286000" indent="-290512" algn="l">
              <a:lnSpc>
                <a:spcPct val="95000"/>
              </a:lnSpc>
              <a:spcBef>
                <a:spcPts val="375"/>
              </a:spcBef>
              <a:spcAft>
                <a:spcPts val="0"/>
              </a:spcAft>
              <a:buChar char="–"/>
              <a:defRPr sz="975"/>
            </a:lvl5pPr>
            <a:lvl6pPr marL="2743200" indent="-290512" algn="l">
              <a:lnSpc>
                <a:spcPct val="95000"/>
              </a:lnSpc>
              <a:spcBef>
                <a:spcPts val="375"/>
              </a:spcBef>
              <a:spcAft>
                <a:spcPts val="0"/>
              </a:spcAft>
              <a:buChar char="–"/>
              <a:defRPr sz="975"/>
            </a:lvl6pPr>
            <a:lvl7pPr marL="3200400" indent="-290512" algn="l">
              <a:lnSpc>
                <a:spcPct val="95000"/>
              </a:lnSpc>
              <a:spcBef>
                <a:spcPts val="375"/>
              </a:spcBef>
              <a:spcAft>
                <a:spcPts val="0"/>
              </a:spcAft>
              <a:buChar char="–"/>
              <a:defRPr sz="975"/>
            </a:lvl7pPr>
            <a:lvl8pPr marL="3657600" indent="-290512" algn="l">
              <a:lnSpc>
                <a:spcPct val="95000"/>
              </a:lnSpc>
              <a:spcBef>
                <a:spcPts val="375"/>
              </a:spcBef>
              <a:spcAft>
                <a:spcPts val="0"/>
              </a:spcAft>
              <a:buChar char="–"/>
              <a:defRPr sz="975"/>
            </a:lvl8pPr>
            <a:lvl9pPr marL="4114800" indent="-290512" algn="l">
              <a:lnSpc>
                <a:spcPct val="95000"/>
              </a:lnSpc>
              <a:spcBef>
                <a:spcPts val="375"/>
              </a:spcBef>
              <a:spcAft>
                <a:spcPts val="0"/>
              </a:spcAft>
              <a:buChar char="–"/>
              <a:defRPr sz="975"/>
            </a:lvl9pPr>
          </a:lstStyle>
          <a:p>
            <a:endParaRPr/>
          </a:p>
        </p:txBody>
      </p:sp>
      <p:cxnSp>
        <p:nvCxnSpPr>
          <p:cNvPr id="168" name="Google Shape;168;p13"/>
          <p:cNvCxnSpPr/>
          <p:nvPr/>
        </p:nvCxnSpPr>
        <p:spPr>
          <a:xfrm>
            <a:off x="4709160" y="1200150"/>
            <a:ext cx="1874520" cy="0"/>
          </a:xfrm>
          <a:prstGeom prst="straightConnector1">
            <a:avLst/>
          </a:prstGeom>
          <a:ln w="19050" cap="flat">
            <a:solidFill>
              <a:schemeClr val="lt2"/>
            </a:solidFill>
            <a:prstDash val="solid"/>
            <a:miter/>
            <a:headEnd type="none" w="sm" len="sm"/>
            <a:tailEnd type="none" w="sm" len="sm"/>
          </a:ln>
        </p:spPr>
      </p:cxnSp>
      <p:sp>
        <p:nvSpPr>
          <p:cNvPr id="169" name="Google Shape;169;p13">
            <a:extLst>
              <a:ext uri="{FF2B5EF4-FFF2-40B4-BE49-F238E27FC236}">
                <a16:creationId xmlns:a16="http://schemas.microsoft.com/office/drawing/2014/main" id="{00D9F691-7A81-4639-A9D4-32C82D9AE6EB}"/>
              </a:ext>
            </a:extLst>
          </p:cNvPr>
          <p:cNvSpPr>
            <a:spLocks noGrp="1"/>
          </p:cNvSpPr>
          <p:nvPr/>
        </p:nvSpPr>
        <p:spPr>
          <a:xfrm>
            <a:off x="4709161" y="1303020"/>
            <a:ext cx="1874519" cy="342900"/>
          </a:xfrm>
          <a:prstGeom prst="rect">
            <a:avLst/>
          </a:prstGeom>
          <a:noFill/>
          <a:ln>
            <a:noFill/>
          </a:ln>
        </p:spPr>
        <p:txBody>
          <a:bodyPr spcFirstLastPara="1" wrap="square" lIns="0" tIns="0" rIns="0" bIns="0" anchor="t">
            <a:noAutofit/>
          </a:bodyPr>
          <a:lstStyle/>
          <a:p>
            <a:pPr marL="0" indent="0" algn="l">
              <a:lnSpc>
                <a:spcPct val="80000"/>
              </a:lnSpc>
              <a:spcBef>
                <a:spcPts val="0"/>
              </a:spcBef>
              <a:spcAft>
                <a:spcPts val="0"/>
              </a:spcAft>
              <a:buNone/>
            </a:pPr>
            <a:r>
              <a:rPr sz="2700" b="1" i="0" u="none" cap="none">
                <a:solidFill>
                  <a:schemeClr val="lt2"/>
                </a:solidFill>
                <a:latin typeface="Arial"/>
                <a:ea typeface="Arial"/>
                <a:cs typeface="Arial"/>
              </a:rPr>
              <a:t>03</a:t>
            </a:r>
          </a:p>
        </p:txBody>
      </p:sp>
      <p:sp>
        <p:nvSpPr>
          <p:cNvPr id="170" name="Google Shape;170;p13">
            <a:extLst>
              <a:ext uri="{FF2B5EF4-FFF2-40B4-BE49-F238E27FC236}">
                <a16:creationId xmlns:a16="http://schemas.microsoft.com/office/drawing/2014/main" id="{D504D357-2EF7-47DC-BDAE-799DDC0717C4}"/>
              </a:ext>
            </a:extLst>
          </p:cNvPr>
          <p:cNvSpPr>
            <a:spLocks noGrp="1"/>
          </p:cNvSpPr>
          <p:nvPr>
            <p:ph type="body" idx="3"/>
          </p:nvPr>
        </p:nvSpPr>
        <p:spPr>
          <a:xfrm>
            <a:off x="4709161" y="1714500"/>
            <a:ext cx="1874519" cy="994410"/>
          </a:xfrm>
          <a:prstGeom prst="rect">
            <a:avLst/>
          </a:prstGeom>
          <a:noFill/>
          <a:ln>
            <a:noFill/>
          </a:ln>
        </p:spPr>
        <p:txBody>
          <a:bodyPr spcFirstLastPara="1" wrap="square" lIns="0" tIns="0" rIns="0" bIns="0" anchor="t">
            <a:noAutofit/>
          </a:bodyPr>
          <a:lstStyle>
            <a:lvl1pPr marL="457200" indent="-228600" algn="l">
              <a:lnSpc>
                <a:spcPct val="95000"/>
              </a:lnSpc>
              <a:spcBef>
                <a:spcPts val="750"/>
              </a:spcBef>
              <a:spcAft>
                <a:spcPts val="0"/>
              </a:spcAft>
              <a:buNone/>
              <a:defRPr sz="975"/>
            </a:lvl1pPr>
            <a:lvl2pPr marL="914400" indent="-290512" algn="l">
              <a:lnSpc>
                <a:spcPct val="95000"/>
              </a:lnSpc>
              <a:spcBef>
                <a:spcPts val="750"/>
              </a:spcBef>
              <a:spcAft>
                <a:spcPts val="0"/>
              </a:spcAft>
              <a:buChar char="▪"/>
              <a:defRPr sz="975"/>
            </a:lvl2pPr>
            <a:lvl3pPr marL="1371600" indent="-290512" algn="l">
              <a:lnSpc>
                <a:spcPct val="95000"/>
              </a:lnSpc>
              <a:spcBef>
                <a:spcPts val="375"/>
              </a:spcBef>
              <a:spcAft>
                <a:spcPts val="0"/>
              </a:spcAft>
              <a:buChar char="–"/>
              <a:defRPr sz="975"/>
            </a:lvl3pPr>
            <a:lvl4pPr marL="1828800" indent="-290512" algn="l">
              <a:lnSpc>
                <a:spcPct val="95000"/>
              </a:lnSpc>
              <a:spcBef>
                <a:spcPts val="375"/>
              </a:spcBef>
              <a:spcAft>
                <a:spcPts val="0"/>
              </a:spcAft>
              <a:buChar char="–"/>
              <a:defRPr sz="975"/>
            </a:lvl4pPr>
            <a:lvl5pPr marL="2286000" indent="-290512" algn="l">
              <a:lnSpc>
                <a:spcPct val="95000"/>
              </a:lnSpc>
              <a:spcBef>
                <a:spcPts val="375"/>
              </a:spcBef>
              <a:spcAft>
                <a:spcPts val="0"/>
              </a:spcAft>
              <a:buChar char="–"/>
              <a:defRPr sz="975"/>
            </a:lvl5pPr>
            <a:lvl6pPr marL="2743200" indent="-290512" algn="l">
              <a:lnSpc>
                <a:spcPct val="95000"/>
              </a:lnSpc>
              <a:spcBef>
                <a:spcPts val="375"/>
              </a:spcBef>
              <a:spcAft>
                <a:spcPts val="0"/>
              </a:spcAft>
              <a:buChar char="–"/>
              <a:defRPr sz="975"/>
            </a:lvl6pPr>
            <a:lvl7pPr marL="3200400" indent="-290512" algn="l">
              <a:lnSpc>
                <a:spcPct val="95000"/>
              </a:lnSpc>
              <a:spcBef>
                <a:spcPts val="375"/>
              </a:spcBef>
              <a:spcAft>
                <a:spcPts val="0"/>
              </a:spcAft>
              <a:buChar char="–"/>
              <a:defRPr sz="975"/>
            </a:lvl7pPr>
            <a:lvl8pPr marL="3657600" indent="-290512" algn="l">
              <a:lnSpc>
                <a:spcPct val="95000"/>
              </a:lnSpc>
              <a:spcBef>
                <a:spcPts val="375"/>
              </a:spcBef>
              <a:spcAft>
                <a:spcPts val="0"/>
              </a:spcAft>
              <a:buChar char="–"/>
              <a:defRPr sz="975"/>
            </a:lvl8pPr>
            <a:lvl9pPr marL="4114800" indent="-290512" algn="l">
              <a:lnSpc>
                <a:spcPct val="95000"/>
              </a:lnSpc>
              <a:spcBef>
                <a:spcPts val="375"/>
              </a:spcBef>
              <a:spcAft>
                <a:spcPts val="0"/>
              </a:spcAft>
              <a:buChar char="–"/>
              <a:defRPr sz="975"/>
            </a:lvl9pPr>
          </a:lstStyle>
          <a:p>
            <a:endParaRPr/>
          </a:p>
        </p:txBody>
      </p:sp>
      <p:cxnSp>
        <p:nvCxnSpPr>
          <p:cNvPr id="171" name="Google Shape;171;p13"/>
          <p:cNvCxnSpPr/>
          <p:nvPr/>
        </p:nvCxnSpPr>
        <p:spPr>
          <a:xfrm>
            <a:off x="6858000" y="1200150"/>
            <a:ext cx="1874520" cy="0"/>
          </a:xfrm>
          <a:prstGeom prst="straightConnector1">
            <a:avLst/>
          </a:prstGeom>
          <a:ln w="19050" cap="flat">
            <a:solidFill>
              <a:schemeClr val="lt2"/>
            </a:solidFill>
            <a:prstDash val="solid"/>
            <a:miter/>
            <a:headEnd type="none" w="sm" len="sm"/>
            <a:tailEnd type="none" w="sm" len="sm"/>
          </a:ln>
        </p:spPr>
      </p:cxnSp>
      <p:sp>
        <p:nvSpPr>
          <p:cNvPr id="172" name="Google Shape;172;p13">
            <a:extLst>
              <a:ext uri="{FF2B5EF4-FFF2-40B4-BE49-F238E27FC236}">
                <a16:creationId xmlns:a16="http://schemas.microsoft.com/office/drawing/2014/main" id="{47689B80-6D4A-4D7E-B56A-C3365A2A8CDB}"/>
              </a:ext>
            </a:extLst>
          </p:cNvPr>
          <p:cNvSpPr>
            <a:spLocks noGrp="1"/>
          </p:cNvSpPr>
          <p:nvPr/>
        </p:nvSpPr>
        <p:spPr>
          <a:xfrm>
            <a:off x="6858001" y="1303020"/>
            <a:ext cx="1874519" cy="342900"/>
          </a:xfrm>
          <a:prstGeom prst="rect">
            <a:avLst/>
          </a:prstGeom>
          <a:noFill/>
          <a:ln>
            <a:noFill/>
          </a:ln>
        </p:spPr>
        <p:txBody>
          <a:bodyPr spcFirstLastPara="1" wrap="square" lIns="0" tIns="0" rIns="0" bIns="0" anchor="t">
            <a:noAutofit/>
          </a:bodyPr>
          <a:lstStyle/>
          <a:p>
            <a:pPr marL="0" indent="0" algn="l">
              <a:lnSpc>
                <a:spcPct val="80000"/>
              </a:lnSpc>
              <a:spcBef>
                <a:spcPts val="0"/>
              </a:spcBef>
              <a:spcAft>
                <a:spcPts val="0"/>
              </a:spcAft>
              <a:buNone/>
            </a:pPr>
            <a:r>
              <a:rPr sz="2700" b="1" i="0" u="none" cap="none">
                <a:solidFill>
                  <a:schemeClr val="lt2"/>
                </a:solidFill>
                <a:latin typeface="Arial"/>
                <a:ea typeface="Arial"/>
                <a:cs typeface="Arial"/>
              </a:rPr>
              <a:t>04</a:t>
            </a:r>
          </a:p>
        </p:txBody>
      </p:sp>
      <p:sp>
        <p:nvSpPr>
          <p:cNvPr id="173" name="Google Shape;173;p13">
            <a:extLst>
              <a:ext uri="{FF2B5EF4-FFF2-40B4-BE49-F238E27FC236}">
                <a16:creationId xmlns:a16="http://schemas.microsoft.com/office/drawing/2014/main" id="{869720BC-C0F7-486F-B1AC-A8DBA0E143FD}"/>
              </a:ext>
            </a:extLst>
          </p:cNvPr>
          <p:cNvSpPr>
            <a:spLocks noGrp="1"/>
          </p:cNvSpPr>
          <p:nvPr>
            <p:ph type="body" idx="4"/>
          </p:nvPr>
        </p:nvSpPr>
        <p:spPr>
          <a:xfrm>
            <a:off x="6858001" y="1714500"/>
            <a:ext cx="1874519" cy="994410"/>
          </a:xfrm>
          <a:prstGeom prst="rect">
            <a:avLst/>
          </a:prstGeom>
          <a:noFill/>
          <a:ln>
            <a:noFill/>
          </a:ln>
        </p:spPr>
        <p:txBody>
          <a:bodyPr spcFirstLastPara="1" wrap="square" lIns="0" tIns="0" rIns="0" bIns="0" anchor="t">
            <a:noAutofit/>
          </a:bodyPr>
          <a:lstStyle>
            <a:lvl1pPr marL="457200" indent="-228600" algn="l">
              <a:lnSpc>
                <a:spcPct val="95000"/>
              </a:lnSpc>
              <a:spcBef>
                <a:spcPts val="750"/>
              </a:spcBef>
              <a:spcAft>
                <a:spcPts val="0"/>
              </a:spcAft>
              <a:buNone/>
              <a:defRPr sz="975"/>
            </a:lvl1pPr>
            <a:lvl2pPr marL="914400" indent="-290512" algn="l">
              <a:lnSpc>
                <a:spcPct val="95000"/>
              </a:lnSpc>
              <a:spcBef>
                <a:spcPts val="750"/>
              </a:spcBef>
              <a:spcAft>
                <a:spcPts val="0"/>
              </a:spcAft>
              <a:buChar char="▪"/>
              <a:defRPr sz="975"/>
            </a:lvl2pPr>
            <a:lvl3pPr marL="1371600" indent="-290512" algn="l">
              <a:lnSpc>
                <a:spcPct val="95000"/>
              </a:lnSpc>
              <a:spcBef>
                <a:spcPts val="375"/>
              </a:spcBef>
              <a:spcAft>
                <a:spcPts val="0"/>
              </a:spcAft>
              <a:buChar char="–"/>
              <a:defRPr sz="975"/>
            </a:lvl3pPr>
            <a:lvl4pPr marL="1828800" indent="-290512" algn="l">
              <a:lnSpc>
                <a:spcPct val="95000"/>
              </a:lnSpc>
              <a:spcBef>
                <a:spcPts val="375"/>
              </a:spcBef>
              <a:spcAft>
                <a:spcPts val="0"/>
              </a:spcAft>
              <a:buChar char="–"/>
              <a:defRPr sz="975"/>
            </a:lvl4pPr>
            <a:lvl5pPr marL="2286000" indent="-290512" algn="l">
              <a:lnSpc>
                <a:spcPct val="95000"/>
              </a:lnSpc>
              <a:spcBef>
                <a:spcPts val="375"/>
              </a:spcBef>
              <a:spcAft>
                <a:spcPts val="0"/>
              </a:spcAft>
              <a:buChar char="–"/>
              <a:defRPr sz="975"/>
            </a:lvl5pPr>
            <a:lvl6pPr marL="2743200" indent="-290512" algn="l">
              <a:lnSpc>
                <a:spcPct val="95000"/>
              </a:lnSpc>
              <a:spcBef>
                <a:spcPts val="375"/>
              </a:spcBef>
              <a:spcAft>
                <a:spcPts val="0"/>
              </a:spcAft>
              <a:buChar char="–"/>
              <a:defRPr sz="975"/>
            </a:lvl6pPr>
            <a:lvl7pPr marL="3200400" indent="-290512" algn="l">
              <a:lnSpc>
                <a:spcPct val="95000"/>
              </a:lnSpc>
              <a:spcBef>
                <a:spcPts val="375"/>
              </a:spcBef>
              <a:spcAft>
                <a:spcPts val="0"/>
              </a:spcAft>
              <a:buChar char="–"/>
              <a:defRPr sz="975"/>
            </a:lvl7pPr>
            <a:lvl8pPr marL="3657600" indent="-290512" algn="l">
              <a:lnSpc>
                <a:spcPct val="95000"/>
              </a:lnSpc>
              <a:spcBef>
                <a:spcPts val="375"/>
              </a:spcBef>
              <a:spcAft>
                <a:spcPts val="0"/>
              </a:spcAft>
              <a:buChar char="–"/>
              <a:defRPr sz="975"/>
            </a:lvl8pPr>
            <a:lvl9pPr marL="4114800" indent="-290512" algn="l">
              <a:lnSpc>
                <a:spcPct val="95000"/>
              </a:lnSpc>
              <a:spcBef>
                <a:spcPts val="375"/>
              </a:spcBef>
              <a:spcAft>
                <a:spcPts val="0"/>
              </a:spcAft>
              <a:buChar char="–"/>
              <a:defRPr sz="975"/>
            </a:lvl9pPr>
          </a:lstStyle>
          <a:p>
            <a:endParaRPr/>
          </a:p>
        </p:txBody>
      </p:sp>
      <p:cxnSp>
        <p:nvCxnSpPr>
          <p:cNvPr id="174" name="Google Shape;174;p13"/>
          <p:cNvCxnSpPr/>
          <p:nvPr/>
        </p:nvCxnSpPr>
        <p:spPr>
          <a:xfrm>
            <a:off x="411480" y="2914650"/>
            <a:ext cx="1874520" cy="0"/>
          </a:xfrm>
          <a:prstGeom prst="straightConnector1">
            <a:avLst/>
          </a:prstGeom>
          <a:ln w="19050" cap="flat">
            <a:solidFill>
              <a:schemeClr val="lt2"/>
            </a:solidFill>
            <a:prstDash val="solid"/>
            <a:miter/>
            <a:headEnd type="none" w="sm" len="sm"/>
            <a:tailEnd type="none" w="sm" len="sm"/>
          </a:ln>
        </p:spPr>
      </p:cxnSp>
      <p:sp>
        <p:nvSpPr>
          <p:cNvPr id="175" name="Google Shape;175;p13">
            <a:extLst>
              <a:ext uri="{FF2B5EF4-FFF2-40B4-BE49-F238E27FC236}">
                <a16:creationId xmlns:a16="http://schemas.microsoft.com/office/drawing/2014/main" id="{982D2171-2593-485B-BE7B-2EB16EEF2831}"/>
              </a:ext>
            </a:extLst>
          </p:cNvPr>
          <p:cNvSpPr>
            <a:spLocks noGrp="1"/>
          </p:cNvSpPr>
          <p:nvPr/>
        </p:nvSpPr>
        <p:spPr>
          <a:xfrm>
            <a:off x="411481" y="3017520"/>
            <a:ext cx="1874519" cy="342900"/>
          </a:xfrm>
          <a:prstGeom prst="rect">
            <a:avLst/>
          </a:prstGeom>
          <a:noFill/>
          <a:ln>
            <a:noFill/>
          </a:ln>
        </p:spPr>
        <p:txBody>
          <a:bodyPr spcFirstLastPara="1" wrap="square" lIns="0" tIns="0" rIns="0" bIns="0" anchor="t">
            <a:noAutofit/>
          </a:bodyPr>
          <a:lstStyle/>
          <a:p>
            <a:pPr marL="0" indent="0" algn="l">
              <a:lnSpc>
                <a:spcPct val="80000"/>
              </a:lnSpc>
              <a:spcBef>
                <a:spcPts val="0"/>
              </a:spcBef>
              <a:spcAft>
                <a:spcPts val="0"/>
              </a:spcAft>
              <a:buNone/>
            </a:pPr>
            <a:r>
              <a:rPr sz="2700" b="1" i="0" u="none" cap="none">
                <a:solidFill>
                  <a:schemeClr val="lt2"/>
                </a:solidFill>
                <a:latin typeface="Arial"/>
                <a:ea typeface="Arial"/>
                <a:cs typeface="Arial"/>
              </a:rPr>
              <a:t>05</a:t>
            </a:r>
          </a:p>
        </p:txBody>
      </p:sp>
      <p:sp>
        <p:nvSpPr>
          <p:cNvPr id="176" name="Google Shape;176;p13">
            <a:extLst>
              <a:ext uri="{FF2B5EF4-FFF2-40B4-BE49-F238E27FC236}">
                <a16:creationId xmlns:a16="http://schemas.microsoft.com/office/drawing/2014/main" id="{40FE99A5-7786-40A3-887C-ADDC486E5071}"/>
              </a:ext>
            </a:extLst>
          </p:cNvPr>
          <p:cNvSpPr>
            <a:spLocks noGrp="1"/>
          </p:cNvSpPr>
          <p:nvPr>
            <p:ph type="body" idx="5"/>
          </p:nvPr>
        </p:nvSpPr>
        <p:spPr>
          <a:xfrm>
            <a:off x="411481" y="3429000"/>
            <a:ext cx="1874519" cy="994410"/>
          </a:xfrm>
          <a:prstGeom prst="rect">
            <a:avLst/>
          </a:prstGeom>
          <a:noFill/>
          <a:ln>
            <a:noFill/>
          </a:ln>
        </p:spPr>
        <p:txBody>
          <a:bodyPr spcFirstLastPara="1" wrap="square" lIns="0" tIns="0" rIns="0" bIns="0" anchor="t">
            <a:noAutofit/>
          </a:bodyPr>
          <a:lstStyle>
            <a:lvl1pPr marL="457200" indent="-228600" algn="l">
              <a:lnSpc>
                <a:spcPct val="95000"/>
              </a:lnSpc>
              <a:spcBef>
                <a:spcPts val="750"/>
              </a:spcBef>
              <a:spcAft>
                <a:spcPts val="0"/>
              </a:spcAft>
              <a:buNone/>
              <a:defRPr sz="975"/>
            </a:lvl1pPr>
            <a:lvl2pPr marL="914400" indent="-290512" algn="l">
              <a:lnSpc>
                <a:spcPct val="95000"/>
              </a:lnSpc>
              <a:spcBef>
                <a:spcPts val="750"/>
              </a:spcBef>
              <a:spcAft>
                <a:spcPts val="0"/>
              </a:spcAft>
              <a:buChar char="▪"/>
              <a:defRPr sz="975"/>
            </a:lvl2pPr>
            <a:lvl3pPr marL="1371600" indent="-290512" algn="l">
              <a:lnSpc>
                <a:spcPct val="95000"/>
              </a:lnSpc>
              <a:spcBef>
                <a:spcPts val="375"/>
              </a:spcBef>
              <a:spcAft>
                <a:spcPts val="0"/>
              </a:spcAft>
              <a:buChar char="–"/>
              <a:defRPr sz="975"/>
            </a:lvl3pPr>
            <a:lvl4pPr marL="1828800" indent="-290512" algn="l">
              <a:lnSpc>
                <a:spcPct val="95000"/>
              </a:lnSpc>
              <a:spcBef>
                <a:spcPts val="375"/>
              </a:spcBef>
              <a:spcAft>
                <a:spcPts val="0"/>
              </a:spcAft>
              <a:buChar char="–"/>
              <a:defRPr sz="975"/>
            </a:lvl4pPr>
            <a:lvl5pPr marL="2286000" indent="-290512" algn="l">
              <a:lnSpc>
                <a:spcPct val="95000"/>
              </a:lnSpc>
              <a:spcBef>
                <a:spcPts val="375"/>
              </a:spcBef>
              <a:spcAft>
                <a:spcPts val="0"/>
              </a:spcAft>
              <a:buChar char="–"/>
              <a:defRPr sz="975"/>
            </a:lvl5pPr>
            <a:lvl6pPr marL="2743200" indent="-290512" algn="l">
              <a:lnSpc>
                <a:spcPct val="95000"/>
              </a:lnSpc>
              <a:spcBef>
                <a:spcPts val="375"/>
              </a:spcBef>
              <a:spcAft>
                <a:spcPts val="0"/>
              </a:spcAft>
              <a:buChar char="–"/>
              <a:defRPr sz="975"/>
            </a:lvl6pPr>
            <a:lvl7pPr marL="3200400" indent="-290512" algn="l">
              <a:lnSpc>
                <a:spcPct val="95000"/>
              </a:lnSpc>
              <a:spcBef>
                <a:spcPts val="375"/>
              </a:spcBef>
              <a:spcAft>
                <a:spcPts val="0"/>
              </a:spcAft>
              <a:buChar char="–"/>
              <a:defRPr sz="975"/>
            </a:lvl7pPr>
            <a:lvl8pPr marL="3657600" indent="-290512" algn="l">
              <a:lnSpc>
                <a:spcPct val="95000"/>
              </a:lnSpc>
              <a:spcBef>
                <a:spcPts val="375"/>
              </a:spcBef>
              <a:spcAft>
                <a:spcPts val="0"/>
              </a:spcAft>
              <a:buChar char="–"/>
              <a:defRPr sz="975"/>
            </a:lvl8pPr>
            <a:lvl9pPr marL="4114800" indent="-290512" algn="l">
              <a:lnSpc>
                <a:spcPct val="95000"/>
              </a:lnSpc>
              <a:spcBef>
                <a:spcPts val="375"/>
              </a:spcBef>
              <a:spcAft>
                <a:spcPts val="0"/>
              </a:spcAft>
              <a:buChar char="–"/>
              <a:defRPr sz="975"/>
            </a:lvl9pPr>
          </a:lstStyle>
          <a:p>
            <a:endParaRPr/>
          </a:p>
        </p:txBody>
      </p:sp>
      <p:cxnSp>
        <p:nvCxnSpPr>
          <p:cNvPr id="177" name="Google Shape;177;p13"/>
          <p:cNvCxnSpPr/>
          <p:nvPr/>
        </p:nvCxnSpPr>
        <p:spPr>
          <a:xfrm>
            <a:off x="2560320" y="2914650"/>
            <a:ext cx="1874520" cy="0"/>
          </a:xfrm>
          <a:prstGeom prst="straightConnector1">
            <a:avLst/>
          </a:prstGeom>
          <a:ln w="19050" cap="flat">
            <a:solidFill>
              <a:schemeClr val="lt2"/>
            </a:solidFill>
            <a:prstDash val="solid"/>
            <a:miter/>
            <a:headEnd type="none" w="sm" len="sm"/>
            <a:tailEnd type="none" w="sm" len="sm"/>
          </a:ln>
        </p:spPr>
      </p:cxnSp>
      <p:sp>
        <p:nvSpPr>
          <p:cNvPr id="178" name="Google Shape;178;p13">
            <a:extLst>
              <a:ext uri="{FF2B5EF4-FFF2-40B4-BE49-F238E27FC236}">
                <a16:creationId xmlns:a16="http://schemas.microsoft.com/office/drawing/2014/main" id="{F3A3B47B-2345-4B34-8FD7-D517C47FD3CF}"/>
              </a:ext>
            </a:extLst>
          </p:cNvPr>
          <p:cNvSpPr>
            <a:spLocks noGrp="1"/>
          </p:cNvSpPr>
          <p:nvPr/>
        </p:nvSpPr>
        <p:spPr>
          <a:xfrm>
            <a:off x="2560321" y="3017520"/>
            <a:ext cx="1874519" cy="342900"/>
          </a:xfrm>
          <a:prstGeom prst="rect">
            <a:avLst/>
          </a:prstGeom>
          <a:noFill/>
          <a:ln>
            <a:noFill/>
          </a:ln>
        </p:spPr>
        <p:txBody>
          <a:bodyPr spcFirstLastPara="1" wrap="square" lIns="0" tIns="0" rIns="0" bIns="0" anchor="t">
            <a:noAutofit/>
          </a:bodyPr>
          <a:lstStyle/>
          <a:p>
            <a:pPr marL="0" indent="0" algn="l">
              <a:lnSpc>
                <a:spcPct val="80000"/>
              </a:lnSpc>
              <a:spcBef>
                <a:spcPts val="0"/>
              </a:spcBef>
              <a:spcAft>
                <a:spcPts val="0"/>
              </a:spcAft>
              <a:buNone/>
            </a:pPr>
            <a:r>
              <a:rPr sz="2700" b="1" i="0" u="none" cap="none">
                <a:solidFill>
                  <a:schemeClr val="lt2"/>
                </a:solidFill>
                <a:latin typeface="Arial"/>
                <a:ea typeface="Arial"/>
                <a:cs typeface="Arial"/>
              </a:rPr>
              <a:t>06</a:t>
            </a:r>
          </a:p>
        </p:txBody>
      </p:sp>
      <p:sp>
        <p:nvSpPr>
          <p:cNvPr id="179" name="Google Shape;179;p13">
            <a:extLst>
              <a:ext uri="{FF2B5EF4-FFF2-40B4-BE49-F238E27FC236}">
                <a16:creationId xmlns:a16="http://schemas.microsoft.com/office/drawing/2014/main" id="{4E66ABEB-B8BC-4A22-82E9-669427805CA5}"/>
              </a:ext>
            </a:extLst>
          </p:cNvPr>
          <p:cNvSpPr>
            <a:spLocks noGrp="1"/>
          </p:cNvSpPr>
          <p:nvPr>
            <p:ph type="body" idx="6"/>
          </p:nvPr>
        </p:nvSpPr>
        <p:spPr>
          <a:xfrm>
            <a:off x="2560321" y="3429000"/>
            <a:ext cx="1874519" cy="994410"/>
          </a:xfrm>
          <a:prstGeom prst="rect">
            <a:avLst/>
          </a:prstGeom>
          <a:noFill/>
          <a:ln>
            <a:noFill/>
          </a:ln>
        </p:spPr>
        <p:txBody>
          <a:bodyPr spcFirstLastPara="1" wrap="square" lIns="0" tIns="0" rIns="0" bIns="0" anchor="t">
            <a:noAutofit/>
          </a:bodyPr>
          <a:lstStyle>
            <a:lvl1pPr marL="457200" indent="-228600" algn="l">
              <a:lnSpc>
                <a:spcPct val="95000"/>
              </a:lnSpc>
              <a:spcBef>
                <a:spcPts val="750"/>
              </a:spcBef>
              <a:spcAft>
                <a:spcPts val="0"/>
              </a:spcAft>
              <a:buNone/>
              <a:defRPr sz="975"/>
            </a:lvl1pPr>
            <a:lvl2pPr marL="914400" indent="-290512" algn="l">
              <a:lnSpc>
                <a:spcPct val="95000"/>
              </a:lnSpc>
              <a:spcBef>
                <a:spcPts val="750"/>
              </a:spcBef>
              <a:spcAft>
                <a:spcPts val="0"/>
              </a:spcAft>
              <a:buChar char="▪"/>
              <a:defRPr sz="975"/>
            </a:lvl2pPr>
            <a:lvl3pPr marL="1371600" indent="-290512" algn="l">
              <a:lnSpc>
                <a:spcPct val="95000"/>
              </a:lnSpc>
              <a:spcBef>
                <a:spcPts val="375"/>
              </a:spcBef>
              <a:spcAft>
                <a:spcPts val="0"/>
              </a:spcAft>
              <a:buChar char="–"/>
              <a:defRPr sz="975"/>
            </a:lvl3pPr>
            <a:lvl4pPr marL="1828800" indent="-290512" algn="l">
              <a:lnSpc>
                <a:spcPct val="95000"/>
              </a:lnSpc>
              <a:spcBef>
                <a:spcPts val="375"/>
              </a:spcBef>
              <a:spcAft>
                <a:spcPts val="0"/>
              </a:spcAft>
              <a:buChar char="–"/>
              <a:defRPr sz="975"/>
            </a:lvl4pPr>
            <a:lvl5pPr marL="2286000" indent="-290512" algn="l">
              <a:lnSpc>
                <a:spcPct val="95000"/>
              </a:lnSpc>
              <a:spcBef>
                <a:spcPts val="375"/>
              </a:spcBef>
              <a:spcAft>
                <a:spcPts val="0"/>
              </a:spcAft>
              <a:buChar char="–"/>
              <a:defRPr sz="975"/>
            </a:lvl5pPr>
            <a:lvl6pPr marL="2743200" indent="-290512" algn="l">
              <a:lnSpc>
                <a:spcPct val="95000"/>
              </a:lnSpc>
              <a:spcBef>
                <a:spcPts val="375"/>
              </a:spcBef>
              <a:spcAft>
                <a:spcPts val="0"/>
              </a:spcAft>
              <a:buChar char="–"/>
              <a:defRPr sz="975"/>
            </a:lvl6pPr>
            <a:lvl7pPr marL="3200400" indent="-290512" algn="l">
              <a:lnSpc>
                <a:spcPct val="95000"/>
              </a:lnSpc>
              <a:spcBef>
                <a:spcPts val="375"/>
              </a:spcBef>
              <a:spcAft>
                <a:spcPts val="0"/>
              </a:spcAft>
              <a:buChar char="–"/>
              <a:defRPr sz="975"/>
            </a:lvl7pPr>
            <a:lvl8pPr marL="3657600" indent="-290512" algn="l">
              <a:lnSpc>
                <a:spcPct val="95000"/>
              </a:lnSpc>
              <a:spcBef>
                <a:spcPts val="375"/>
              </a:spcBef>
              <a:spcAft>
                <a:spcPts val="0"/>
              </a:spcAft>
              <a:buChar char="–"/>
              <a:defRPr sz="975"/>
            </a:lvl8pPr>
            <a:lvl9pPr marL="4114800" indent="-290512" algn="l">
              <a:lnSpc>
                <a:spcPct val="95000"/>
              </a:lnSpc>
              <a:spcBef>
                <a:spcPts val="375"/>
              </a:spcBef>
              <a:spcAft>
                <a:spcPts val="0"/>
              </a:spcAft>
              <a:buChar char="–"/>
              <a:defRPr sz="975"/>
            </a:lvl9pPr>
          </a:lstStyle>
          <a:p>
            <a:endParaRPr/>
          </a:p>
        </p:txBody>
      </p:sp>
      <p:cxnSp>
        <p:nvCxnSpPr>
          <p:cNvPr id="180" name="Google Shape;180;p13"/>
          <p:cNvCxnSpPr/>
          <p:nvPr/>
        </p:nvCxnSpPr>
        <p:spPr>
          <a:xfrm>
            <a:off x="4709160" y="2914650"/>
            <a:ext cx="1874520" cy="0"/>
          </a:xfrm>
          <a:prstGeom prst="straightConnector1">
            <a:avLst/>
          </a:prstGeom>
          <a:ln w="19050" cap="flat">
            <a:solidFill>
              <a:schemeClr val="lt2"/>
            </a:solidFill>
            <a:prstDash val="solid"/>
            <a:miter/>
            <a:headEnd type="none" w="sm" len="sm"/>
            <a:tailEnd type="none" w="sm" len="sm"/>
          </a:ln>
        </p:spPr>
      </p:cxnSp>
      <p:sp>
        <p:nvSpPr>
          <p:cNvPr id="181" name="Google Shape;181;p13">
            <a:extLst>
              <a:ext uri="{FF2B5EF4-FFF2-40B4-BE49-F238E27FC236}">
                <a16:creationId xmlns:a16="http://schemas.microsoft.com/office/drawing/2014/main" id="{805A46D8-C1AF-4652-BD08-E749F8FF5598}"/>
              </a:ext>
            </a:extLst>
          </p:cNvPr>
          <p:cNvSpPr>
            <a:spLocks noGrp="1"/>
          </p:cNvSpPr>
          <p:nvPr/>
        </p:nvSpPr>
        <p:spPr>
          <a:xfrm>
            <a:off x="4709161" y="3017520"/>
            <a:ext cx="1874519" cy="342900"/>
          </a:xfrm>
          <a:prstGeom prst="rect">
            <a:avLst/>
          </a:prstGeom>
          <a:noFill/>
          <a:ln>
            <a:noFill/>
          </a:ln>
        </p:spPr>
        <p:txBody>
          <a:bodyPr spcFirstLastPara="1" wrap="square" lIns="0" tIns="0" rIns="0" bIns="0" anchor="t">
            <a:noAutofit/>
          </a:bodyPr>
          <a:lstStyle/>
          <a:p>
            <a:pPr marL="0" indent="0" algn="l">
              <a:lnSpc>
                <a:spcPct val="80000"/>
              </a:lnSpc>
              <a:spcBef>
                <a:spcPts val="0"/>
              </a:spcBef>
              <a:spcAft>
                <a:spcPts val="0"/>
              </a:spcAft>
              <a:buNone/>
            </a:pPr>
            <a:r>
              <a:rPr sz="2700" b="1" i="0" u="none" cap="none">
                <a:solidFill>
                  <a:schemeClr val="lt2"/>
                </a:solidFill>
                <a:latin typeface="Arial"/>
                <a:ea typeface="Arial"/>
                <a:cs typeface="Arial"/>
              </a:rPr>
              <a:t>07</a:t>
            </a:r>
          </a:p>
        </p:txBody>
      </p:sp>
      <p:sp>
        <p:nvSpPr>
          <p:cNvPr id="182" name="Google Shape;182;p13">
            <a:extLst>
              <a:ext uri="{FF2B5EF4-FFF2-40B4-BE49-F238E27FC236}">
                <a16:creationId xmlns:a16="http://schemas.microsoft.com/office/drawing/2014/main" id="{AAC5B0DD-10CF-43DC-972E-950EDD942B6B}"/>
              </a:ext>
            </a:extLst>
          </p:cNvPr>
          <p:cNvSpPr>
            <a:spLocks noGrp="1"/>
          </p:cNvSpPr>
          <p:nvPr>
            <p:ph type="body" idx="7"/>
          </p:nvPr>
        </p:nvSpPr>
        <p:spPr>
          <a:xfrm>
            <a:off x="4709161" y="3429000"/>
            <a:ext cx="1874519" cy="994410"/>
          </a:xfrm>
          <a:prstGeom prst="rect">
            <a:avLst/>
          </a:prstGeom>
          <a:noFill/>
          <a:ln>
            <a:noFill/>
          </a:ln>
        </p:spPr>
        <p:txBody>
          <a:bodyPr spcFirstLastPara="1" wrap="square" lIns="0" tIns="0" rIns="0" bIns="0" anchor="t">
            <a:noAutofit/>
          </a:bodyPr>
          <a:lstStyle>
            <a:lvl1pPr marL="457200" indent="-228600" algn="l">
              <a:lnSpc>
                <a:spcPct val="95000"/>
              </a:lnSpc>
              <a:spcBef>
                <a:spcPts val="750"/>
              </a:spcBef>
              <a:spcAft>
                <a:spcPts val="0"/>
              </a:spcAft>
              <a:buNone/>
              <a:defRPr sz="975"/>
            </a:lvl1pPr>
            <a:lvl2pPr marL="914400" indent="-290512" algn="l">
              <a:lnSpc>
                <a:spcPct val="95000"/>
              </a:lnSpc>
              <a:spcBef>
                <a:spcPts val="750"/>
              </a:spcBef>
              <a:spcAft>
                <a:spcPts val="0"/>
              </a:spcAft>
              <a:buChar char="▪"/>
              <a:defRPr sz="975"/>
            </a:lvl2pPr>
            <a:lvl3pPr marL="1371600" indent="-290512" algn="l">
              <a:lnSpc>
                <a:spcPct val="95000"/>
              </a:lnSpc>
              <a:spcBef>
                <a:spcPts val="375"/>
              </a:spcBef>
              <a:spcAft>
                <a:spcPts val="0"/>
              </a:spcAft>
              <a:buChar char="–"/>
              <a:defRPr sz="975"/>
            </a:lvl3pPr>
            <a:lvl4pPr marL="1828800" indent="-290512" algn="l">
              <a:lnSpc>
                <a:spcPct val="95000"/>
              </a:lnSpc>
              <a:spcBef>
                <a:spcPts val="375"/>
              </a:spcBef>
              <a:spcAft>
                <a:spcPts val="0"/>
              </a:spcAft>
              <a:buChar char="–"/>
              <a:defRPr sz="975"/>
            </a:lvl4pPr>
            <a:lvl5pPr marL="2286000" indent="-290512" algn="l">
              <a:lnSpc>
                <a:spcPct val="95000"/>
              </a:lnSpc>
              <a:spcBef>
                <a:spcPts val="375"/>
              </a:spcBef>
              <a:spcAft>
                <a:spcPts val="0"/>
              </a:spcAft>
              <a:buChar char="–"/>
              <a:defRPr sz="975"/>
            </a:lvl5pPr>
            <a:lvl6pPr marL="2743200" indent="-290512" algn="l">
              <a:lnSpc>
                <a:spcPct val="95000"/>
              </a:lnSpc>
              <a:spcBef>
                <a:spcPts val="375"/>
              </a:spcBef>
              <a:spcAft>
                <a:spcPts val="0"/>
              </a:spcAft>
              <a:buChar char="–"/>
              <a:defRPr sz="975"/>
            </a:lvl6pPr>
            <a:lvl7pPr marL="3200400" indent="-290512" algn="l">
              <a:lnSpc>
                <a:spcPct val="95000"/>
              </a:lnSpc>
              <a:spcBef>
                <a:spcPts val="375"/>
              </a:spcBef>
              <a:spcAft>
                <a:spcPts val="0"/>
              </a:spcAft>
              <a:buChar char="–"/>
              <a:defRPr sz="975"/>
            </a:lvl7pPr>
            <a:lvl8pPr marL="3657600" indent="-290512" algn="l">
              <a:lnSpc>
                <a:spcPct val="95000"/>
              </a:lnSpc>
              <a:spcBef>
                <a:spcPts val="375"/>
              </a:spcBef>
              <a:spcAft>
                <a:spcPts val="0"/>
              </a:spcAft>
              <a:buChar char="–"/>
              <a:defRPr sz="975"/>
            </a:lvl8pPr>
            <a:lvl9pPr marL="4114800" indent="-290512" algn="l">
              <a:lnSpc>
                <a:spcPct val="95000"/>
              </a:lnSpc>
              <a:spcBef>
                <a:spcPts val="375"/>
              </a:spcBef>
              <a:spcAft>
                <a:spcPts val="0"/>
              </a:spcAft>
              <a:buChar char="–"/>
              <a:defRPr sz="975"/>
            </a:lvl9pPr>
          </a:lstStyle>
          <a:p>
            <a:endParaRPr/>
          </a:p>
        </p:txBody>
      </p:sp>
      <p:cxnSp>
        <p:nvCxnSpPr>
          <p:cNvPr id="183" name="Google Shape;183;p13"/>
          <p:cNvCxnSpPr/>
          <p:nvPr/>
        </p:nvCxnSpPr>
        <p:spPr>
          <a:xfrm>
            <a:off x="6858000" y="2914650"/>
            <a:ext cx="1874520" cy="0"/>
          </a:xfrm>
          <a:prstGeom prst="straightConnector1">
            <a:avLst/>
          </a:prstGeom>
          <a:ln w="19050" cap="flat">
            <a:solidFill>
              <a:schemeClr val="lt2"/>
            </a:solidFill>
            <a:prstDash val="solid"/>
            <a:miter/>
            <a:headEnd type="none" w="sm" len="sm"/>
            <a:tailEnd type="none" w="sm" len="sm"/>
          </a:ln>
        </p:spPr>
      </p:cxnSp>
      <p:sp>
        <p:nvSpPr>
          <p:cNvPr id="184" name="Google Shape;184;p13">
            <a:extLst>
              <a:ext uri="{FF2B5EF4-FFF2-40B4-BE49-F238E27FC236}">
                <a16:creationId xmlns:a16="http://schemas.microsoft.com/office/drawing/2014/main" id="{70D02C0C-3E1D-477A-88E8-B58625D92A4B}"/>
              </a:ext>
            </a:extLst>
          </p:cNvPr>
          <p:cNvSpPr>
            <a:spLocks noGrp="1"/>
          </p:cNvSpPr>
          <p:nvPr/>
        </p:nvSpPr>
        <p:spPr>
          <a:xfrm>
            <a:off x="6858001" y="3017520"/>
            <a:ext cx="1874519" cy="342900"/>
          </a:xfrm>
          <a:prstGeom prst="rect">
            <a:avLst/>
          </a:prstGeom>
          <a:noFill/>
          <a:ln>
            <a:noFill/>
          </a:ln>
        </p:spPr>
        <p:txBody>
          <a:bodyPr spcFirstLastPara="1" wrap="square" lIns="0" tIns="0" rIns="0" bIns="0" anchor="t">
            <a:noAutofit/>
          </a:bodyPr>
          <a:lstStyle/>
          <a:p>
            <a:pPr marL="0" indent="0" algn="l">
              <a:lnSpc>
                <a:spcPct val="80000"/>
              </a:lnSpc>
              <a:spcBef>
                <a:spcPts val="0"/>
              </a:spcBef>
              <a:spcAft>
                <a:spcPts val="0"/>
              </a:spcAft>
              <a:buNone/>
            </a:pPr>
            <a:r>
              <a:rPr sz="2700" b="1" i="0" u="none" cap="none">
                <a:solidFill>
                  <a:schemeClr val="lt2"/>
                </a:solidFill>
                <a:latin typeface="Arial"/>
                <a:ea typeface="Arial"/>
                <a:cs typeface="Arial"/>
              </a:rPr>
              <a:t>08</a:t>
            </a:r>
          </a:p>
        </p:txBody>
      </p:sp>
      <p:sp>
        <p:nvSpPr>
          <p:cNvPr id="185" name="Google Shape;185;p13">
            <a:extLst>
              <a:ext uri="{FF2B5EF4-FFF2-40B4-BE49-F238E27FC236}">
                <a16:creationId xmlns:a16="http://schemas.microsoft.com/office/drawing/2014/main" id="{3D12D07D-13FD-413C-AE2A-0EBAD2961C16}"/>
              </a:ext>
            </a:extLst>
          </p:cNvPr>
          <p:cNvSpPr>
            <a:spLocks noGrp="1"/>
          </p:cNvSpPr>
          <p:nvPr>
            <p:ph type="body" idx="8"/>
          </p:nvPr>
        </p:nvSpPr>
        <p:spPr>
          <a:xfrm>
            <a:off x="6858001" y="3429000"/>
            <a:ext cx="1874519" cy="994410"/>
          </a:xfrm>
          <a:prstGeom prst="rect">
            <a:avLst/>
          </a:prstGeom>
          <a:noFill/>
          <a:ln>
            <a:noFill/>
          </a:ln>
        </p:spPr>
        <p:txBody>
          <a:bodyPr spcFirstLastPara="1" wrap="square" lIns="0" tIns="0" rIns="0" bIns="0" anchor="t">
            <a:noAutofit/>
          </a:bodyPr>
          <a:lstStyle>
            <a:lvl1pPr marL="457200" indent="-228600" algn="l">
              <a:lnSpc>
                <a:spcPct val="95000"/>
              </a:lnSpc>
              <a:spcBef>
                <a:spcPts val="750"/>
              </a:spcBef>
              <a:spcAft>
                <a:spcPts val="0"/>
              </a:spcAft>
              <a:buNone/>
              <a:defRPr sz="975"/>
            </a:lvl1pPr>
            <a:lvl2pPr marL="914400" indent="-290512" algn="l">
              <a:lnSpc>
                <a:spcPct val="95000"/>
              </a:lnSpc>
              <a:spcBef>
                <a:spcPts val="750"/>
              </a:spcBef>
              <a:spcAft>
                <a:spcPts val="0"/>
              </a:spcAft>
              <a:buChar char="▪"/>
              <a:defRPr sz="975"/>
            </a:lvl2pPr>
            <a:lvl3pPr marL="1371600" indent="-290512" algn="l">
              <a:lnSpc>
                <a:spcPct val="95000"/>
              </a:lnSpc>
              <a:spcBef>
                <a:spcPts val="375"/>
              </a:spcBef>
              <a:spcAft>
                <a:spcPts val="0"/>
              </a:spcAft>
              <a:buChar char="–"/>
              <a:defRPr sz="975"/>
            </a:lvl3pPr>
            <a:lvl4pPr marL="1828800" indent="-290512" algn="l">
              <a:lnSpc>
                <a:spcPct val="95000"/>
              </a:lnSpc>
              <a:spcBef>
                <a:spcPts val="375"/>
              </a:spcBef>
              <a:spcAft>
                <a:spcPts val="0"/>
              </a:spcAft>
              <a:buChar char="–"/>
              <a:defRPr sz="975"/>
            </a:lvl4pPr>
            <a:lvl5pPr marL="2286000" indent="-290512" algn="l">
              <a:lnSpc>
                <a:spcPct val="95000"/>
              </a:lnSpc>
              <a:spcBef>
                <a:spcPts val="375"/>
              </a:spcBef>
              <a:spcAft>
                <a:spcPts val="0"/>
              </a:spcAft>
              <a:buChar char="–"/>
              <a:defRPr sz="975"/>
            </a:lvl5pPr>
            <a:lvl6pPr marL="2743200" indent="-290512" algn="l">
              <a:lnSpc>
                <a:spcPct val="95000"/>
              </a:lnSpc>
              <a:spcBef>
                <a:spcPts val="375"/>
              </a:spcBef>
              <a:spcAft>
                <a:spcPts val="0"/>
              </a:spcAft>
              <a:buChar char="–"/>
              <a:defRPr sz="975"/>
            </a:lvl6pPr>
            <a:lvl7pPr marL="3200400" indent="-290512" algn="l">
              <a:lnSpc>
                <a:spcPct val="95000"/>
              </a:lnSpc>
              <a:spcBef>
                <a:spcPts val="375"/>
              </a:spcBef>
              <a:spcAft>
                <a:spcPts val="0"/>
              </a:spcAft>
              <a:buChar char="–"/>
              <a:defRPr sz="975"/>
            </a:lvl7pPr>
            <a:lvl8pPr marL="3657600" indent="-290512" algn="l">
              <a:lnSpc>
                <a:spcPct val="95000"/>
              </a:lnSpc>
              <a:spcBef>
                <a:spcPts val="375"/>
              </a:spcBef>
              <a:spcAft>
                <a:spcPts val="0"/>
              </a:spcAft>
              <a:buChar char="–"/>
              <a:defRPr sz="975"/>
            </a:lvl8pPr>
            <a:lvl9pPr marL="4114800" indent="-290512" algn="l">
              <a:lnSpc>
                <a:spcPct val="95000"/>
              </a:lnSpc>
              <a:spcBef>
                <a:spcPts val="375"/>
              </a:spcBef>
              <a:spcAft>
                <a:spcPts val="0"/>
              </a:spcAft>
              <a:buChar char="–"/>
              <a:defRPr sz="975"/>
            </a:lvl9pPr>
          </a:lstStyle>
          <a:p>
            <a:endParaRPr/>
          </a:p>
        </p:txBody>
      </p:sp>
      <p:sp>
        <p:nvSpPr>
          <p:cNvPr id="186" name="Google Shape;186;p13">
            <a:extLst>
              <a:ext uri="{FF2B5EF4-FFF2-40B4-BE49-F238E27FC236}">
                <a16:creationId xmlns:a16="http://schemas.microsoft.com/office/drawing/2014/main" id="{B3B01815-44DF-4412-924D-7AF4EC4BC62A}"/>
              </a:ext>
            </a:extLst>
          </p:cNvPr>
          <p:cNvSpPr>
            <a:spLocks noGrp="1"/>
          </p:cNvSpPr>
          <p:nvPr>
            <p:ph type="dt" idx="10"/>
          </p:nvPr>
        </p:nvSpPr>
        <p:spPr>
          <a:xfrm>
            <a:off x="410766" y="4972050"/>
            <a:ext cx="617934" cy="171450"/>
          </a:xfrm>
          <a:prstGeom prst="rect">
            <a:avLst/>
          </a:prstGeom>
          <a:noFill/>
          <a:ln>
            <a:noFill/>
          </a:ln>
        </p:spPr>
        <p:txBody>
          <a:bodyPr spcFirstLastPara="1" wrap="square" lIns="0" tIns="45700" rIns="0" bIns="45700" anchor="b">
            <a:noAutofit/>
          </a:bodyPr>
          <a:lstStyle>
            <a:lvl1pPr algn="l">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a:endParaRPr/>
          </a:p>
        </p:txBody>
      </p:sp>
      <p:sp>
        <p:nvSpPr>
          <p:cNvPr id="187" name="Google Shape;187;p13">
            <a:extLst>
              <a:ext uri="{FF2B5EF4-FFF2-40B4-BE49-F238E27FC236}">
                <a16:creationId xmlns:a16="http://schemas.microsoft.com/office/drawing/2014/main" id="{C8DA7F86-3FBB-466B-AAE8-8A03BC6221E1}"/>
              </a:ext>
            </a:extLst>
          </p:cNvPr>
          <p:cNvSpPr>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oAutofit/>
          </a:bodyPr>
          <a:lstStyle>
            <a:lvl1pPr marL="0" indent="0" algn="r">
              <a:spcBef>
                <a:spcPts val="0"/>
              </a:spcBef>
              <a:spcAft>
                <a:spcPts val="0"/>
              </a:spcAft>
              <a:buNone/>
              <a:defRPr/>
            </a:lvl1pPr>
            <a:lvl2pPr marL="0" indent="0" algn="r">
              <a:spcBef>
                <a:spcPts val="0"/>
              </a:spcBef>
              <a:spcAft>
                <a:spcPts val="0"/>
              </a:spcAft>
              <a:buNone/>
              <a:defRPr/>
            </a:lvl2pPr>
            <a:lvl3pPr marL="0" indent="0" algn="r">
              <a:spcBef>
                <a:spcPts val="0"/>
              </a:spcBef>
              <a:spcAft>
                <a:spcPts val="0"/>
              </a:spcAft>
              <a:buNone/>
              <a:defRPr/>
            </a:lvl3pPr>
            <a:lvl4pPr marL="0" indent="0" algn="r">
              <a:spcBef>
                <a:spcPts val="0"/>
              </a:spcBef>
              <a:spcAft>
                <a:spcPts val="0"/>
              </a:spcAft>
              <a:buNone/>
              <a:defRPr/>
            </a:lvl4pPr>
            <a:lvl5pPr marL="0" indent="0" algn="r">
              <a:spcBef>
                <a:spcPts val="0"/>
              </a:spcBef>
              <a:spcAft>
                <a:spcPts val="0"/>
              </a:spcAft>
              <a:buNone/>
              <a:defRPr/>
            </a:lvl5pPr>
            <a:lvl6pPr marL="0" indent="0" algn="r">
              <a:spcBef>
                <a:spcPts val="0"/>
              </a:spcBef>
              <a:spcAft>
                <a:spcPts val="0"/>
              </a:spcAft>
              <a:buNone/>
              <a:defRPr/>
            </a:lvl6pPr>
            <a:lvl7pPr marL="0" indent="0" algn="r">
              <a:spcBef>
                <a:spcPts val="0"/>
              </a:spcBef>
              <a:spcAft>
                <a:spcPts val="0"/>
              </a:spcAft>
              <a:buNone/>
              <a:defRPr/>
            </a:lvl7pPr>
            <a:lvl8pPr marL="0" indent="0" algn="r">
              <a:spcBef>
                <a:spcPts val="0"/>
              </a:spcBef>
              <a:spcAft>
                <a:spcPts val="0"/>
              </a:spcAft>
              <a:buNone/>
              <a:defRPr/>
            </a:lvl8pPr>
            <a:lvl9pPr marL="0" indent="0" algn="r">
              <a:spcBef>
                <a:spcPts val="0"/>
              </a:spcBef>
              <a:spcAft>
                <a:spcPts val="0"/>
              </a:spcAft>
              <a:buNone/>
              <a:defRPr/>
            </a:lvl9pPr>
          </a:lstStyle>
          <a:p>
            <a:pPr marL="0" indent="0" algn="r">
              <a:spcBef>
                <a:spcPts val="0"/>
              </a:spcBef>
              <a:spcAft>
                <a:spcPts val="0"/>
              </a:spcAft>
              <a:buNone/>
            </a:pPr>
            <a:fld id="{00000000-1234-1234-1234-123412341234}" type="slidenum">
              <a:t>‹#›</a:t>
            </a:fld>
            <a:endParaRPr/>
          </a:p>
        </p:txBody>
      </p:sp>
      <p:sp>
        <p:nvSpPr>
          <p:cNvPr id="188" name="Google Shape;188;p13">
            <a:extLst>
              <a:ext uri="{FF2B5EF4-FFF2-40B4-BE49-F238E27FC236}">
                <a16:creationId xmlns:a16="http://schemas.microsoft.com/office/drawing/2014/main" id="{12A45807-AD59-497B-BADF-D5C258B3CF4C}"/>
              </a:ext>
            </a:extLst>
          </p:cNvPr>
          <p:cNvSpPr>
            <a:spLocks noGrp="1"/>
          </p:cNvSpPr>
          <p:nvPr/>
        </p:nvSpPr>
        <p:spPr>
          <a:xfrm>
            <a:off x="1040130" y="4970376"/>
            <a:ext cx="7063740" cy="173124"/>
          </a:xfrm>
          <a:prstGeom prst="rect">
            <a:avLst/>
          </a:prstGeom>
          <a:noFill/>
          <a:ln>
            <a:noFill/>
          </a:ln>
        </p:spPr>
        <p:txBody>
          <a:bodyPr spcFirstLastPara="1" wrap="square" lIns="0" tIns="45700" rIns="0" bIns="45700" anchor="b">
            <a:noAutofit/>
          </a:bodyPr>
          <a:lstStyle/>
          <a:p>
            <a:pPr marL="0" indent="0" algn="ctr">
              <a:spcBef>
                <a:spcPts val="0"/>
              </a:spcBef>
              <a:spcAft>
                <a:spcPts val="0"/>
              </a:spcAft>
              <a:buNone/>
            </a:pPr>
            <a:r>
              <a:rPr sz="525" b="1" i="0" u="none" cap="none">
                <a:solidFill>
                  <a:schemeClr val="lt1"/>
                </a:solidFill>
                <a:latin typeface="Arial"/>
                <a:ea typeface="Arial"/>
                <a:cs typeface="Arial"/>
              </a:rPr>
              <a:t>EDIT CONTROL STATEMENT UNDER &gt; VIEW &gt; SLIDE MASTER &gt; SCROLL TO TOP &gt; CHANGE HEADER AND FOOTER</a:t>
            </a:r>
          </a:p>
        </p:txBody>
      </p:sp>
      <p:sp>
        <p:nvSpPr>
          <p:cNvPr id="189" name="Google Shape;189;p13">
            <a:extLst>
              <a:ext uri="{FF2B5EF4-FFF2-40B4-BE49-F238E27FC236}">
                <a16:creationId xmlns:a16="http://schemas.microsoft.com/office/drawing/2014/main" id="{8328FA48-116A-490A-8315-C4603D1DC7CD}"/>
              </a:ext>
            </a:extLst>
          </p:cNvPr>
          <p:cNvSpPr>
            <a:spLocks noGrp="1"/>
          </p:cNvSpPr>
          <p:nvPr/>
        </p:nvSpPr>
        <p:spPr>
          <a:xfrm>
            <a:off x="1040130" y="0"/>
            <a:ext cx="7063740" cy="173124"/>
          </a:xfrm>
          <a:prstGeom prst="rect">
            <a:avLst/>
          </a:prstGeom>
          <a:noFill/>
          <a:ln>
            <a:noFill/>
          </a:ln>
        </p:spPr>
        <p:txBody>
          <a:bodyPr spcFirstLastPara="1" wrap="square" lIns="91425" tIns="45700" rIns="91425" bIns="45700" anchor="t">
            <a:noAutofit/>
          </a:bodyPr>
          <a:lstStyle/>
          <a:p>
            <a:pPr marL="0" indent="0" algn="ctr">
              <a:spcBef>
                <a:spcPts val="0"/>
              </a:spcBef>
              <a:spcAft>
                <a:spcPts val="0"/>
              </a:spcAft>
              <a:buNone/>
            </a:pPr>
            <a:r>
              <a:rPr sz="525" b="1" i="0" u="none" cap="none">
                <a:solidFill>
                  <a:schemeClr val="lt1"/>
                </a:solidFill>
                <a:latin typeface="Arial"/>
                <a:ea typeface="Arial"/>
                <a:cs typeface="Arial"/>
              </a:rPr>
              <a:t>EDIT CONTROL STATEMENT UNDER &gt; VIEW &gt; SLIDE MASTER &gt; SCROLL TO TOP &gt; CHANGE HEADER AND FOOTER</a:t>
            </a:r>
          </a:p>
        </p:txBody>
      </p:sp>
      <p:pic>
        <p:nvPicPr>
          <p:cNvPr id="190" name="Google Shape;190;p13"/>
          <p:cNvPicPr>
            <a:picLocks noChangeAspect="1"/>
          </p:cNvPicPr>
          <p:nvPr/>
        </p:nvPicPr>
        <p:blipFill rotWithShape="1">
          <a:blip r:embed="rId2">
            <a:alphaModFix/>
          </a:blip>
          <a:srcRect/>
          <a:stretch/>
        </p:blipFill>
        <p:spPr>
          <a:xfrm>
            <a:off x="7503462" y="308372"/>
            <a:ext cx="1222280" cy="358517"/>
          </a:xfrm>
          <a:prstGeom prst="rect">
            <a:avLst/>
          </a:prstGeom>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8 Numbers - White">
  <p:cSld name="8 Numbers - White">
    <p:spTree>
      <p:nvGrpSpPr>
        <p:cNvPr id="1" name=""/>
        <p:cNvGrpSpPr/>
        <p:nvPr/>
      </p:nvGrpSpPr>
      <p:grpSpPr>
        <a:xfrm>
          <a:off x="0" y="0"/>
          <a:ext cx="0" cy="0"/>
          <a:chOff x="0" y="0"/>
          <a:chExt cx="0" cy="0"/>
        </a:xfrm>
      </p:grpSpPr>
      <p:sp>
        <p:nvSpPr>
          <p:cNvPr id="192" name="Google Shape;192;p14">
            <a:extLst>
              <a:ext uri="{FF2B5EF4-FFF2-40B4-BE49-F238E27FC236}">
                <a16:creationId xmlns:a16="http://schemas.microsoft.com/office/drawing/2014/main" id="{82BDA290-360E-4BA1-AE40-59EAC4291F06}"/>
              </a:ext>
            </a:extLst>
          </p:cNvPr>
          <p:cNvSpPr>
            <a:spLocks noGrp="1"/>
          </p:cNvSpPr>
          <p:nvPr>
            <p:ph type="title"/>
          </p:nvPr>
        </p:nvSpPr>
        <p:spPr>
          <a:xfrm>
            <a:off x="411480" y="308611"/>
            <a:ext cx="6173470" cy="685800"/>
          </a:xfrm>
          <a:prstGeom prst="rect">
            <a:avLst/>
          </a:prstGeom>
          <a:noFill/>
          <a:ln>
            <a:noFill/>
          </a:ln>
        </p:spPr>
        <p:txBody>
          <a:bodyPr spcFirstLastPara="1" wrap="square" lIns="0" tIns="0" rIns="0" bIns="0" anchor="t">
            <a:noAutofit/>
          </a:bodyPr>
          <a:lstStyle>
            <a:lvl1pPr algn="l">
              <a:lnSpc>
                <a:spcPct val="90000"/>
              </a:lnSpc>
              <a:spcBef>
                <a:spcPts val="0"/>
              </a:spcBef>
              <a:spcAft>
                <a:spcPts val="0"/>
              </a:spcAft>
              <a:buNone/>
              <a:defRPr/>
            </a:lvl1pPr>
            <a:lvl2pPr>
              <a:spcBef>
                <a:spcPts val="0"/>
              </a:spcBef>
              <a:spcAft>
                <a:spcPts val="0"/>
              </a:spcAft>
              <a:buNone/>
              <a:defRPr/>
            </a:lvl2pPr>
            <a:lvl3pPr>
              <a:spcBef>
                <a:spcPts val="0"/>
              </a:spcBef>
              <a:spcAft>
                <a:spcPts val="0"/>
              </a:spcAft>
              <a:buNone/>
              <a:defRPr/>
            </a:lvl3pPr>
            <a:lvl4pPr>
              <a:spcBef>
                <a:spcPts val="0"/>
              </a:spcBef>
              <a:spcAft>
                <a:spcPts val="0"/>
              </a:spcAft>
              <a:buNone/>
              <a:defRPr/>
            </a:lvl4pPr>
            <a:lvl5pPr>
              <a:spcBef>
                <a:spcPts val="0"/>
              </a:spcBef>
              <a:spcAft>
                <a:spcPts val="0"/>
              </a:spcAft>
              <a:buNone/>
              <a:defRPr/>
            </a:lvl5pPr>
            <a:lvl6pPr>
              <a:spcBef>
                <a:spcPts val="0"/>
              </a:spcBef>
              <a:spcAft>
                <a:spcPts val="0"/>
              </a:spcAft>
              <a:buNone/>
              <a:defRPr/>
            </a:lvl6pPr>
            <a:lvl7pPr>
              <a:spcBef>
                <a:spcPts val="0"/>
              </a:spcBef>
              <a:spcAft>
                <a:spcPts val="0"/>
              </a:spcAft>
              <a:buNone/>
              <a:defRPr/>
            </a:lvl7pPr>
            <a:lvl8pPr>
              <a:spcBef>
                <a:spcPts val="0"/>
              </a:spcBef>
              <a:spcAft>
                <a:spcPts val="0"/>
              </a:spcAft>
              <a:buNone/>
              <a:defRPr/>
            </a:lvl8pPr>
            <a:lvl9pPr>
              <a:spcBef>
                <a:spcPts val="0"/>
              </a:spcBef>
              <a:spcAft>
                <a:spcPts val="0"/>
              </a:spcAft>
              <a:buNone/>
              <a:defRPr/>
            </a:lvl9pPr>
          </a:lstStyle>
          <a:p>
            <a:endParaRPr/>
          </a:p>
        </p:txBody>
      </p:sp>
      <p:cxnSp>
        <p:nvCxnSpPr>
          <p:cNvPr id="193" name="Google Shape;193;p14"/>
          <p:cNvCxnSpPr/>
          <p:nvPr/>
        </p:nvCxnSpPr>
        <p:spPr>
          <a:xfrm>
            <a:off x="411480" y="1200150"/>
            <a:ext cx="1874520" cy="0"/>
          </a:xfrm>
          <a:prstGeom prst="straightConnector1">
            <a:avLst/>
          </a:prstGeom>
          <a:ln w="19050" cap="flat">
            <a:solidFill>
              <a:schemeClr val="dk1"/>
            </a:solidFill>
            <a:prstDash val="solid"/>
            <a:miter/>
            <a:headEnd type="none" w="sm" len="sm"/>
            <a:tailEnd type="none" w="sm" len="sm"/>
          </a:ln>
        </p:spPr>
      </p:cxnSp>
      <p:sp>
        <p:nvSpPr>
          <p:cNvPr id="194" name="Google Shape;194;p14">
            <a:extLst>
              <a:ext uri="{FF2B5EF4-FFF2-40B4-BE49-F238E27FC236}">
                <a16:creationId xmlns:a16="http://schemas.microsoft.com/office/drawing/2014/main" id="{B5AD6068-4AFC-485A-ADE8-06DBF826FDA2}"/>
              </a:ext>
            </a:extLst>
          </p:cNvPr>
          <p:cNvSpPr>
            <a:spLocks noGrp="1"/>
          </p:cNvSpPr>
          <p:nvPr/>
        </p:nvSpPr>
        <p:spPr>
          <a:xfrm>
            <a:off x="411481" y="1303020"/>
            <a:ext cx="1874519" cy="342900"/>
          </a:xfrm>
          <a:prstGeom prst="rect">
            <a:avLst/>
          </a:prstGeom>
          <a:noFill/>
          <a:ln>
            <a:noFill/>
          </a:ln>
        </p:spPr>
        <p:txBody>
          <a:bodyPr spcFirstLastPara="1" wrap="square" lIns="0" tIns="0" rIns="0" bIns="0" anchor="t">
            <a:noAutofit/>
          </a:bodyPr>
          <a:lstStyle/>
          <a:p>
            <a:pPr marL="0" indent="0" algn="l">
              <a:lnSpc>
                <a:spcPct val="80000"/>
              </a:lnSpc>
              <a:spcBef>
                <a:spcPts val="0"/>
              </a:spcBef>
              <a:spcAft>
                <a:spcPts val="0"/>
              </a:spcAft>
              <a:buNone/>
            </a:pPr>
            <a:r>
              <a:rPr sz="2700" b="1" i="0" u="none" cap="none">
                <a:solidFill>
                  <a:schemeClr val="dk1"/>
                </a:solidFill>
                <a:latin typeface="Arial"/>
                <a:ea typeface="Arial"/>
                <a:cs typeface="Arial"/>
              </a:rPr>
              <a:t>01</a:t>
            </a:r>
          </a:p>
        </p:txBody>
      </p:sp>
      <p:sp>
        <p:nvSpPr>
          <p:cNvPr id="195" name="Google Shape;195;p14">
            <a:extLst>
              <a:ext uri="{FF2B5EF4-FFF2-40B4-BE49-F238E27FC236}">
                <a16:creationId xmlns:a16="http://schemas.microsoft.com/office/drawing/2014/main" id="{CA1D2621-10E3-4D47-BE15-F169E3905102}"/>
              </a:ext>
            </a:extLst>
          </p:cNvPr>
          <p:cNvSpPr>
            <a:spLocks noGrp="1"/>
          </p:cNvSpPr>
          <p:nvPr>
            <p:ph type="body" idx="1"/>
          </p:nvPr>
        </p:nvSpPr>
        <p:spPr>
          <a:xfrm>
            <a:off x="411481" y="1714500"/>
            <a:ext cx="1874519" cy="994410"/>
          </a:xfrm>
          <a:prstGeom prst="rect">
            <a:avLst/>
          </a:prstGeom>
          <a:noFill/>
          <a:ln>
            <a:noFill/>
          </a:ln>
        </p:spPr>
        <p:txBody>
          <a:bodyPr spcFirstLastPara="1" wrap="square" lIns="0" tIns="0" rIns="0" bIns="0" anchor="t">
            <a:noAutofit/>
          </a:bodyPr>
          <a:lstStyle>
            <a:lvl1pPr marL="457200" indent="-228600" algn="l">
              <a:lnSpc>
                <a:spcPct val="95000"/>
              </a:lnSpc>
              <a:spcBef>
                <a:spcPts val="750"/>
              </a:spcBef>
              <a:spcAft>
                <a:spcPts val="0"/>
              </a:spcAft>
              <a:buNone/>
              <a:defRPr sz="975"/>
            </a:lvl1pPr>
            <a:lvl2pPr marL="914400" indent="-290512" algn="l">
              <a:lnSpc>
                <a:spcPct val="95000"/>
              </a:lnSpc>
              <a:spcBef>
                <a:spcPts val="750"/>
              </a:spcBef>
              <a:spcAft>
                <a:spcPts val="0"/>
              </a:spcAft>
              <a:buChar char="▪"/>
              <a:defRPr sz="975"/>
            </a:lvl2pPr>
            <a:lvl3pPr marL="1371600" indent="-290512" algn="l">
              <a:lnSpc>
                <a:spcPct val="95000"/>
              </a:lnSpc>
              <a:spcBef>
                <a:spcPts val="375"/>
              </a:spcBef>
              <a:spcAft>
                <a:spcPts val="0"/>
              </a:spcAft>
              <a:buChar char="–"/>
              <a:defRPr sz="975"/>
            </a:lvl3pPr>
            <a:lvl4pPr marL="1828800" indent="-290512" algn="l">
              <a:lnSpc>
                <a:spcPct val="95000"/>
              </a:lnSpc>
              <a:spcBef>
                <a:spcPts val="375"/>
              </a:spcBef>
              <a:spcAft>
                <a:spcPts val="0"/>
              </a:spcAft>
              <a:buChar char="–"/>
              <a:defRPr sz="975"/>
            </a:lvl4pPr>
            <a:lvl5pPr marL="2286000" indent="-290512" algn="l">
              <a:lnSpc>
                <a:spcPct val="95000"/>
              </a:lnSpc>
              <a:spcBef>
                <a:spcPts val="375"/>
              </a:spcBef>
              <a:spcAft>
                <a:spcPts val="0"/>
              </a:spcAft>
              <a:buChar char="–"/>
              <a:defRPr sz="975"/>
            </a:lvl5pPr>
            <a:lvl6pPr marL="2743200" indent="-290512" algn="l">
              <a:lnSpc>
                <a:spcPct val="95000"/>
              </a:lnSpc>
              <a:spcBef>
                <a:spcPts val="375"/>
              </a:spcBef>
              <a:spcAft>
                <a:spcPts val="0"/>
              </a:spcAft>
              <a:buChar char="–"/>
              <a:defRPr sz="975"/>
            </a:lvl6pPr>
            <a:lvl7pPr marL="3200400" indent="-290512" algn="l">
              <a:lnSpc>
                <a:spcPct val="95000"/>
              </a:lnSpc>
              <a:spcBef>
                <a:spcPts val="375"/>
              </a:spcBef>
              <a:spcAft>
                <a:spcPts val="0"/>
              </a:spcAft>
              <a:buChar char="–"/>
              <a:defRPr sz="975"/>
            </a:lvl7pPr>
            <a:lvl8pPr marL="3657600" indent="-290512" algn="l">
              <a:lnSpc>
                <a:spcPct val="95000"/>
              </a:lnSpc>
              <a:spcBef>
                <a:spcPts val="375"/>
              </a:spcBef>
              <a:spcAft>
                <a:spcPts val="0"/>
              </a:spcAft>
              <a:buChar char="–"/>
              <a:defRPr sz="975"/>
            </a:lvl8pPr>
            <a:lvl9pPr marL="4114800" indent="-290512" algn="l">
              <a:lnSpc>
                <a:spcPct val="95000"/>
              </a:lnSpc>
              <a:spcBef>
                <a:spcPts val="375"/>
              </a:spcBef>
              <a:spcAft>
                <a:spcPts val="0"/>
              </a:spcAft>
              <a:buChar char="–"/>
              <a:defRPr sz="975"/>
            </a:lvl9pPr>
          </a:lstStyle>
          <a:p>
            <a:endParaRPr/>
          </a:p>
        </p:txBody>
      </p:sp>
      <p:cxnSp>
        <p:nvCxnSpPr>
          <p:cNvPr id="196" name="Google Shape;196;p14"/>
          <p:cNvCxnSpPr/>
          <p:nvPr/>
        </p:nvCxnSpPr>
        <p:spPr>
          <a:xfrm>
            <a:off x="2560320" y="1200150"/>
            <a:ext cx="1874520" cy="0"/>
          </a:xfrm>
          <a:prstGeom prst="straightConnector1">
            <a:avLst/>
          </a:prstGeom>
          <a:ln w="19050" cap="flat">
            <a:solidFill>
              <a:schemeClr val="dk1"/>
            </a:solidFill>
            <a:prstDash val="solid"/>
            <a:miter/>
            <a:headEnd type="none" w="sm" len="sm"/>
            <a:tailEnd type="none" w="sm" len="sm"/>
          </a:ln>
        </p:spPr>
      </p:cxnSp>
      <p:sp>
        <p:nvSpPr>
          <p:cNvPr id="197" name="Google Shape;197;p14">
            <a:extLst>
              <a:ext uri="{FF2B5EF4-FFF2-40B4-BE49-F238E27FC236}">
                <a16:creationId xmlns:a16="http://schemas.microsoft.com/office/drawing/2014/main" id="{9BD8C0EB-5C13-407F-96D9-1B26EEF82ADF}"/>
              </a:ext>
            </a:extLst>
          </p:cNvPr>
          <p:cNvSpPr>
            <a:spLocks noGrp="1"/>
          </p:cNvSpPr>
          <p:nvPr/>
        </p:nvSpPr>
        <p:spPr>
          <a:xfrm>
            <a:off x="2560321" y="1303020"/>
            <a:ext cx="1874519" cy="342900"/>
          </a:xfrm>
          <a:prstGeom prst="rect">
            <a:avLst/>
          </a:prstGeom>
          <a:noFill/>
          <a:ln>
            <a:noFill/>
          </a:ln>
        </p:spPr>
        <p:txBody>
          <a:bodyPr spcFirstLastPara="1" wrap="square" lIns="0" tIns="0" rIns="0" bIns="0" anchor="t">
            <a:noAutofit/>
          </a:bodyPr>
          <a:lstStyle/>
          <a:p>
            <a:pPr marL="0" indent="0" algn="l">
              <a:lnSpc>
                <a:spcPct val="80000"/>
              </a:lnSpc>
              <a:spcBef>
                <a:spcPts val="0"/>
              </a:spcBef>
              <a:spcAft>
                <a:spcPts val="0"/>
              </a:spcAft>
              <a:buNone/>
            </a:pPr>
            <a:r>
              <a:rPr sz="2700" b="1" i="0" u="none" cap="none">
                <a:solidFill>
                  <a:schemeClr val="dk1"/>
                </a:solidFill>
                <a:latin typeface="Arial"/>
                <a:ea typeface="Arial"/>
                <a:cs typeface="Arial"/>
              </a:rPr>
              <a:t>02</a:t>
            </a:r>
          </a:p>
        </p:txBody>
      </p:sp>
      <p:sp>
        <p:nvSpPr>
          <p:cNvPr id="198" name="Google Shape;198;p14">
            <a:extLst>
              <a:ext uri="{FF2B5EF4-FFF2-40B4-BE49-F238E27FC236}">
                <a16:creationId xmlns:a16="http://schemas.microsoft.com/office/drawing/2014/main" id="{F750237E-2AB5-4124-89D0-4FA07C6A3A55}"/>
              </a:ext>
            </a:extLst>
          </p:cNvPr>
          <p:cNvSpPr>
            <a:spLocks noGrp="1"/>
          </p:cNvSpPr>
          <p:nvPr>
            <p:ph type="body" idx="2"/>
          </p:nvPr>
        </p:nvSpPr>
        <p:spPr>
          <a:xfrm>
            <a:off x="2560321" y="1714500"/>
            <a:ext cx="1874519" cy="994410"/>
          </a:xfrm>
          <a:prstGeom prst="rect">
            <a:avLst/>
          </a:prstGeom>
          <a:noFill/>
          <a:ln>
            <a:noFill/>
          </a:ln>
        </p:spPr>
        <p:txBody>
          <a:bodyPr spcFirstLastPara="1" wrap="square" lIns="0" tIns="0" rIns="0" bIns="0" anchor="t">
            <a:noAutofit/>
          </a:bodyPr>
          <a:lstStyle>
            <a:lvl1pPr marL="457200" indent="-228600" algn="l">
              <a:lnSpc>
                <a:spcPct val="95000"/>
              </a:lnSpc>
              <a:spcBef>
                <a:spcPts val="750"/>
              </a:spcBef>
              <a:spcAft>
                <a:spcPts val="0"/>
              </a:spcAft>
              <a:buNone/>
              <a:defRPr sz="975"/>
            </a:lvl1pPr>
            <a:lvl2pPr marL="914400" indent="-290512" algn="l">
              <a:lnSpc>
                <a:spcPct val="95000"/>
              </a:lnSpc>
              <a:spcBef>
                <a:spcPts val="750"/>
              </a:spcBef>
              <a:spcAft>
                <a:spcPts val="0"/>
              </a:spcAft>
              <a:buChar char="▪"/>
              <a:defRPr sz="975"/>
            </a:lvl2pPr>
            <a:lvl3pPr marL="1371600" indent="-290512" algn="l">
              <a:lnSpc>
                <a:spcPct val="95000"/>
              </a:lnSpc>
              <a:spcBef>
                <a:spcPts val="375"/>
              </a:spcBef>
              <a:spcAft>
                <a:spcPts val="0"/>
              </a:spcAft>
              <a:buChar char="–"/>
              <a:defRPr sz="975"/>
            </a:lvl3pPr>
            <a:lvl4pPr marL="1828800" indent="-290512" algn="l">
              <a:lnSpc>
                <a:spcPct val="95000"/>
              </a:lnSpc>
              <a:spcBef>
                <a:spcPts val="375"/>
              </a:spcBef>
              <a:spcAft>
                <a:spcPts val="0"/>
              </a:spcAft>
              <a:buChar char="–"/>
              <a:defRPr sz="975"/>
            </a:lvl4pPr>
            <a:lvl5pPr marL="2286000" indent="-290512" algn="l">
              <a:lnSpc>
                <a:spcPct val="95000"/>
              </a:lnSpc>
              <a:spcBef>
                <a:spcPts val="375"/>
              </a:spcBef>
              <a:spcAft>
                <a:spcPts val="0"/>
              </a:spcAft>
              <a:buChar char="–"/>
              <a:defRPr sz="975"/>
            </a:lvl5pPr>
            <a:lvl6pPr marL="2743200" indent="-290512" algn="l">
              <a:lnSpc>
                <a:spcPct val="95000"/>
              </a:lnSpc>
              <a:spcBef>
                <a:spcPts val="375"/>
              </a:spcBef>
              <a:spcAft>
                <a:spcPts val="0"/>
              </a:spcAft>
              <a:buChar char="–"/>
              <a:defRPr sz="975"/>
            </a:lvl6pPr>
            <a:lvl7pPr marL="3200400" indent="-290512" algn="l">
              <a:lnSpc>
                <a:spcPct val="95000"/>
              </a:lnSpc>
              <a:spcBef>
                <a:spcPts val="375"/>
              </a:spcBef>
              <a:spcAft>
                <a:spcPts val="0"/>
              </a:spcAft>
              <a:buChar char="–"/>
              <a:defRPr sz="975"/>
            </a:lvl7pPr>
            <a:lvl8pPr marL="3657600" indent="-290512" algn="l">
              <a:lnSpc>
                <a:spcPct val="95000"/>
              </a:lnSpc>
              <a:spcBef>
                <a:spcPts val="375"/>
              </a:spcBef>
              <a:spcAft>
                <a:spcPts val="0"/>
              </a:spcAft>
              <a:buChar char="–"/>
              <a:defRPr sz="975"/>
            </a:lvl8pPr>
            <a:lvl9pPr marL="4114800" indent="-290512" algn="l">
              <a:lnSpc>
                <a:spcPct val="95000"/>
              </a:lnSpc>
              <a:spcBef>
                <a:spcPts val="375"/>
              </a:spcBef>
              <a:spcAft>
                <a:spcPts val="0"/>
              </a:spcAft>
              <a:buChar char="–"/>
              <a:defRPr sz="975"/>
            </a:lvl9pPr>
          </a:lstStyle>
          <a:p>
            <a:endParaRPr/>
          </a:p>
        </p:txBody>
      </p:sp>
      <p:cxnSp>
        <p:nvCxnSpPr>
          <p:cNvPr id="199" name="Google Shape;199;p14"/>
          <p:cNvCxnSpPr/>
          <p:nvPr/>
        </p:nvCxnSpPr>
        <p:spPr>
          <a:xfrm>
            <a:off x="4709160" y="1200150"/>
            <a:ext cx="1874520" cy="0"/>
          </a:xfrm>
          <a:prstGeom prst="straightConnector1">
            <a:avLst/>
          </a:prstGeom>
          <a:ln w="19050" cap="flat">
            <a:solidFill>
              <a:schemeClr val="dk1"/>
            </a:solidFill>
            <a:prstDash val="solid"/>
            <a:miter/>
            <a:headEnd type="none" w="sm" len="sm"/>
            <a:tailEnd type="none" w="sm" len="sm"/>
          </a:ln>
        </p:spPr>
      </p:cxnSp>
      <p:sp>
        <p:nvSpPr>
          <p:cNvPr id="200" name="Google Shape;200;p14">
            <a:extLst>
              <a:ext uri="{FF2B5EF4-FFF2-40B4-BE49-F238E27FC236}">
                <a16:creationId xmlns:a16="http://schemas.microsoft.com/office/drawing/2014/main" id="{EBD79A07-2C87-4E35-B16B-BA19D9515A3C}"/>
              </a:ext>
            </a:extLst>
          </p:cNvPr>
          <p:cNvSpPr>
            <a:spLocks noGrp="1"/>
          </p:cNvSpPr>
          <p:nvPr/>
        </p:nvSpPr>
        <p:spPr>
          <a:xfrm>
            <a:off x="4709161" y="1303020"/>
            <a:ext cx="1874519" cy="342900"/>
          </a:xfrm>
          <a:prstGeom prst="rect">
            <a:avLst/>
          </a:prstGeom>
          <a:noFill/>
          <a:ln>
            <a:noFill/>
          </a:ln>
        </p:spPr>
        <p:txBody>
          <a:bodyPr spcFirstLastPara="1" wrap="square" lIns="0" tIns="0" rIns="0" bIns="0" anchor="t">
            <a:noAutofit/>
          </a:bodyPr>
          <a:lstStyle/>
          <a:p>
            <a:pPr marL="0" indent="0" algn="l">
              <a:lnSpc>
                <a:spcPct val="80000"/>
              </a:lnSpc>
              <a:spcBef>
                <a:spcPts val="0"/>
              </a:spcBef>
              <a:spcAft>
                <a:spcPts val="0"/>
              </a:spcAft>
              <a:buNone/>
            </a:pPr>
            <a:r>
              <a:rPr sz="2700" b="1" i="0" u="none" cap="none">
                <a:solidFill>
                  <a:schemeClr val="dk1"/>
                </a:solidFill>
                <a:latin typeface="Arial"/>
                <a:ea typeface="Arial"/>
                <a:cs typeface="Arial"/>
              </a:rPr>
              <a:t>03</a:t>
            </a:r>
          </a:p>
        </p:txBody>
      </p:sp>
      <p:sp>
        <p:nvSpPr>
          <p:cNvPr id="201" name="Google Shape;201;p14">
            <a:extLst>
              <a:ext uri="{FF2B5EF4-FFF2-40B4-BE49-F238E27FC236}">
                <a16:creationId xmlns:a16="http://schemas.microsoft.com/office/drawing/2014/main" id="{59F1F49A-F54C-480C-B288-AB0CED760F79}"/>
              </a:ext>
            </a:extLst>
          </p:cNvPr>
          <p:cNvSpPr>
            <a:spLocks noGrp="1"/>
          </p:cNvSpPr>
          <p:nvPr>
            <p:ph type="body" idx="3"/>
          </p:nvPr>
        </p:nvSpPr>
        <p:spPr>
          <a:xfrm>
            <a:off x="4709161" y="1714500"/>
            <a:ext cx="1874519" cy="994410"/>
          </a:xfrm>
          <a:prstGeom prst="rect">
            <a:avLst/>
          </a:prstGeom>
          <a:noFill/>
          <a:ln>
            <a:noFill/>
          </a:ln>
        </p:spPr>
        <p:txBody>
          <a:bodyPr spcFirstLastPara="1" wrap="square" lIns="0" tIns="0" rIns="0" bIns="0" anchor="t">
            <a:noAutofit/>
          </a:bodyPr>
          <a:lstStyle>
            <a:lvl1pPr marL="457200" indent="-228600" algn="l">
              <a:lnSpc>
                <a:spcPct val="95000"/>
              </a:lnSpc>
              <a:spcBef>
                <a:spcPts val="750"/>
              </a:spcBef>
              <a:spcAft>
                <a:spcPts val="0"/>
              </a:spcAft>
              <a:buNone/>
              <a:defRPr sz="975"/>
            </a:lvl1pPr>
            <a:lvl2pPr marL="914400" indent="-290512" algn="l">
              <a:lnSpc>
                <a:spcPct val="95000"/>
              </a:lnSpc>
              <a:spcBef>
                <a:spcPts val="750"/>
              </a:spcBef>
              <a:spcAft>
                <a:spcPts val="0"/>
              </a:spcAft>
              <a:buChar char="▪"/>
              <a:defRPr sz="975"/>
            </a:lvl2pPr>
            <a:lvl3pPr marL="1371600" indent="-290512" algn="l">
              <a:lnSpc>
                <a:spcPct val="95000"/>
              </a:lnSpc>
              <a:spcBef>
                <a:spcPts val="375"/>
              </a:spcBef>
              <a:spcAft>
                <a:spcPts val="0"/>
              </a:spcAft>
              <a:buChar char="–"/>
              <a:defRPr sz="975"/>
            </a:lvl3pPr>
            <a:lvl4pPr marL="1828800" indent="-290512" algn="l">
              <a:lnSpc>
                <a:spcPct val="95000"/>
              </a:lnSpc>
              <a:spcBef>
                <a:spcPts val="375"/>
              </a:spcBef>
              <a:spcAft>
                <a:spcPts val="0"/>
              </a:spcAft>
              <a:buChar char="–"/>
              <a:defRPr sz="975"/>
            </a:lvl4pPr>
            <a:lvl5pPr marL="2286000" indent="-290512" algn="l">
              <a:lnSpc>
                <a:spcPct val="95000"/>
              </a:lnSpc>
              <a:spcBef>
                <a:spcPts val="375"/>
              </a:spcBef>
              <a:spcAft>
                <a:spcPts val="0"/>
              </a:spcAft>
              <a:buChar char="–"/>
              <a:defRPr sz="975"/>
            </a:lvl5pPr>
            <a:lvl6pPr marL="2743200" indent="-290512" algn="l">
              <a:lnSpc>
                <a:spcPct val="95000"/>
              </a:lnSpc>
              <a:spcBef>
                <a:spcPts val="375"/>
              </a:spcBef>
              <a:spcAft>
                <a:spcPts val="0"/>
              </a:spcAft>
              <a:buChar char="–"/>
              <a:defRPr sz="975"/>
            </a:lvl6pPr>
            <a:lvl7pPr marL="3200400" indent="-290512" algn="l">
              <a:lnSpc>
                <a:spcPct val="95000"/>
              </a:lnSpc>
              <a:spcBef>
                <a:spcPts val="375"/>
              </a:spcBef>
              <a:spcAft>
                <a:spcPts val="0"/>
              </a:spcAft>
              <a:buChar char="–"/>
              <a:defRPr sz="975"/>
            </a:lvl7pPr>
            <a:lvl8pPr marL="3657600" indent="-290512" algn="l">
              <a:lnSpc>
                <a:spcPct val="95000"/>
              </a:lnSpc>
              <a:spcBef>
                <a:spcPts val="375"/>
              </a:spcBef>
              <a:spcAft>
                <a:spcPts val="0"/>
              </a:spcAft>
              <a:buChar char="–"/>
              <a:defRPr sz="975"/>
            </a:lvl8pPr>
            <a:lvl9pPr marL="4114800" indent="-290512" algn="l">
              <a:lnSpc>
                <a:spcPct val="95000"/>
              </a:lnSpc>
              <a:spcBef>
                <a:spcPts val="375"/>
              </a:spcBef>
              <a:spcAft>
                <a:spcPts val="0"/>
              </a:spcAft>
              <a:buChar char="–"/>
              <a:defRPr sz="975"/>
            </a:lvl9pPr>
          </a:lstStyle>
          <a:p>
            <a:endParaRPr/>
          </a:p>
        </p:txBody>
      </p:sp>
      <p:cxnSp>
        <p:nvCxnSpPr>
          <p:cNvPr id="202" name="Google Shape;202;p14"/>
          <p:cNvCxnSpPr/>
          <p:nvPr/>
        </p:nvCxnSpPr>
        <p:spPr>
          <a:xfrm>
            <a:off x="6858000" y="1200150"/>
            <a:ext cx="1874520" cy="0"/>
          </a:xfrm>
          <a:prstGeom prst="straightConnector1">
            <a:avLst/>
          </a:prstGeom>
          <a:ln w="19050" cap="flat">
            <a:solidFill>
              <a:schemeClr val="dk1"/>
            </a:solidFill>
            <a:prstDash val="solid"/>
            <a:miter/>
            <a:headEnd type="none" w="sm" len="sm"/>
            <a:tailEnd type="none" w="sm" len="sm"/>
          </a:ln>
        </p:spPr>
      </p:cxnSp>
      <p:sp>
        <p:nvSpPr>
          <p:cNvPr id="203" name="Google Shape;203;p14">
            <a:extLst>
              <a:ext uri="{FF2B5EF4-FFF2-40B4-BE49-F238E27FC236}">
                <a16:creationId xmlns:a16="http://schemas.microsoft.com/office/drawing/2014/main" id="{ECCDDE44-C7FC-4FFE-9ADA-C08763D5EE9F}"/>
              </a:ext>
            </a:extLst>
          </p:cNvPr>
          <p:cNvSpPr>
            <a:spLocks noGrp="1"/>
          </p:cNvSpPr>
          <p:nvPr/>
        </p:nvSpPr>
        <p:spPr>
          <a:xfrm>
            <a:off x="6858001" y="1303020"/>
            <a:ext cx="1874519" cy="342900"/>
          </a:xfrm>
          <a:prstGeom prst="rect">
            <a:avLst/>
          </a:prstGeom>
          <a:noFill/>
          <a:ln>
            <a:noFill/>
          </a:ln>
        </p:spPr>
        <p:txBody>
          <a:bodyPr spcFirstLastPara="1" wrap="square" lIns="0" tIns="0" rIns="0" bIns="0" anchor="t">
            <a:noAutofit/>
          </a:bodyPr>
          <a:lstStyle/>
          <a:p>
            <a:pPr marL="0" indent="0" algn="l">
              <a:lnSpc>
                <a:spcPct val="80000"/>
              </a:lnSpc>
              <a:spcBef>
                <a:spcPts val="0"/>
              </a:spcBef>
              <a:spcAft>
                <a:spcPts val="0"/>
              </a:spcAft>
              <a:buNone/>
            </a:pPr>
            <a:r>
              <a:rPr sz="2700" b="1" i="0" u="none" cap="none">
                <a:solidFill>
                  <a:schemeClr val="dk1"/>
                </a:solidFill>
                <a:latin typeface="Arial"/>
                <a:ea typeface="Arial"/>
                <a:cs typeface="Arial"/>
              </a:rPr>
              <a:t>04</a:t>
            </a:r>
          </a:p>
        </p:txBody>
      </p:sp>
      <p:sp>
        <p:nvSpPr>
          <p:cNvPr id="204" name="Google Shape;204;p14">
            <a:extLst>
              <a:ext uri="{FF2B5EF4-FFF2-40B4-BE49-F238E27FC236}">
                <a16:creationId xmlns:a16="http://schemas.microsoft.com/office/drawing/2014/main" id="{048EB8CC-3311-4E94-A9F7-2C412E6C28F4}"/>
              </a:ext>
            </a:extLst>
          </p:cNvPr>
          <p:cNvSpPr>
            <a:spLocks noGrp="1"/>
          </p:cNvSpPr>
          <p:nvPr>
            <p:ph type="body" idx="4"/>
          </p:nvPr>
        </p:nvSpPr>
        <p:spPr>
          <a:xfrm>
            <a:off x="6858001" y="1714500"/>
            <a:ext cx="1874519" cy="994410"/>
          </a:xfrm>
          <a:prstGeom prst="rect">
            <a:avLst/>
          </a:prstGeom>
          <a:noFill/>
          <a:ln>
            <a:noFill/>
          </a:ln>
        </p:spPr>
        <p:txBody>
          <a:bodyPr spcFirstLastPara="1" wrap="square" lIns="0" tIns="0" rIns="0" bIns="0" anchor="t">
            <a:noAutofit/>
          </a:bodyPr>
          <a:lstStyle>
            <a:lvl1pPr marL="457200" indent="-228600" algn="l">
              <a:lnSpc>
                <a:spcPct val="95000"/>
              </a:lnSpc>
              <a:spcBef>
                <a:spcPts val="750"/>
              </a:spcBef>
              <a:spcAft>
                <a:spcPts val="0"/>
              </a:spcAft>
              <a:buNone/>
              <a:defRPr sz="975"/>
            </a:lvl1pPr>
            <a:lvl2pPr marL="914400" indent="-290512" algn="l">
              <a:lnSpc>
                <a:spcPct val="95000"/>
              </a:lnSpc>
              <a:spcBef>
                <a:spcPts val="750"/>
              </a:spcBef>
              <a:spcAft>
                <a:spcPts val="0"/>
              </a:spcAft>
              <a:buChar char="▪"/>
              <a:defRPr sz="975"/>
            </a:lvl2pPr>
            <a:lvl3pPr marL="1371600" indent="-290512" algn="l">
              <a:lnSpc>
                <a:spcPct val="95000"/>
              </a:lnSpc>
              <a:spcBef>
                <a:spcPts val="375"/>
              </a:spcBef>
              <a:spcAft>
                <a:spcPts val="0"/>
              </a:spcAft>
              <a:buChar char="–"/>
              <a:defRPr sz="975"/>
            </a:lvl3pPr>
            <a:lvl4pPr marL="1828800" indent="-290512" algn="l">
              <a:lnSpc>
                <a:spcPct val="95000"/>
              </a:lnSpc>
              <a:spcBef>
                <a:spcPts val="375"/>
              </a:spcBef>
              <a:spcAft>
                <a:spcPts val="0"/>
              </a:spcAft>
              <a:buChar char="–"/>
              <a:defRPr sz="975"/>
            </a:lvl4pPr>
            <a:lvl5pPr marL="2286000" indent="-290512" algn="l">
              <a:lnSpc>
                <a:spcPct val="95000"/>
              </a:lnSpc>
              <a:spcBef>
                <a:spcPts val="375"/>
              </a:spcBef>
              <a:spcAft>
                <a:spcPts val="0"/>
              </a:spcAft>
              <a:buChar char="–"/>
              <a:defRPr sz="975"/>
            </a:lvl5pPr>
            <a:lvl6pPr marL="2743200" indent="-290512" algn="l">
              <a:lnSpc>
                <a:spcPct val="95000"/>
              </a:lnSpc>
              <a:spcBef>
                <a:spcPts val="375"/>
              </a:spcBef>
              <a:spcAft>
                <a:spcPts val="0"/>
              </a:spcAft>
              <a:buChar char="–"/>
              <a:defRPr sz="975"/>
            </a:lvl6pPr>
            <a:lvl7pPr marL="3200400" indent="-290512" algn="l">
              <a:lnSpc>
                <a:spcPct val="95000"/>
              </a:lnSpc>
              <a:spcBef>
                <a:spcPts val="375"/>
              </a:spcBef>
              <a:spcAft>
                <a:spcPts val="0"/>
              </a:spcAft>
              <a:buChar char="–"/>
              <a:defRPr sz="975"/>
            </a:lvl7pPr>
            <a:lvl8pPr marL="3657600" indent="-290512" algn="l">
              <a:lnSpc>
                <a:spcPct val="95000"/>
              </a:lnSpc>
              <a:spcBef>
                <a:spcPts val="375"/>
              </a:spcBef>
              <a:spcAft>
                <a:spcPts val="0"/>
              </a:spcAft>
              <a:buChar char="–"/>
              <a:defRPr sz="975"/>
            </a:lvl8pPr>
            <a:lvl9pPr marL="4114800" indent="-290512" algn="l">
              <a:lnSpc>
                <a:spcPct val="95000"/>
              </a:lnSpc>
              <a:spcBef>
                <a:spcPts val="375"/>
              </a:spcBef>
              <a:spcAft>
                <a:spcPts val="0"/>
              </a:spcAft>
              <a:buChar char="–"/>
              <a:defRPr sz="975"/>
            </a:lvl9pPr>
          </a:lstStyle>
          <a:p>
            <a:endParaRPr/>
          </a:p>
        </p:txBody>
      </p:sp>
      <p:cxnSp>
        <p:nvCxnSpPr>
          <p:cNvPr id="205" name="Google Shape;205;p14"/>
          <p:cNvCxnSpPr/>
          <p:nvPr/>
        </p:nvCxnSpPr>
        <p:spPr>
          <a:xfrm>
            <a:off x="411480" y="2914650"/>
            <a:ext cx="1874520" cy="0"/>
          </a:xfrm>
          <a:prstGeom prst="straightConnector1">
            <a:avLst/>
          </a:prstGeom>
          <a:ln w="19050" cap="flat">
            <a:solidFill>
              <a:schemeClr val="dk1"/>
            </a:solidFill>
            <a:prstDash val="solid"/>
            <a:miter/>
            <a:headEnd type="none" w="sm" len="sm"/>
            <a:tailEnd type="none" w="sm" len="sm"/>
          </a:ln>
        </p:spPr>
      </p:cxnSp>
      <p:sp>
        <p:nvSpPr>
          <p:cNvPr id="206" name="Google Shape;206;p14">
            <a:extLst>
              <a:ext uri="{FF2B5EF4-FFF2-40B4-BE49-F238E27FC236}">
                <a16:creationId xmlns:a16="http://schemas.microsoft.com/office/drawing/2014/main" id="{A1EAD743-8E1A-465D-A4D7-217B30145967}"/>
              </a:ext>
            </a:extLst>
          </p:cNvPr>
          <p:cNvSpPr>
            <a:spLocks noGrp="1"/>
          </p:cNvSpPr>
          <p:nvPr/>
        </p:nvSpPr>
        <p:spPr>
          <a:xfrm>
            <a:off x="411481" y="3017520"/>
            <a:ext cx="1874519" cy="342900"/>
          </a:xfrm>
          <a:prstGeom prst="rect">
            <a:avLst/>
          </a:prstGeom>
          <a:noFill/>
          <a:ln>
            <a:noFill/>
          </a:ln>
        </p:spPr>
        <p:txBody>
          <a:bodyPr spcFirstLastPara="1" wrap="square" lIns="0" tIns="0" rIns="0" bIns="0" anchor="t">
            <a:noAutofit/>
          </a:bodyPr>
          <a:lstStyle/>
          <a:p>
            <a:pPr marL="0" indent="0" algn="l">
              <a:lnSpc>
                <a:spcPct val="80000"/>
              </a:lnSpc>
              <a:spcBef>
                <a:spcPts val="0"/>
              </a:spcBef>
              <a:spcAft>
                <a:spcPts val="0"/>
              </a:spcAft>
              <a:buNone/>
            </a:pPr>
            <a:r>
              <a:rPr sz="2700" b="1" i="0" u="none" cap="none">
                <a:solidFill>
                  <a:schemeClr val="dk1"/>
                </a:solidFill>
                <a:latin typeface="Arial"/>
                <a:ea typeface="Arial"/>
                <a:cs typeface="Arial"/>
              </a:rPr>
              <a:t>05</a:t>
            </a:r>
          </a:p>
        </p:txBody>
      </p:sp>
      <p:sp>
        <p:nvSpPr>
          <p:cNvPr id="207" name="Google Shape;207;p14">
            <a:extLst>
              <a:ext uri="{FF2B5EF4-FFF2-40B4-BE49-F238E27FC236}">
                <a16:creationId xmlns:a16="http://schemas.microsoft.com/office/drawing/2014/main" id="{22F4BF8F-66DA-4283-9D06-FCAC60482053}"/>
              </a:ext>
            </a:extLst>
          </p:cNvPr>
          <p:cNvSpPr>
            <a:spLocks noGrp="1"/>
          </p:cNvSpPr>
          <p:nvPr>
            <p:ph type="body" idx="5"/>
          </p:nvPr>
        </p:nvSpPr>
        <p:spPr>
          <a:xfrm>
            <a:off x="411481" y="3429000"/>
            <a:ext cx="1874519" cy="994410"/>
          </a:xfrm>
          <a:prstGeom prst="rect">
            <a:avLst/>
          </a:prstGeom>
          <a:noFill/>
          <a:ln>
            <a:noFill/>
          </a:ln>
        </p:spPr>
        <p:txBody>
          <a:bodyPr spcFirstLastPara="1" wrap="square" lIns="0" tIns="0" rIns="0" bIns="0" anchor="t">
            <a:noAutofit/>
          </a:bodyPr>
          <a:lstStyle>
            <a:lvl1pPr marL="457200" indent="-228600" algn="l">
              <a:lnSpc>
                <a:spcPct val="95000"/>
              </a:lnSpc>
              <a:spcBef>
                <a:spcPts val="750"/>
              </a:spcBef>
              <a:spcAft>
                <a:spcPts val="0"/>
              </a:spcAft>
              <a:buNone/>
              <a:defRPr sz="975"/>
            </a:lvl1pPr>
            <a:lvl2pPr marL="914400" indent="-290512" algn="l">
              <a:lnSpc>
                <a:spcPct val="95000"/>
              </a:lnSpc>
              <a:spcBef>
                <a:spcPts val="750"/>
              </a:spcBef>
              <a:spcAft>
                <a:spcPts val="0"/>
              </a:spcAft>
              <a:buChar char="▪"/>
              <a:defRPr sz="975"/>
            </a:lvl2pPr>
            <a:lvl3pPr marL="1371600" indent="-290512" algn="l">
              <a:lnSpc>
                <a:spcPct val="95000"/>
              </a:lnSpc>
              <a:spcBef>
                <a:spcPts val="375"/>
              </a:spcBef>
              <a:spcAft>
                <a:spcPts val="0"/>
              </a:spcAft>
              <a:buChar char="–"/>
              <a:defRPr sz="975"/>
            </a:lvl3pPr>
            <a:lvl4pPr marL="1828800" indent="-290512" algn="l">
              <a:lnSpc>
                <a:spcPct val="95000"/>
              </a:lnSpc>
              <a:spcBef>
                <a:spcPts val="375"/>
              </a:spcBef>
              <a:spcAft>
                <a:spcPts val="0"/>
              </a:spcAft>
              <a:buChar char="–"/>
              <a:defRPr sz="975"/>
            </a:lvl4pPr>
            <a:lvl5pPr marL="2286000" indent="-290512" algn="l">
              <a:lnSpc>
                <a:spcPct val="95000"/>
              </a:lnSpc>
              <a:spcBef>
                <a:spcPts val="375"/>
              </a:spcBef>
              <a:spcAft>
                <a:spcPts val="0"/>
              </a:spcAft>
              <a:buChar char="–"/>
              <a:defRPr sz="975"/>
            </a:lvl5pPr>
            <a:lvl6pPr marL="2743200" indent="-290512" algn="l">
              <a:lnSpc>
                <a:spcPct val="95000"/>
              </a:lnSpc>
              <a:spcBef>
                <a:spcPts val="375"/>
              </a:spcBef>
              <a:spcAft>
                <a:spcPts val="0"/>
              </a:spcAft>
              <a:buChar char="–"/>
              <a:defRPr sz="975"/>
            </a:lvl6pPr>
            <a:lvl7pPr marL="3200400" indent="-290512" algn="l">
              <a:lnSpc>
                <a:spcPct val="95000"/>
              </a:lnSpc>
              <a:spcBef>
                <a:spcPts val="375"/>
              </a:spcBef>
              <a:spcAft>
                <a:spcPts val="0"/>
              </a:spcAft>
              <a:buChar char="–"/>
              <a:defRPr sz="975"/>
            </a:lvl7pPr>
            <a:lvl8pPr marL="3657600" indent="-290512" algn="l">
              <a:lnSpc>
                <a:spcPct val="95000"/>
              </a:lnSpc>
              <a:spcBef>
                <a:spcPts val="375"/>
              </a:spcBef>
              <a:spcAft>
                <a:spcPts val="0"/>
              </a:spcAft>
              <a:buChar char="–"/>
              <a:defRPr sz="975"/>
            </a:lvl8pPr>
            <a:lvl9pPr marL="4114800" indent="-290512" algn="l">
              <a:lnSpc>
                <a:spcPct val="95000"/>
              </a:lnSpc>
              <a:spcBef>
                <a:spcPts val="375"/>
              </a:spcBef>
              <a:spcAft>
                <a:spcPts val="0"/>
              </a:spcAft>
              <a:buChar char="–"/>
              <a:defRPr sz="975"/>
            </a:lvl9pPr>
          </a:lstStyle>
          <a:p>
            <a:endParaRPr/>
          </a:p>
        </p:txBody>
      </p:sp>
      <p:cxnSp>
        <p:nvCxnSpPr>
          <p:cNvPr id="208" name="Google Shape;208;p14"/>
          <p:cNvCxnSpPr/>
          <p:nvPr/>
        </p:nvCxnSpPr>
        <p:spPr>
          <a:xfrm>
            <a:off x="2560320" y="2914650"/>
            <a:ext cx="1874520" cy="0"/>
          </a:xfrm>
          <a:prstGeom prst="straightConnector1">
            <a:avLst/>
          </a:prstGeom>
          <a:ln w="19050" cap="flat">
            <a:solidFill>
              <a:schemeClr val="dk1"/>
            </a:solidFill>
            <a:prstDash val="solid"/>
            <a:miter/>
            <a:headEnd type="none" w="sm" len="sm"/>
            <a:tailEnd type="none" w="sm" len="sm"/>
          </a:ln>
        </p:spPr>
      </p:cxnSp>
      <p:sp>
        <p:nvSpPr>
          <p:cNvPr id="209" name="Google Shape;209;p14">
            <a:extLst>
              <a:ext uri="{FF2B5EF4-FFF2-40B4-BE49-F238E27FC236}">
                <a16:creationId xmlns:a16="http://schemas.microsoft.com/office/drawing/2014/main" id="{0C0A4CBB-A14C-494B-946D-B291D5818F56}"/>
              </a:ext>
            </a:extLst>
          </p:cNvPr>
          <p:cNvSpPr>
            <a:spLocks noGrp="1"/>
          </p:cNvSpPr>
          <p:nvPr/>
        </p:nvSpPr>
        <p:spPr>
          <a:xfrm>
            <a:off x="2560321" y="3017520"/>
            <a:ext cx="1874519" cy="342900"/>
          </a:xfrm>
          <a:prstGeom prst="rect">
            <a:avLst/>
          </a:prstGeom>
          <a:noFill/>
          <a:ln>
            <a:noFill/>
          </a:ln>
        </p:spPr>
        <p:txBody>
          <a:bodyPr spcFirstLastPara="1" wrap="square" lIns="0" tIns="0" rIns="0" bIns="0" anchor="t">
            <a:noAutofit/>
          </a:bodyPr>
          <a:lstStyle/>
          <a:p>
            <a:pPr marL="0" indent="0" algn="l">
              <a:lnSpc>
                <a:spcPct val="80000"/>
              </a:lnSpc>
              <a:spcBef>
                <a:spcPts val="0"/>
              </a:spcBef>
              <a:spcAft>
                <a:spcPts val="0"/>
              </a:spcAft>
              <a:buNone/>
            </a:pPr>
            <a:r>
              <a:rPr sz="2700" b="1" i="0" u="none" cap="none">
                <a:solidFill>
                  <a:schemeClr val="dk1"/>
                </a:solidFill>
                <a:latin typeface="Arial"/>
                <a:ea typeface="Arial"/>
                <a:cs typeface="Arial"/>
              </a:rPr>
              <a:t>06</a:t>
            </a:r>
          </a:p>
        </p:txBody>
      </p:sp>
      <p:sp>
        <p:nvSpPr>
          <p:cNvPr id="210" name="Google Shape;210;p14">
            <a:extLst>
              <a:ext uri="{FF2B5EF4-FFF2-40B4-BE49-F238E27FC236}">
                <a16:creationId xmlns:a16="http://schemas.microsoft.com/office/drawing/2014/main" id="{9C326E28-9079-4F0D-9359-BE34BCCF2A75}"/>
              </a:ext>
            </a:extLst>
          </p:cNvPr>
          <p:cNvSpPr>
            <a:spLocks noGrp="1"/>
          </p:cNvSpPr>
          <p:nvPr>
            <p:ph type="body" idx="6"/>
          </p:nvPr>
        </p:nvSpPr>
        <p:spPr>
          <a:xfrm>
            <a:off x="2560321" y="3429000"/>
            <a:ext cx="1874519" cy="994410"/>
          </a:xfrm>
          <a:prstGeom prst="rect">
            <a:avLst/>
          </a:prstGeom>
          <a:noFill/>
          <a:ln>
            <a:noFill/>
          </a:ln>
        </p:spPr>
        <p:txBody>
          <a:bodyPr spcFirstLastPara="1" wrap="square" lIns="0" tIns="0" rIns="0" bIns="0" anchor="t">
            <a:noAutofit/>
          </a:bodyPr>
          <a:lstStyle>
            <a:lvl1pPr marL="457200" indent="-228600" algn="l">
              <a:lnSpc>
                <a:spcPct val="95000"/>
              </a:lnSpc>
              <a:spcBef>
                <a:spcPts val="750"/>
              </a:spcBef>
              <a:spcAft>
                <a:spcPts val="0"/>
              </a:spcAft>
              <a:buNone/>
              <a:defRPr sz="975"/>
            </a:lvl1pPr>
            <a:lvl2pPr marL="914400" indent="-290512" algn="l">
              <a:lnSpc>
                <a:spcPct val="95000"/>
              </a:lnSpc>
              <a:spcBef>
                <a:spcPts val="750"/>
              </a:spcBef>
              <a:spcAft>
                <a:spcPts val="0"/>
              </a:spcAft>
              <a:buChar char="▪"/>
              <a:defRPr sz="975"/>
            </a:lvl2pPr>
            <a:lvl3pPr marL="1371600" indent="-290512" algn="l">
              <a:lnSpc>
                <a:spcPct val="95000"/>
              </a:lnSpc>
              <a:spcBef>
                <a:spcPts val="375"/>
              </a:spcBef>
              <a:spcAft>
                <a:spcPts val="0"/>
              </a:spcAft>
              <a:buChar char="–"/>
              <a:defRPr sz="975"/>
            </a:lvl3pPr>
            <a:lvl4pPr marL="1828800" indent="-290512" algn="l">
              <a:lnSpc>
                <a:spcPct val="95000"/>
              </a:lnSpc>
              <a:spcBef>
                <a:spcPts val="375"/>
              </a:spcBef>
              <a:spcAft>
                <a:spcPts val="0"/>
              </a:spcAft>
              <a:buChar char="–"/>
              <a:defRPr sz="975"/>
            </a:lvl4pPr>
            <a:lvl5pPr marL="2286000" indent="-290512" algn="l">
              <a:lnSpc>
                <a:spcPct val="95000"/>
              </a:lnSpc>
              <a:spcBef>
                <a:spcPts val="375"/>
              </a:spcBef>
              <a:spcAft>
                <a:spcPts val="0"/>
              </a:spcAft>
              <a:buChar char="–"/>
              <a:defRPr sz="975"/>
            </a:lvl5pPr>
            <a:lvl6pPr marL="2743200" indent="-290512" algn="l">
              <a:lnSpc>
                <a:spcPct val="95000"/>
              </a:lnSpc>
              <a:spcBef>
                <a:spcPts val="375"/>
              </a:spcBef>
              <a:spcAft>
                <a:spcPts val="0"/>
              </a:spcAft>
              <a:buChar char="–"/>
              <a:defRPr sz="975"/>
            </a:lvl6pPr>
            <a:lvl7pPr marL="3200400" indent="-290512" algn="l">
              <a:lnSpc>
                <a:spcPct val="95000"/>
              </a:lnSpc>
              <a:spcBef>
                <a:spcPts val="375"/>
              </a:spcBef>
              <a:spcAft>
                <a:spcPts val="0"/>
              </a:spcAft>
              <a:buChar char="–"/>
              <a:defRPr sz="975"/>
            </a:lvl7pPr>
            <a:lvl8pPr marL="3657600" indent="-290512" algn="l">
              <a:lnSpc>
                <a:spcPct val="95000"/>
              </a:lnSpc>
              <a:spcBef>
                <a:spcPts val="375"/>
              </a:spcBef>
              <a:spcAft>
                <a:spcPts val="0"/>
              </a:spcAft>
              <a:buChar char="–"/>
              <a:defRPr sz="975"/>
            </a:lvl8pPr>
            <a:lvl9pPr marL="4114800" indent="-290512" algn="l">
              <a:lnSpc>
                <a:spcPct val="95000"/>
              </a:lnSpc>
              <a:spcBef>
                <a:spcPts val="375"/>
              </a:spcBef>
              <a:spcAft>
                <a:spcPts val="0"/>
              </a:spcAft>
              <a:buChar char="–"/>
              <a:defRPr sz="975"/>
            </a:lvl9pPr>
          </a:lstStyle>
          <a:p>
            <a:endParaRPr/>
          </a:p>
        </p:txBody>
      </p:sp>
      <p:cxnSp>
        <p:nvCxnSpPr>
          <p:cNvPr id="211" name="Google Shape;211;p14"/>
          <p:cNvCxnSpPr/>
          <p:nvPr/>
        </p:nvCxnSpPr>
        <p:spPr>
          <a:xfrm>
            <a:off x="4709160" y="2914650"/>
            <a:ext cx="1874520" cy="0"/>
          </a:xfrm>
          <a:prstGeom prst="straightConnector1">
            <a:avLst/>
          </a:prstGeom>
          <a:ln w="19050" cap="flat">
            <a:solidFill>
              <a:schemeClr val="dk1"/>
            </a:solidFill>
            <a:prstDash val="solid"/>
            <a:miter/>
            <a:headEnd type="none" w="sm" len="sm"/>
            <a:tailEnd type="none" w="sm" len="sm"/>
          </a:ln>
        </p:spPr>
      </p:cxnSp>
      <p:sp>
        <p:nvSpPr>
          <p:cNvPr id="212" name="Google Shape;212;p14">
            <a:extLst>
              <a:ext uri="{FF2B5EF4-FFF2-40B4-BE49-F238E27FC236}">
                <a16:creationId xmlns:a16="http://schemas.microsoft.com/office/drawing/2014/main" id="{A63CF3F2-AC43-481F-8EAC-A14197908FC3}"/>
              </a:ext>
            </a:extLst>
          </p:cNvPr>
          <p:cNvSpPr>
            <a:spLocks noGrp="1"/>
          </p:cNvSpPr>
          <p:nvPr/>
        </p:nvSpPr>
        <p:spPr>
          <a:xfrm>
            <a:off x="4709161" y="3017520"/>
            <a:ext cx="1874519" cy="342900"/>
          </a:xfrm>
          <a:prstGeom prst="rect">
            <a:avLst/>
          </a:prstGeom>
          <a:noFill/>
          <a:ln>
            <a:noFill/>
          </a:ln>
        </p:spPr>
        <p:txBody>
          <a:bodyPr spcFirstLastPara="1" wrap="square" lIns="0" tIns="0" rIns="0" bIns="0" anchor="t">
            <a:noAutofit/>
          </a:bodyPr>
          <a:lstStyle/>
          <a:p>
            <a:pPr marL="0" indent="0" algn="l">
              <a:lnSpc>
                <a:spcPct val="80000"/>
              </a:lnSpc>
              <a:spcBef>
                <a:spcPts val="0"/>
              </a:spcBef>
              <a:spcAft>
                <a:spcPts val="0"/>
              </a:spcAft>
              <a:buNone/>
            </a:pPr>
            <a:r>
              <a:rPr sz="2700" b="1" i="0" u="none" cap="none">
                <a:solidFill>
                  <a:schemeClr val="dk1"/>
                </a:solidFill>
                <a:latin typeface="Arial"/>
                <a:ea typeface="Arial"/>
                <a:cs typeface="Arial"/>
              </a:rPr>
              <a:t>07</a:t>
            </a:r>
          </a:p>
        </p:txBody>
      </p:sp>
      <p:sp>
        <p:nvSpPr>
          <p:cNvPr id="213" name="Google Shape;213;p14">
            <a:extLst>
              <a:ext uri="{FF2B5EF4-FFF2-40B4-BE49-F238E27FC236}">
                <a16:creationId xmlns:a16="http://schemas.microsoft.com/office/drawing/2014/main" id="{38E7CE9B-BBE7-4134-94CD-4A59D698EE18}"/>
              </a:ext>
            </a:extLst>
          </p:cNvPr>
          <p:cNvSpPr>
            <a:spLocks noGrp="1"/>
          </p:cNvSpPr>
          <p:nvPr>
            <p:ph type="body" idx="7"/>
          </p:nvPr>
        </p:nvSpPr>
        <p:spPr>
          <a:xfrm>
            <a:off x="4709161" y="3429000"/>
            <a:ext cx="1874519" cy="994410"/>
          </a:xfrm>
          <a:prstGeom prst="rect">
            <a:avLst/>
          </a:prstGeom>
          <a:noFill/>
          <a:ln>
            <a:noFill/>
          </a:ln>
        </p:spPr>
        <p:txBody>
          <a:bodyPr spcFirstLastPara="1" wrap="square" lIns="0" tIns="0" rIns="0" bIns="0" anchor="t">
            <a:noAutofit/>
          </a:bodyPr>
          <a:lstStyle>
            <a:lvl1pPr marL="457200" indent="-228600" algn="l">
              <a:lnSpc>
                <a:spcPct val="95000"/>
              </a:lnSpc>
              <a:spcBef>
                <a:spcPts val="750"/>
              </a:spcBef>
              <a:spcAft>
                <a:spcPts val="0"/>
              </a:spcAft>
              <a:buNone/>
              <a:defRPr sz="975"/>
            </a:lvl1pPr>
            <a:lvl2pPr marL="914400" indent="-290512" algn="l">
              <a:lnSpc>
                <a:spcPct val="95000"/>
              </a:lnSpc>
              <a:spcBef>
                <a:spcPts val="750"/>
              </a:spcBef>
              <a:spcAft>
                <a:spcPts val="0"/>
              </a:spcAft>
              <a:buChar char="▪"/>
              <a:defRPr sz="975"/>
            </a:lvl2pPr>
            <a:lvl3pPr marL="1371600" indent="-290512" algn="l">
              <a:lnSpc>
                <a:spcPct val="95000"/>
              </a:lnSpc>
              <a:spcBef>
                <a:spcPts val="375"/>
              </a:spcBef>
              <a:spcAft>
                <a:spcPts val="0"/>
              </a:spcAft>
              <a:buChar char="–"/>
              <a:defRPr sz="975"/>
            </a:lvl3pPr>
            <a:lvl4pPr marL="1828800" indent="-290512" algn="l">
              <a:lnSpc>
                <a:spcPct val="95000"/>
              </a:lnSpc>
              <a:spcBef>
                <a:spcPts val="375"/>
              </a:spcBef>
              <a:spcAft>
                <a:spcPts val="0"/>
              </a:spcAft>
              <a:buChar char="–"/>
              <a:defRPr sz="975"/>
            </a:lvl4pPr>
            <a:lvl5pPr marL="2286000" indent="-290512" algn="l">
              <a:lnSpc>
                <a:spcPct val="95000"/>
              </a:lnSpc>
              <a:spcBef>
                <a:spcPts val="375"/>
              </a:spcBef>
              <a:spcAft>
                <a:spcPts val="0"/>
              </a:spcAft>
              <a:buChar char="–"/>
              <a:defRPr sz="975"/>
            </a:lvl5pPr>
            <a:lvl6pPr marL="2743200" indent="-290512" algn="l">
              <a:lnSpc>
                <a:spcPct val="95000"/>
              </a:lnSpc>
              <a:spcBef>
                <a:spcPts val="375"/>
              </a:spcBef>
              <a:spcAft>
                <a:spcPts val="0"/>
              </a:spcAft>
              <a:buChar char="–"/>
              <a:defRPr sz="975"/>
            </a:lvl6pPr>
            <a:lvl7pPr marL="3200400" indent="-290512" algn="l">
              <a:lnSpc>
                <a:spcPct val="95000"/>
              </a:lnSpc>
              <a:spcBef>
                <a:spcPts val="375"/>
              </a:spcBef>
              <a:spcAft>
                <a:spcPts val="0"/>
              </a:spcAft>
              <a:buChar char="–"/>
              <a:defRPr sz="975"/>
            </a:lvl7pPr>
            <a:lvl8pPr marL="3657600" indent="-290512" algn="l">
              <a:lnSpc>
                <a:spcPct val="95000"/>
              </a:lnSpc>
              <a:spcBef>
                <a:spcPts val="375"/>
              </a:spcBef>
              <a:spcAft>
                <a:spcPts val="0"/>
              </a:spcAft>
              <a:buChar char="–"/>
              <a:defRPr sz="975"/>
            </a:lvl8pPr>
            <a:lvl9pPr marL="4114800" indent="-290512" algn="l">
              <a:lnSpc>
                <a:spcPct val="95000"/>
              </a:lnSpc>
              <a:spcBef>
                <a:spcPts val="375"/>
              </a:spcBef>
              <a:spcAft>
                <a:spcPts val="0"/>
              </a:spcAft>
              <a:buChar char="–"/>
              <a:defRPr sz="975"/>
            </a:lvl9pPr>
          </a:lstStyle>
          <a:p>
            <a:endParaRPr/>
          </a:p>
        </p:txBody>
      </p:sp>
      <p:cxnSp>
        <p:nvCxnSpPr>
          <p:cNvPr id="214" name="Google Shape;214;p14"/>
          <p:cNvCxnSpPr/>
          <p:nvPr/>
        </p:nvCxnSpPr>
        <p:spPr>
          <a:xfrm>
            <a:off x="6858000" y="2914650"/>
            <a:ext cx="1874520" cy="0"/>
          </a:xfrm>
          <a:prstGeom prst="straightConnector1">
            <a:avLst/>
          </a:prstGeom>
          <a:ln w="19050" cap="flat">
            <a:solidFill>
              <a:schemeClr val="dk1"/>
            </a:solidFill>
            <a:prstDash val="solid"/>
            <a:miter/>
            <a:headEnd type="none" w="sm" len="sm"/>
            <a:tailEnd type="none" w="sm" len="sm"/>
          </a:ln>
        </p:spPr>
      </p:cxnSp>
      <p:sp>
        <p:nvSpPr>
          <p:cNvPr id="215" name="Google Shape;215;p14">
            <a:extLst>
              <a:ext uri="{FF2B5EF4-FFF2-40B4-BE49-F238E27FC236}">
                <a16:creationId xmlns:a16="http://schemas.microsoft.com/office/drawing/2014/main" id="{80F196CE-3F4F-44FA-A38D-21FF409A50BB}"/>
              </a:ext>
            </a:extLst>
          </p:cNvPr>
          <p:cNvSpPr>
            <a:spLocks noGrp="1"/>
          </p:cNvSpPr>
          <p:nvPr/>
        </p:nvSpPr>
        <p:spPr>
          <a:xfrm>
            <a:off x="6858001" y="3017520"/>
            <a:ext cx="1874519" cy="342900"/>
          </a:xfrm>
          <a:prstGeom prst="rect">
            <a:avLst/>
          </a:prstGeom>
          <a:noFill/>
          <a:ln>
            <a:noFill/>
          </a:ln>
        </p:spPr>
        <p:txBody>
          <a:bodyPr spcFirstLastPara="1" wrap="square" lIns="0" tIns="0" rIns="0" bIns="0" anchor="t">
            <a:noAutofit/>
          </a:bodyPr>
          <a:lstStyle/>
          <a:p>
            <a:pPr marL="0" indent="0" algn="l">
              <a:lnSpc>
                <a:spcPct val="80000"/>
              </a:lnSpc>
              <a:spcBef>
                <a:spcPts val="0"/>
              </a:spcBef>
              <a:spcAft>
                <a:spcPts val="0"/>
              </a:spcAft>
              <a:buNone/>
            </a:pPr>
            <a:r>
              <a:rPr sz="2700" b="1" i="0" u="none" cap="none">
                <a:solidFill>
                  <a:schemeClr val="dk1"/>
                </a:solidFill>
                <a:latin typeface="Arial"/>
                <a:ea typeface="Arial"/>
                <a:cs typeface="Arial"/>
              </a:rPr>
              <a:t>08</a:t>
            </a:r>
          </a:p>
        </p:txBody>
      </p:sp>
      <p:sp>
        <p:nvSpPr>
          <p:cNvPr id="216" name="Google Shape;216;p14">
            <a:extLst>
              <a:ext uri="{FF2B5EF4-FFF2-40B4-BE49-F238E27FC236}">
                <a16:creationId xmlns:a16="http://schemas.microsoft.com/office/drawing/2014/main" id="{A1C24E44-1E10-4A34-AC7D-44657601D97B}"/>
              </a:ext>
            </a:extLst>
          </p:cNvPr>
          <p:cNvSpPr>
            <a:spLocks noGrp="1"/>
          </p:cNvSpPr>
          <p:nvPr>
            <p:ph type="body" idx="8"/>
          </p:nvPr>
        </p:nvSpPr>
        <p:spPr>
          <a:xfrm>
            <a:off x="6858001" y="3429000"/>
            <a:ext cx="1874519" cy="994410"/>
          </a:xfrm>
          <a:prstGeom prst="rect">
            <a:avLst/>
          </a:prstGeom>
          <a:noFill/>
          <a:ln>
            <a:noFill/>
          </a:ln>
        </p:spPr>
        <p:txBody>
          <a:bodyPr spcFirstLastPara="1" wrap="square" lIns="0" tIns="0" rIns="0" bIns="0" anchor="t">
            <a:noAutofit/>
          </a:bodyPr>
          <a:lstStyle>
            <a:lvl1pPr marL="457200" indent="-228600" algn="l">
              <a:lnSpc>
                <a:spcPct val="95000"/>
              </a:lnSpc>
              <a:spcBef>
                <a:spcPts val="750"/>
              </a:spcBef>
              <a:spcAft>
                <a:spcPts val="0"/>
              </a:spcAft>
              <a:buNone/>
              <a:defRPr sz="975"/>
            </a:lvl1pPr>
            <a:lvl2pPr marL="914400" indent="-290512" algn="l">
              <a:lnSpc>
                <a:spcPct val="95000"/>
              </a:lnSpc>
              <a:spcBef>
                <a:spcPts val="750"/>
              </a:spcBef>
              <a:spcAft>
                <a:spcPts val="0"/>
              </a:spcAft>
              <a:buChar char="▪"/>
              <a:defRPr sz="975"/>
            </a:lvl2pPr>
            <a:lvl3pPr marL="1371600" indent="-290512" algn="l">
              <a:lnSpc>
                <a:spcPct val="95000"/>
              </a:lnSpc>
              <a:spcBef>
                <a:spcPts val="375"/>
              </a:spcBef>
              <a:spcAft>
                <a:spcPts val="0"/>
              </a:spcAft>
              <a:buChar char="–"/>
              <a:defRPr sz="975"/>
            </a:lvl3pPr>
            <a:lvl4pPr marL="1828800" indent="-290512" algn="l">
              <a:lnSpc>
                <a:spcPct val="95000"/>
              </a:lnSpc>
              <a:spcBef>
                <a:spcPts val="375"/>
              </a:spcBef>
              <a:spcAft>
                <a:spcPts val="0"/>
              </a:spcAft>
              <a:buChar char="–"/>
              <a:defRPr sz="975"/>
            </a:lvl4pPr>
            <a:lvl5pPr marL="2286000" indent="-290512" algn="l">
              <a:lnSpc>
                <a:spcPct val="95000"/>
              </a:lnSpc>
              <a:spcBef>
                <a:spcPts val="375"/>
              </a:spcBef>
              <a:spcAft>
                <a:spcPts val="0"/>
              </a:spcAft>
              <a:buChar char="–"/>
              <a:defRPr sz="975"/>
            </a:lvl5pPr>
            <a:lvl6pPr marL="2743200" indent="-290512" algn="l">
              <a:lnSpc>
                <a:spcPct val="95000"/>
              </a:lnSpc>
              <a:spcBef>
                <a:spcPts val="375"/>
              </a:spcBef>
              <a:spcAft>
                <a:spcPts val="0"/>
              </a:spcAft>
              <a:buChar char="–"/>
              <a:defRPr sz="975"/>
            </a:lvl6pPr>
            <a:lvl7pPr marL="3200400" indent="-290512" algn="l">
              <a:lnSpc>
                <a:spcPct val="95000"/>
              </a:lnSpc>
              <a:spcBef>
                <a:spcPts val="375"/>
              </a:spcBef>
              <a:spcAft>
                <a:spcPts val="0"/>
              </a:spcAft>
              <a:buChar char="–"/>
              <a:defRPr sz="975"/>
            </a:lvl7pPr>
            <a:lvl8pPr marL="3657600" indent="-290512" algn="l">
              <a:lnSpc>
                <a:spcPct val="95000"/>
              </a:lnSpc>
              <a:spcBef>
                <a:spcPts val="375"/>
              </a:spcBef>
              <a:spcAft>
                <a:spcPts val="0"/>
              </a:spcAft>
              <a:buChar char="–"/>
              <a:defRPr sz="975"/>
            </a:lvl8pPr>
            <a:lvl9pPr marL="4114800" indent="-290512" algn="l">
              <a:lnSpc>
                <a:spcPct val="95000"/>
              </a:lnSpc>
              <a:spcBef>
                <a:spcPts val="375"/>
              </a:spcBef>
              <a:spcAft>
                <a:spcPts val="0"/>
              </a:spcAft>
              <a:buChar char="–"/>
              <a:defRPr sz="975"/>
            </a:lvl9pPr>
          </a:lstStyle>
          <a:p>
            <a:endParaRPr/>
          </a:p>
        </p:txBody>
      </p:sp>
      <p:sp>
        <p:nvSpPr>
          <p:cNvPr id="217" name="Google Shape;217;p14">
            <a:extLst>
              <a:ext uri="{FF2B5EF4-FFF2-40B4-BE49-F238E27FC236}">
                <a16:creationId xmlns:a16="http://schemas.microsoft.com/office/drawing/2014/main" id="{31D03844-E5A2-47DF-A390-1D85CEC0A408}"/>
              </a:ext>
            </a:extLst>
          </p:cNvPr>
          <p:cNvSpPr>
            <a:spLocks noGrp="1"/>
          </p:cNvSpPr>
          <p:nvPr>
            <p:ph type="dt" idx="10"/>
          </p:nvPr>
        </p:nvSpPr>
        <p:spPr>
          <a:xfrm>
            <a:off x="410766" y="4972050"/>
            <a:ext cx="617934" cy="171450"/>
          </a:xfrm>
          <a:prstGeom prst="rect">
            <a:avLst/>
          </a:prstGeom>
          <a:noFill/>
          <a:ln>
            <a:noFill/>
          </a:ln>
        </p:spPr>
        <p:txBody>
          <a:bodyPr spcFirstLastPara="1" wrap="square" lIns="0" tIns="45700" rIns="0" bIns="45700" anchor="b">
            <a:noAutofit/>
          </a:bodyPr>
          <a:lstStyle>
            <a:lvl1pPr algn="l">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a:endParaRPr/>
          </a:p>
        </p:txBody>
      </p:sp>
      <p:sp>
        <p:nvSpPr>
          <p:cNvPr id="218" name="Google Shape;218;p14">
            <a:extLst>
              <a:ext uri="{FF2B5EF4-FFF2-40B4-BE49-F238E27FC236}">
                <a16:creationId xmlns:a16="http://schemas.microsoft.com/office/drawing/2014/main" id="{3B4D16C0-A4D8-4C32-A69B-EF2D0C61ECBC}"/>
              </a:ext>
            </a:extLst>
          </p:cNvPr>
          <p:cNvSpPr>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oAutofit/>
          </a:bodyPr>
          <a:lstStyle>
            <a:lvl1pPr marL="0" indent="0" algn="r">
              <a:spcBef>
                <a:spcPts val="0"/>
              </a:spcBef>
              <a:spcAft>
                <a:spcPts val="0"/>
              </a:spcAft>
              <a:buNone/>
              <a:defRPr/>
            </a:lvl1pPr>
            <a:lvl2pPr marL="0" indent="0" algn="r">
              <a:spcBef>
                <a:spcPts val="0"/>
              </a:spcBef>
              <a:spcAft>
                <a:spcPts val="0"/>
              </a:spcAft>
              <a:buNone/>
              <a:defRPr/>
            </a:lvl2pPr>
            <a:lvl3pPr marL="0" indent="0" algn="r">
              <a:spcBef>
                <a:spcPts val="0"/>
              </a:spcBef>
              <a:spcAft>
                <a:spcPts val="0"/>
              </a:spcAft>
              <a:buNone/>
              <a:defRPr/>
            </a:lvl3pPr>
            <a:lvl4pPr marL="0" indent="0" algn="r">
              <a:spcBef>
                <a:spcPts val="0"/>
              </a:spcBef>
              <a:spcAft>
                <a:spcPts val="0"/>
              </a:spcAft>
              <a:buNone/>
              <a:defRPr/>
            </a:lvl4pPr>
            <a:lvl5pPr marL="0" indent="0" algn="r">
              <a:spcBef>
                <a:spcPts val="0"/>
              </a:spcBef>
              <a:spcAft>
                <a:spcPts val="0"/>
              </a:spcAft>
              <a:buNone/>
              <a:defRPr/>
            </a:lvl5pPr>
            <a:lvl6pPr marL="0" indent="0" algn="r">
              <a:spcBef>
                <a:spcPts val="0"/>
              </a:spcBef>
              <a:spcAft>
                <a:spcPts val="0"/>
              </a:spcAft>
              <a:buNone/>
              <a:defRPr/>
            </a:lvl6pPr>
            <a:lvl7pPr marL="0" indent="0" algn="r">
              <a:spcBef>
                <a:spcPts val="0"/>
              </a:spcBef>
              <a:spcAft>
                <a:spcPts val="0"/>
              </a:spcAft>
              <a:buNone/>
              <a:defRPr/>
            </a:lvl7pPr>
            <a:lvl8pPr marL="0" indent="0" algn="r">
              <a:spcBef>
                <a:spcPts val="0"/>
              </a:spcBef>
              <a:spcAft>
                <a:spcPts val="0"/>
              </a:spcAft>
              <a:buNone/>
              <a:defRPr/>
            </a:lvl8pPr>
            <a:lvl9pPr marL="0" indent="0" algn="r">
              <a:spcBef>
                <a:spcPts val="0"/>
              </a:spcBef>
              <a:spcAft>
                <a:spcPts val="0"/>
              </a:spcAft>
              <a:buNone/>
              <a:defRPr/>
            </a:lvl9pPr>
          </a:lstStyle>
          <a:p>
            <a:pPr mar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Full Image">
  <p:cSld name="Full Image">
    <p:spTree>
      <p:nvGrpSpPr>
        <p:cNvPr id="1" name=""/>
        <p:cNvGrpSpPr/>
        <p:nvPr/>
      </p:nvGrpSpPr>
      <p:grpSpPr>
        <a:xfrm>
          <a:off x="0" y="0"/>
          <a:ext cx="0" cy="0"/>
          <a:chOff x="0" y="0"/>
          <a:chExt cx="0" cy="0"/>
        </a:xfrm>
      </p:grpSpPr>
      <p:sp>
        <p:nvSpPr>
          <p:cNvPr id="220" name="Google Shape;220;p15">
            <a:extLst>
              <a:ext uri="{FF2B5EF4-FFF2-40B4-BE49-F238E27FC236}">
                <a16:creationId xmlns:a16="http://schemas.microsoft.com/office/drawing/2014/main" id="{C1682BD9-B90E-4B6A-962C-04E0489CDEC6}"/>
              </a:ext>
            </a:extLst>
          </p:cNvPr>
          <p:cNvSpPr>
            <a:spLocks noGrp="1"/>
          </p:cNvSpPr>
          <p:nvPr>
            <p:ph type="pic" idx="2"/>
          </p:nvPr>
        </p:nvSpPr>
        <p:spPr>
          <a:xfrm>
            <a:off x="0" y="171450"/>
            <a:ext cx="9144000" cy="4800600"/>
          </a:xfrm>
          <a:prstGeom prst="rect">
            <a:avLst/>
          </a:prstGeom>
          <a:solidFill>
            <a:srgbClr val="D5D5D7"/>
          </a:solidFill>
          <a:ln>
            <a:noFill/>
          </a:ln>
        </p:spPr>
      </p:sp>
      <p:sp>
        <p:nvSpPr>
          <p:cNvPr id="221" name="Google Shape;221;p15">
            <a:extLst>
              <a:ext uri="{FF2B5EF4-FFF2-40B4-BE49-F238E27FC236}">
                <a16:creationId xmlns:a16="http://schemas.microsoft.com/office/drawing/2014/main" id="{15AF8903-CB60-478D-867C-A2AB250568E9}"/>
              </a:ext>
            </a:extLst>
          </p:cNvPr>
          <p:cNvSpPr>
            <a:spLocks noGrp="1"/>
          </p:cNvSpPr>
          <p:nvPr>
            <p:ph type="title"/>
          </p:nvPr>
        </p:nvSpPr>
        <p:spPr>
          <a:xfrm>
            <a:off x="411480" y="308611"/>
            <a:ext cx="6173470" cy="685800"/>
          </a:xfrm>
          <a:prstGeom prst="rect">
            <a:avLst/>
          </a:prstGeom>
          <a:noFill/>
          <a:ln>
            <a:noFill/>
          </a:ln>
        </p:spPr>
        <p:txBody>
          <a:bodyPr spcFirstLastPara="1" wrap="square" lIns="0" tIns="0" rIns="0" bIns="0" anchor="t">
            <a:noAutofit/>
          </a:bodyPr>
          <a:lstStyle>
            <a:lvl1pPr algn="l">
              <a:lnSpc>
                <a:spcPct val="90000"/>
              </a:lnSpc>
              <a:spcBef>
                <a:spcPts val="0"/>
              </a:spcBef>
              <a:spcAft>
                <a:spcPts val="0"/>
              </a:spcAft>
              <a:buNone/>
              <a:defRPr/>
            </a:lvl1pPr>
            <a:lvl2pPr>
              <a:spcBef>
                <a:spcPts val="0"/>
              </a:spcBef>
              <a:spcAft>
                <a:spcPts val="0"/>
              </a:spcAft>
              <a:buNone/>
              <a:defRPr/>
            </a:lvl2pPr>
            <a:lvl3pPr>
              <a:spcBef>
                <a:spcPts val="0"/>
              </a:spcBef>
              <a:spcAft>
                <a:spcPts val="0"/>
              </a:spcAft>
              <a:buNone/>
              <a:defRPr/>
            </a:lvl3pPr>
            <a:lvl4pPr>
              <a:spcBef>
                <a:spcPts val="0"/>
              </a:spcBef>
              <a:spcAft>
                <a:spcPts val="0"/>
              </a:spcAft>
              <a:buNone/>
              <a:defRPr/>
            </a:lvl4pPr>
            <a:lvl5pPr>
              <a:spcBef>
                <a:spcPts val="0"/>
              </a:spcBef>
              <a:spcAft>
                <a:spcPts val="0"/>
              </a:spcAft>
              <a:buNone/>
              <a:defRPr/>
            </a:lvl5pPr>
            <a:lvl6pPr>
              <a:spcBef>
                <a:spcPts val="0"/>
              </a:spcBef>
              <a:spcAft>
                <a:spcPts val="0"/>
              </a:spcAft>
              <a:buNone/>
              <a:defRPr/>
            </a:lvl6pPr>
            <a:lvl7pPr>
              <a:spcBef>
                <a:spcPts val="0"/>
              </a:spcBef>
              <a:spcAft>
                <a:spcPts val="0"/>
              </a:spcAft>
              <a:buNone/>
              <a:defRPr/>
            </a:lvl7pPr>
            <a:lvl8pPr>
              <a:spcBef>
                <a:spcPts val="0"/>
              </a:spcBef>
              <a:spcAft>
                <a:spcPts val="0"/>
              </a:spcAft>
              <a:buNone/>
              <a:defRPr/>
            </a:lvl8pPr>
            <a:lvl9pPr>
              <a:spcBef>
                <a:spcPts val="0"/>
              </a:spcBef>
              <a:spcAft>
                <a:spcPts val="0"/>
              </a:spcAft>
              <a:buNone/>
              <a:defRPr/>
            </a:lvl9pPr>
          </a:lstStyle>
          <a:p>
            <a:endParaRPr/>
          </a:p>
        </p:txBody>
      </p:sp>
      <p:sp>
        <p:nvSpPr>
          <p:cNvPr id="222" name="Google Shape;222;p15">
            <a:extLst>
              <a:ext uri="{FF2B5EF4-FFF2-40B4-BE49-F238E27FC236}">
                <a16:creationId xmlns:a16="http://schemas.microsoft.com/office/drawing/2014/main" id="{0AE54C2E-7E1C-4544-9E4F-B87F3CBAC208}"/>
              </a:ext>
            </a:extLst>
          </p:cNvPr>
          <p:cNvSpPr>
            <a:spLocks noGrp="1"/>
          </p:cNvSpPr>
          <p:nvPr>
            <p:ph type="dt" idx="10"/>
          </p:nvPr>
        </p:nvSpPr>
        <p:spPr>
          <a:xfrm>
            <a:off x="410766" y="4972050"/>
            <a:ext cx="617934" cy="171450"/>
          </a:xfrm>
          <a:prstGeom prst="rect">
            <a:avLst/>
          </a:prstGeom>
          <a:noFill/>
          <a:ln>
            <a:noFill/>
          </a:ln>
        </p:spPr>
        <p:txBody>
          <a:bodyPr spcFirstLastPara="1" wrap="square" lIns="0" tIns="45700" rIns="0" bIns="45700" anchor="b">
            <a:noAutofit/>
          </a:bodyPr>
          <a:lstStyle>
            <a:lvl1pPr algn="l">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a:endParaRPr/>
          </a:p>
        </p:txBody>
      </p:sp>
      <p:sp>
        <p:nvSpPr>
          <p:cNvPr id="223" name="Google Shape;223;p15">
            <a:extLst>
              <a:ext uri="{FF2B5EF4-FFF2-40B4-BE49-F238E27FC236}">
                <a16:creationId xmlns:a16="http://schemas.microsoft.com/office/drawing/2014/main" id="{CD95D728-9912-4A23-B5D8-68FCE03031C0}"/>
              </a:ext>
            </a:extLst>
          </p:cNvPr>
          <p:cNvSpPr>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oAutofit/>
          </a:bodyPr>
          <a:lstStyle>
            <a:lvl1pPr marL="0" indent="0" algn="r">
              <a:spcBef>
                <a:spcPts val="0"/>
              </a:spcBef>
              <a:spcAft>
                <a:spcPts val="0"/>
              </a:spcAft>
              <a:buNone/>
              <a:defRPr/>
            </a:lvl1pPr>
            <a:lvl2pPr marL="0" indent="0" algn="r">
              <a:spcBef>
                <a:spcPts val="0"/>
              </a:spcBef>
              <a:spcAft>
                <a:spcPts val="0"/>
              </a:spcAft>
              <a:buNone/>
              <a:defRPr/>
            </a:lvl2pPr>
            <a:lvl3pPr marL="0" indent="0" algn="r">
              <a:spcBef>
                <a:spcPts val="0"/>
              </a:spcBef>
              <a:spcAft>
                <a:spcPts val="0"/>
              </a:spcAft>
              <a:buNone/>
              <a:defRPr/>
            </a:lvl3pPr>
            <a:lvl4pPr marL="0" indent="0" algn="r">
              <a:spcBef>
                <a:spcPts val="0"/>
              </a:spcBef>
              <a:spcAft>
                <a:spcPts val="0"/>
              </a:spcAft>
              <a:buNone/>
              <a:defRPr/>
            </a:lvl4pPr>
            <a:lvl5pPr marL="0" indent="0" algn="r">
              <a:spcBef>
                <a:spcPts val="0"/>
              </a:spcBef>
              <a:spcAft>
                <a:spcPts val="0"/>
              </a:spcAft>
              <a:buNone/>
              <a:defRPr/>
            </a:lvl5pPr>
            <a:lvl6pPr marL="0" indent="0" algn="r">
              <a:spcBef>
                <a:spcPts val="0"/>
              </a:spcBef>
              <a:spcAft>
                <a:spcPts val="0"/>
              </a:spcAft>
              <a:buNone/>
              <a:defRPr/>
            </a:lvl6pPr>
            <a:lvl7pPr marL="0" indent="0" algn="r">
              <a:spcBef>
                <a:spcPts val="0"/>
              </a:spcBef>
              <a:spcAft>
                <a:spcPts val="0"/>
              </a:spcAft>
              <a:buNone/>
              <a:defRPr/>
            </a:lvl7pPr>
            <a:lvl8pPr marL="0" indent="0" algn="r">
              <a:spcBef>
                <a:spcPts val="0"/>
              </a:spcBef>
              <a:spcAft>
                <a:spcPts val="0"/>
              </a:spcAft>
              <a:buNone/>
              <a:defRPr/>
            </a:lvl8pPr>
            <a:lvl9pPr marL="0" indent="0" algn="r">
              <a:spcBef>
                <a:spcPts val="0"/>
              </a:spcBef>
              <a:spcAft>
                <a:spcPts val="0"/>
              </a:spcAft>
              <a:buNone/>
              <a:defRPr/>
            </a:lvl9pPr>
          </a:lstStyle>
          <a:p>
            <a:pPr marL="0" indent="0" algn="r">
              <a:spcBef>
                <a:spcPts val="0"/>
              </a:spcBef>
              <a:spcAft>
                <a:spcPts val="0"/>
              </a:spcAft>
              <a:buNone/>
            </a:pPr>
            <a:fld id="{00000000-1234-1234-1234-123412341234}" type="slidenum">
              <a:t>‹#›</a:t>
            </a:fld>
            <a:endParaRPr/>
          </a:p>
        </p:txBody>
      </p:sp>
      <p:pic>
        <p:nvPicPr>
          <p:cNvPr id="224" name="Google Shape;224;p15"/>
          <p:cNvPicPr>
            <a:picLocks noChangeAspect="1"/>
          </p:cNvPicPr>
          <p:nvPr/>
        </p:nvPicPr>
        <p:blipFill rotWithShape="1">
          <a:blip r:embed="rId2">
            <a:alphaModFix/>
          </a:blip>
          <a:srcRect/>
          <a:stretch/>
        </p:blipFill>
        <p:spPr>
          <a:xfrm>
            <a:off x="7503462" y="308372"/>
            <a:ext cx="1222280" cy="358517"/>
          </a:xfrm>
          <a:prstGeom prst="rect">
            <a:avLst/>
          </a:prstGeom>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Content and Image 01">
  <p:cSld name="Content and Image 01">
    <p:spTree>
      <p:nvGrpSpPr>
        <p:cNvPr id="1" name=""/>
        <p:cNvGrpSpPr/>
        <p:nvPr/>
      </p:nvGrpSpPr>
      <p:grpSpPr>
        <a:xfrm>
          <a:off x="0" y="0"/>
          <a:ext cx="0" cy="0"/>
          <a:chOff x="0" y="0"/>
          <a:chExt cx="0" cy="0"/>
        </a:xfrm>
      </p:grpSpPr>
      <p:sp>
        <p:nvSpPr>
          <p:cNvPr id="226" name="Google Shape;226;p16">
            <a:extLst>
              <a:ext uri="{FF2B5EF4-FFF2-40B4-BE49-F238E27FC236}">
                <a16:creationId xmlns:a16="http://schemas.microsoft.com/office/drawing/2014/main" id="{6D09F44E-C357-46BB-BD7F-80A966EB3FB5}"/>
              </a:ext>
            </a:extLst>
          </p:cNvPr>
          <p:cNvSpPr>
            <a:spLocks noGrp="1"/>
          </p:cNvSpPr>
          <p:nvPr>
            <p:ph type="title"/>
          </p:nvPr>
        </p:nvSpPr>
        <p:spPr>
          <a:xfrm>
            <a:off x="411480" y="308611"/>
            <a:ext cx="4023360" cy="685800"/>
          </a:xfrm>
          <a:prstGeom prst="rect">
            <a:avLst/>
          </a:prstGeom>
          <a:noFill/>
          <a:ln>
            <a:noFill/>
          </a:ln>
        </p:spPr>
        <p:txBody>
          <a:bodyPr spcFirstLastPara="1" wrap="square" lIns="0" tIns="0" rIns="0" bIns="0" anchor="t">
            <a:noAutofit/>
          </a:bodyPr>
          <a:lstStyle>
            <a:lvl1pPr algn="l">
              <a:lnSpc>
                <a:spcPct val="90000"/>
              </a:lnSpc>
              <a:spcBef>
                <a:spcPts val="0"/>
              </a:spcBef>
              <a:spcAft>
                <a:spcPts val="0"/>
              </a:spcAft>
              <a:buNone/>
              <a:defRPr sz="2100" b="1" cap="none"/>
            </a:lvl1pPr>
            <a:lvl2pPr>
              <a:spcBef>
                <a:spcPts val="0"/>
              </a:spcBef>
              <a:spcAft>
                <a:spcPts val="0"/>
              </a:spcAft>
              <a:buNone/>
              <a:defRPr/>
            </a:lvl2pPr>
            <a:lvl3pPr>
              <a:spcBef>
                <a:spcPts val="0"/>
              </a:spcBef>
              <a:spcAft>
                <a:spcPts val="0"/>
              </a:spcAft>
              <a:buNone/>
              <a:defRPr/>
            </a:lvl3pPr>
            <a:lvl4pPr>
              <a:spcBef>
                <a:spcPts val="0"/>
              </a:spcBef>
              <a:spcAft>
                <a:spcPts val="0"/>
              </a:spcAft>
              <a:buNone/>
              <a:defRPr/>
            </a:lvl4pPr>
            <a:lvl5pPr>
              <a:spcBef>
                <a:spcPts val="0"/>
              </a:spcBef>
              <a:spcAft>
                <a:spcPts val="0"/>
              </a:spcAft>
              <a:buNone/>
              <a:defRPr/>
            </a:lvl5pPr>
            <a:lvl6pPr>
              <a:spcBef>
                <a:spcPts val="0"/>
              </a:spcBef>
              <a:spcAft>
                <a:spcPts val="0"/>
              </a:spcAft>
              <a:buNone/>
              <a:defRPr/>
            </a:lvl6pPr>
            <a:lvl7pPr>
              <a:spcBef>
                <a:spcPts val="0"/>
              </a:spcBef>
              <a:spcAft>
                <a:spcPts val="0"/>
              </a:spcAft>
              <a:buNone/>
              <a:defRPr/>
            </a:lvl7pPr>
            <a:lvl8pPr>
              <a:spcBef>
                <a:spcPts val="0"/>
              </a:spcBef>
              <a:spcAft>
                <a:spcPts val="0"/>
              </a:spcAft>
              <a:buNone/>
              <a:defRPr/>
            </a:lvl8pPr>
            <a:lvl9pPr>
              <a:spcBef>
                <a:spcPts val="0"/>
              </a:spcBef>
              <a:spcAft>
                <a:spcPts val="0"/>
              </a:spcAft>
              <a:buNone/>
              <a:defRPr/>
            </a:lvl9pPr>
          </a:lstStyle>
          <a:p>
            <a:endParaRPr/>
          </a:p>
        </p:txBody>
      </p:sp>
      <p:sp>
        <p:nvSpPr>
          <p:cNvPr id="227" name="Google Shape;227;p16">
            <a:extLst>
              <a:ext uri="{FF2B5EF4-FFF2-40B4-BE49-F238E27FC236}">
                <a16:creationId xmlns:a16="http://schemas.microsoft.com/office/drawing/2014/main" id="{1704436E-C9BE-4E9A-B8DE-E1F827DEA97C}"/>
              </a:ext>
            </a:extLst>
          </p:cNvPr>
          <p:cNvSpPr>
            <a:spLocks noGrp="1"/>
          </p:cNvSpPr>
          <p:nvPr>
            <p:ph type="body" idx="1"/>
          </p:nvPr>
        </p:nvSpPr>
        <p:spPr>
          <a:xfrm>
            <a:off x="411479" y="1200150"/>
            <a:ext cx="4023360" cy="3429000"/>
          </a:xfrm>
          <a:prstGeom prst="rect">
            <a:avLst/>
          </a:prstGeom>
          <a:noFill/>
          <a:ln>
            <a:noFill/>
          </a:ln>
        </p:spPr>
        <p:txBody>
          <a:bodyPr spcFirstLastPara="1" wrap="square" lIns="0" tIns="0" rIns="0" bIns="0" anchor="t">
            <a:noAutofit/>
          </a:bodyPr>
          <a:lstStyle>
            <a:lvl1pPr marL="457200" indent="-342900" algn="l">
              <a:lnSpc>
                <a:spcPct val="95000"/>
              </a:lnSpc>
              <a:spcBef>
                <a:spcPts val="750"/>
              </a:spcBef>
              <a:spcAft>
                <a:spcPts val="0"/>
              </a:spcAft>
              <a:buChar char="▪"/>
              <a:defRPr/>
            </a:lvl1pPr>
            <a:lvl2pPr marL="914400" indent="-342900" algn="l">
              <a:lnSpc>
                <a:spcPct val="95000"/>
              </a:lnSpc>
              <a:spcBef>
                <a:spcPts val="375"/>
              </a:spcBef>
              <a:spcAft>
                <a:spcPts val="0"/>
              </a:spcAft>
              <a:buChar char="–"/>
              <a:defRPr/>
            </a:lvl2pPr>
            <a:lvl3pPr marL="1371600" indent="-342900" algn="l">
              <a:lnSpc>
                <a:spcPct val="95000"/>
              </a:lnSpc>
              <a:spcBef>
                <a:spcPts val="375"/>
              </a:spcBef>
              <a:spcAft>
                <a:spcPts val="0"/>
              </a:spcAft>
              <a:buChar char="–"/>
              <a:defRPr/>
            </a:lvl3pPr>
            <a:lvl4pPr marL="1828800" indent="-342900" algn="l">
              <a:lnSpc>
                <a:spcPct val="95000"/>
              </a:lnSpc>
              <a:spcBef>
                <a:spcPts val="375"/>
              </a:spcBef>
              <a:spcAft>
                <a:spcPts val="0"/>
              </a:spcAft>
              <a:buChar char="–"/>
              <a:defRPr/>
            </a:lvl4pPr>
            <a:lvl5pPr marL="2286000" indent="-342900" algn="l">
              <a:lnSpc>
                <a:spcPct val="95000"/>
              </a:lnSpc>
              <a:spcBef>
                <a:spcPts val="375"/>
              </a:spcBef>
              <a:spcAft>
                <a:spcPts val="0"/>
              </a:spcAft>
              <a:buChar char="–"/>
              <a:defRPr/>
            </a:lvl5pPr>
            <a:lvl6pPr marL="2743200" indent="-342900" algn="l">
              <a:lnSpc>
                <a:spcPct val="95000"/>
              </a:lnSpc>
              <a:spcBef>
                <a:spcPts val="375"/>
              </a:spcBef>
              <a:spcAft>
                <a:spcPts val="0"/>
              </a:spcAft>
              <a:buChar char="–"/>
              <a:defRPr/>
            </a:lvl6pPr>
            <a:lvl7pPr marL="3200400" indent="-342900" algn="l">
              <a:lnSpc>
                <a:spcPct val="95000"/>
              </a:lnSpc>
              <a:spcBef>
                <a:spcPts val="375"/>
              </a:spcBef>
              <a:spcAft>
                <a:spcPts val="0"/>
              </a:spcAft>
              <a:buChar char="–"/>
              <a:defRPr/>
            </a:lvl7pPr>
            <a:lvl8pPr marL="3657600" indent="-342900" algn="l">
              <a:lnSpc>
                <a:spcPct val="95000"/>
              </a:lnSpc>
              <a:spcBef>
                <a:spcPts val="375"/>
              </a:spcBef>
              <a:spcAft>
                <a:spcPts val="0"/>
              </a:spcAft>
              <a:buChar char="–"/>
              <a:defRPr/>
            </a:lvl8pPr>
            <a:lvl9pPr marL="4114800" indent="-342900" algn="l">
              <a:lnSpc>
                <a:spcPct val="95000"/>
              </a:lnSpc>
              <a:spcBef>
                <a:spcPts val="375"/>
              </a:spcBef>
              <a:spcAft>
                <a:spcPts val="0"/>
              </a:spcAft>
              <a:buChar char="–"/>
              <a:defRPr/>
            </a:lvl9pPr>
          </a:lstStyle>
          <a:p>
            <a:endParaRPr/>
          </a:p>
        </p:txBody>
      </p:sp>
      <p:sp>
        <p:nvSpPr>
          <p:cNvPr id="228" name="Google Shape;228;p16">
            <a:extLst>
              <a:ext uri="{FF2B5EF4-FFF2-40B4-BE49-F238E27FC236}">
                <a16:creationId xmlns:a16="http://schemas.microsoft.com/office/drawing/2014/main" id="{7A1B548C-FFE5-4ACC-A540-E79DE4FFF406}"/>
              </a:ext>
            </a:extLst>
          </p:cNvPr>
          <p:cNvSpPr>
            <a:spLocks noGrp="1"/>
          </p:cNvSpPr>
          <p:nvPr>
            <p:ph type="dt" idx="10"/>
          </p:nvPr>
        </p:nvSpPr>
        <p:spPr>
          <a:xfrm>
            <a:off x="410766" y="4972050"/>
            <a:ext cx="617934" cy="171450"/>
          </a:xfrm>
          <a:prstGeom prst="rect">
            <a:avLst/>
          </a:prstGeom>
          <a:noFill/>
          <a:ln>
            <a:noFill/>
          </a:ln>
        </p:spPr>
        <p:txBody>
          <a:bodyPr spcFirstLastPara="1" wrap="square" lIns="0" tIns="45700" rIns="0" bIns="45700" anchor="b">
            <a:noAutofit/>
          </a:bodyPr>
          <a:lstStyle>
            <a:lvl1pPr algn="l">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a:endParaRPr/>
          </a:p>
        </p:txBody>
      </p:sp>
      <p:sp>
        <p:nvSpPr>
          <p:cNvPr id="229" name="Google Shape;229;p16">
            <a:extLst>
              <a:ext uri="{FF2B5EF4-FFF2-40B4-BE49-F238E27FC236}">
                <a16:creationId xmlns:a16="http://schemas.microsoft.com/office/drawing/2014/main" id="{92ED1D19-11DA-41F0-908F-5C39BBB65E14}"/>
              </a:ext>
            </a:extLst>
          </p:cNvPr>
          <p:cNvSpPr>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oAutofit/>
          </a:bodyPr>
          <a:lstStyle>
            <a:lvl1pPr marL="0" indent="0" algn="r">
              <a:spcBef>
                <a:spcPts val="0"/>
              </a:spcBef>
              <a:spcAft>
                <a:spcPts val="0"/>
              </a:spcAft>
              <a:buNone/>
              <a:defRPr/>
            </a:lvl1pPr>
            <a:lvl2pPr marL="0" indent="0" algn="r">
              <a:spcBef>
                <a:spcPts val="0"/>
              </a:spcBef>
              <a:spcAft>
                <a:spcPts val="0"/>
              </a:spcAft>
              <a:buNone/>
              <a:defRPr/>
            </a:lvl2pPr>
            <a:lvl3pPr marL="0" indent="0" algn="r">
              <a:spcBef>
                <a:spcPts val="0"/>
              </a:spcBef>
              <a:spcAft>
                <a:spcPts val="0"/>
              </a:spcAft>
              <a:buNone/>
              <a:defRPr/>
            </a:lvl3pPr>
            <a:lvl4pPr marL="0" indent="0" algn="r">
              <a:spcBef>
                <a:spcPts val="0"/>
              </a:spcBef>
              <a:spcAft>
                <a:spcPts val="0"/>
              </a:spcAft>
              <a:buNone/>
              <a:defRPr/>
            </a:lvl4pPr>
            <a:lvl5pPr marL="0" indent="0" algn="r">
              <a:spcBef>
                <a:spcPts val="0"/>
              </a:spcBef>
              <a:spcAft>
                <a:spcPts val="0"/>
              </a:spcAft>
              <a:buNone/>
              <a:defRPr/>
            </a:lvl5pPr>
            <a:lvl6pPr marL="0" indent="0" algn="r">
              <a:spcBef>
                <a:spcPts val="0"/>
              </a:spcBef>
              <a:spcAft>
                <a:spcPts val="0"/>
              </a:spcAft>
              <a:buNone/>
              <a:defRPr/>
            </a:lvl6pPr>
            <a:lvl7pPr marL="0" indent="0" algn="r">
              <a:spcBef>
                <a:spcPts val="0"/>
              </a:spcBef>
              <a:spcAft>
                <a:spcPts val="0"/>
              </a:spcAft>
              <a:buNone/>
              <a:defRPr/>
            </a:lvl7pPr>
            <a:lvl8pPr marL="0" indent="0" algn="r">
              <a:spcBef>
                <a:spcPts val="0"/>
              </a:spcBef>
              <a:spcAft>
                <a:spcPts val="0"/>
              </a:spcAft>
              <a:buNone/>
              <a:defRPr/>
            </a:lvl8pPr>
            <a:lvl9pPr marL="0" indent="0" algn="r">
              <a:spcBef>
                <a:spcPts val="0"/>
              </a:spcBef>
              <a:spcAft>
                <a:spcPts val="0"/>
              </a:spcAft>
              <a:buNone/>
              <a:defRPr/>
            </a:lvl9pPr>
          </a:lstStyle>
          <a:p>
            <a:pPr marL="0" indent="0" algn="r">
              <a:spcBef>
                <a:spcPts val="0"/>
              </a:spcBef>
              <a:spcAft>
                <a:spcPts val="0"/>
              </a:spcAft>
              <a:buNone/>
            </a:pPr>
            <a:fld id="{00000000-1234-1234-1234-123412341234}" type="slidenum">
              <a:t>‹#›</a:t>
            </a:fld>
            <a:endParaRPr/>
          </a:p>
        </p:txBody>
      </p:sp>
      <p:sp>
        <p:nvSpPr>
          <p:cNvPr id="230" name="Google Shape;230;p16">
            <a:extLst>
              <a:ext uri="{FF2B5EF4-FFF2-40B4-BE49-F238E27FC236}">
                <a16:creationId xmlns:a16="http://schemas.microsoft.com/office/drawing/2014/main" id="{DC332821-4E17-4729-8E09-450D70B9B1C5}"/>
              </a:ext>
            </a:extLst>
          </p:cNvPr>
          <p:cNvSpPr>
            <a:spLocks noGrp="1"/>
          </p:cNvSpPr>
          <p:nvPr>
            <p:ph type="pic" idx="2"/>
          </p:nvPr>
        </p:nvSpPr>
        <p:spPr>
          <a:xfrm>
            <a:off x="4708528" y="807244"/>
            <a:ext cx="4024311" cy="3821906"/>
          </a:xfrm>
          <a:prstGeom prst="rect">
            <a:avLst/>
          </a:prstGeom>
          <a:solidFill>
            <a:srgbClr val="D5D5D7"/>
          </a:solidFill>
          <a:ln>
            <a:no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Content and Image 02">
  <p:cSld name="Content and Image 02">
    <p:spTree>
      <p:nvGrpSpPr>
        <p:cNvPr id="1" name=""/>
        <p:cNvGrpSpPr/>
        <p:nvPr/>
      </p:nvGrpSpPr>
      <p:grpSpPr>
        <a:xfrm>
          <a:off x="0" y="0"/>
          <a:ext cx="0" cy="0"/>
          <a:chOff x="0" y="0"/>
          <a:chExt cx="0" cy="0"/>
        </a:xfrm>
      </p:grpSpPr>
      <p:sp>
        <p:nvSpPr>
          <p:cNvPr id="232" name="Google Shape;232;p17">
            <a:extLst>
              <a:ext uri="{FF2B5EF4-FFF2-40B4-BE49-F238E27FC236}">
                <a16:creationId xmlns:a16="http://schemas.microsoft.com/office/drawing/2014/main" id="{721B3FBF-A64A-4930-B1E0-D7FD0290E1CB}"/>
              </a:ext>
            </a:extLst>
          </p:cNvPr>
          <p:cNvSpPr>
            <a:spLocks noGrp="1"/>
          </p:cNvSpPr>
          <p:nvPr>
            <p:ph type="pic" idx="2"/>
          </p:nvPr>
        </p:nvSpPr>
        <p:spPr>
          <a:xfrm>
            <a:off x="411479" y="308610"/>
            <a:ext cx="8321040" cy="2331720"/>
          </a:xfrm>
          <a:prstGeom prst="rect">
            <a:avLst/>
          </a:prstGeom>
          <a:solidFill>
            <a:srgbClr val="D5D5D7"/>
          </a:solidFill>
          <a:ln>
            <a:noFill/>
          </a:ln>
        </p:spPr>
      </p:sp>
      <p:sp>
        <p:nvSpPr>
          <p:cNvPr id="233" name="Google Shape;233;p17">
            <a:extLst>
              <a:ext uri="{FF2B5EF4-FFF2-40B4-BE49-F238E27FC236}">
                <a16:creationId xmlns:a16="http://schemas.microsoft.com/office/drawing/2014/main" id="{9778956C-95BB-465F-96DD-DE45C59AC6DD}"/>
              </a:ext>
            </a:extLst>
          </p:cNvPr>
          <p:cNvSpPr>
            <a:spLocks noGrp="1"/>
          </p:cNvSpPr>
          <p:nvPr>
            <p:ph type="title"/>
          </p:nvPr>
        </p:nvSpPr>
        <p:spPr>
          <a:xfrm>
            <a:off x="411480" y="2846070"/>
            <a:ext cx="4023360" cy="685800"/>
          </a:xfrm>
          <a:prstGeom prst="rect">
            <a:avLst/>
          </a:prstGeom>
          <a:noFill/>
          <a:ln>
            <a:noFill/>
          </a:ln>
        </p:spPr>
        <p:txBody>
          <a:bodyPr spcFirstLastPara="1" wrap="square" lIns="0" tIns="0" rIns="0" bIns="0" anchor="t">
            <a:noAutofit/>
          </a:bodyPr>
          <a:lstStyle>
            <a:lvl1pPr algn="l">
              <a:lnSpc>
                <a:spcPct val="90000"/>
              </a:lnSpc>
              <a:spcBef>
                <a:spcPts val="0"/>
              </a:spcBef>
              <a:spcAft>
                <a:spcPts val="0"/>
              </a:spcAft>
              <a:buNone/>
              <a:defRPr sz="2100" b="1" cap="none"/>
            </a:lvl1pPr>
            <a:lvl2pPr>
              <a:spcBef>
                <a:spcPts val="0"/>
              </a:spcBef>
              <a:spcAft>
                <a:spcPts val="0"/>
              </a:spcAft>
              <a:buNone/>
              <a:defRPr/>
            </a:lvl2pPr>
            <a:lvl3pPr>
              <a:spcBef>
                <a:spcPts val="0"/>
              </a:spcBef>
              <a:spcAft>
                <a:spcPts val="0"/>
              </a:spcAft>
              <a:buNone/>
              <a:defRPr/>
            </a:lvl3pPr>
            <a:lvl4pPr>
              <a:spcBef>
                <a:spcPts val="0"/>
              </a:spcBef>
              <a:spcAft>
                <a:spcPts val="0"/>
              </a:spcAft>
              <a:buNone/>
              <a:defRPr/>
            </a:lvl4pPr>
            <a:lvl5pPr>
              <a:spcBef>
                <a:spcPts val="0"/>
              </a:spcBef>
              <a:spcAft>
                <a:spcPts val="0"/>
              </a:spcAft>
              <a:buNone/>
              <a:defRPr/>
            </a:lvl5pPr>
            <a:lvl6pPr>
              <a:spcBef>
                <a:spcPts val="0"/>
              </a:spcBef>
              <a:spcAft>
                <a:spcPts val="0"/>
              </a:spcAft>
              <a:buNone/>
              <a:defRPr/>
            </a:lvl6pPr>
            <a:lvl7pPr>
              <a:spcBef>
                <a:spcPts val="0"/>
              </a:spcBef>
              <a:spcAft>
                <a:spcPts val="0"/>
              </a:spcAft>
              <a:buNone/>
              <a:defRPr/>
            </a:lvl7pPr>
            <a:lvl8pPr>
              <a:spcBef>
                <a:spcPts val="0"/>
              </a:spcBef>
              <a:spcAft>
                <a:spcPts val="0"/>
              </a:spcAft>
              <a:buNone/>
              <a:defRPr/>
            </a:lvl8pPr>
            <a:lvl9pPr>
              <a:spcBef>
                <a:spcPts val="0"/>
              </a:spcBef>
              <a:spcAft>
                <a:spcPts val="0"/>
              </a:spcAft>
              <a:buNone/>
              <a:defRPr/>
            </a:lvl9pPr>
          </a:lstStyle>
          <a:p>
            <a:endParaRPr/>
          </a:p>
        </p:txBody>
      </p:sp>
      <p:sp>
        <p:nvSpPr>
          <p:cNvPr id="234" name="Google Shape;234;p17">
            <a:extLst>
              <a:ext uri="{FF2B5EF4-FFF2-40B4-BE49-F238E27FC236}">
                <a16:creationId xmlns:a16="http://schemas.microsoft.com/office/drawing/2014/main" id="{E205377A-718D-410A-A5BC-7BE97AA27698}"/>
              </a:ext>
            </a:extLst>
          </p:cNvPr>
          <p:cNvSpPr>
            <a:spLocks noGrp="1"/>
          </p:cNvSpPr>
          <p:nvPr>
            <p:ph type="body" idx="1"/>
          </p:nvPr>
        </p:nvSpPr>
        <p:spPr>
          <a:xfrm>
            <a:off x="4709159" y="2846070"/>
            <a:ext cx="4023360" cy="1783080"/>
          </a:xfrm>
          <a:prstGeom prst="rect">
            <a:avLst/>
          </a:prstGeom>
          <a:noFill/>
          <a:ln>
            <a:noFill/>
          </a:ln>
        </p:spPr>
        <p:txBody>
          <a:bodyPr spcFirstLastPara="1" wrap="square" lIns="0" tIns="0" rIns="0" bIns="0" anchor="t">
            <a:noAutofit/>
          </a:bodyPr>
          <a:lstStyle>
            <a:lvl1pPr marL="457200" indent="-342900" algn="l">
              <a:lnSpc>
                <a:spcPct val="95000"/>
              </a:lnSpc>
              <a:spcBef>
                <a:spcPts val="750"/>
              </a:spcBef>
              <a:spcAft>
                <a:spcPts val="0"/>
              </a:spcAft>
              <a:buChar char="▪"/>
              <a:defRPr/>
            </a:lvl1pPr>
            <a:lvl2pPr marL="914400" indent="-342900" algn="l">
              <a:lnSpc>
                <a:spcPct val="95000"/>
              </a:lnSpc>
              <a:spcBef>
                <a:spcPts val="375"/>
              </a:spcBef>
              <a:spcAft>
                <a:spcPts val="0"/>
              </a:spcAft>
              <a:buChar char="–"/>
              <a:defRPr/>
            </a:lvl2pPr>
            <a:lvl3pPr marL="1371600" indent="-342900" algn="l">
              <a:lnSpc>
                <a:spcPct val="95000"/>
              </a:lnSpc>
              <a:spcBef>
                <a:spcPts val="375"/>
              </a:spcBef>
              <a:spcAft>
                <a:spcPts val="0"/>
              </a:spcAft>
              <a:buChar char="–"/>
              <a:defRPr/>
            </a:lvl3pPr>
            <a:lvl4pPr marL="1828800" indent="-342900" algn="l">
              <a:lnSpc>
                <a:spcPct val="95000"/>
              </a:lnSpc>
              <a:spcBef>
                <a:spcPts val="375"/>
              </a:spcBef>
              <a:spcAft>
                <a:spcPts val="0"/>
              </a:spcAft>
              <a:buChar char="–"/>
              <a:defRPr/>
            </a:lvl4pPr>
            <a:lvl5pPr marL="2286000" indent="-342900" algn="l">
              <a:lnSpc>
                <a:spcPct val="95000"/>
              </a:lnSpc>
              <a:spcBef>
                <a:spcPts val="375"/>
              </a:spcBef>
              <a:spcAft>
                <a:spcPts val="0"/>
              </a:spcAft>
              <a:buChar char="–"/>
              <a:defRPr/>
            </a:lvl5pPr>
            <a:lvl6pPr marL="2743200" indent="-342900" algn="l">
              <a:lnSpc>
                <a:spcPct val="95000"/>
              </a:lnSpc>
              <a:spcBef>
                <a:spcPts val="375"/>
              </a:spcBef>
              <a:spcAft>
                <a:spcPts val="0"/>
              </a:spcAft>
              <a:buChar char="–"/>
              <a:defRPr/>
            </a:lvl6pPr>
            <a:lvl7pPr marL="3200400" indent="-342900" algn="l">
              <a:lnSpc>
                <a:spcPct val="95000"/>
              </a:lnSpc>
              <a:spcBef>
                <a:spcPts val="375"/>
              </a:spcBef>
              <a:spcAft>
                <a:spcPts val="0"/>
              </a:spcAft>
              <a:buChar char="–"/>
              <a:defRPr/>
            </a:lvl7pPr>
            <a:lvl8pPr marL="3657600" indent="-342900" algn="l">
              <a:lnSpc>
                <a:spcPct val="95000"/>
              </a:lnSpc>
              <a:spcBef>
                <a:spcPts val="375"/>
              </a:spcBef>
              <a:spcAft>
                <a:spcPts val="0"/>
              </a:spcAft>
              <a:buChar char="–"/>
              <a:defRPr/>
            </a:lvl8pPr>
            <a:lvl9pPr marL="4114800" indent="-342900" algn="l">
              <a:lnSpc>
                <a:spcPct val="95000"/>
              </a:lnSpc>
              <a:spcBef>
                <a:spcPts val="375"/>
              </a:spcBef>
              <a:spcAft>
                <a:spcPts val="0"/>
              </a:spcAft>
              <a:buChar char="–"/>
              <a:defRPr/>
            </a:lvl9pPr>
          </a:lstStyle>
          <a:p>
            <a:endParaRPr/>
          </a:p>
        </p:txBody>
      </p:sp>
      <p:sp>
        <p:nvSpPr>
          <p:cNvPr id="235" name="Google Shape;235;p17">
            <a:extLst>
              <a:ext uri="{FF2B5EF4-FFF2-40B4-BE49-F238E27FC236}">
                <a16:creationId xmlns:a16="http://schemas.microsoft.com/office/drawing/2014/main" id="{C36E678C-7039-42D0-ABAE-8756ADFB5688}"/>
              </a:ext>
            </a:extLst>
          </p:cNvPr>
          <p:cNvSpPr>
            <a:spLocks noGrp="1"/>
          </p:cNvSpPr>
          <p:nvPr>
            <p:ph type="dt" idx="10"/>
          </p:nvPr>
        </p:nvSpPr>
        <p:spPr>
          <a:xfrm>
            <a:off x="410766" y="4972050"/>
            <a:ext cx="617934" cy="171450"/>
          </a:xfrm>
          <a:prstGeom prst="rect">
            <a:avLst/>
          </a:prstGeom>
          <a:noFill/>
          <a:ln>
            <a:noFill/>
          </a:ln>
        </p:spPr>
        <p:txBody>
          <a:bodyPr spcFirstLastPara="1" wrap="square" lIns="0" tIns="45700" rIns="0" bIns="45700" anchor="b">
            <a:noAutofit/>
          </a:bodyPr>
          <a:lstStyle>
            <a:lvl1pPr algn="l">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a:endParaRPr/>
          </a:p>
        </p:txBody>
      </p:sp>
      <p:sp>
        <p:nvSpPr>
          <p:cNvPr id="236" name="Google Shape;236;p17">
            <a:extLst>
              <a:ext uri="{FF2B5EF4-FFF2-40B4-BE49-F238E27FC236}">
                <a16:creationId xmlns:a16="http://schemas.microsoft.com/office/drawing/2014/main" id="{7C5C642C-E1EC-40CE-BA49-FF787A545A3E}"/>
              </a:ext>
            </a:extLst>
          </p:cNvPr>
          <p:cNvSpPr>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oAutofit/>
          </a:bodyPr>
          <a:lstStyle>
            <a:lvl1pPr marL="0" indent="0" algn="r">
              <a:spcBef>
                <a:spcPts val="0"/>
              </a:spcBef>
              <a:spcAft>
                <a:spcPts val="0"/>
              </a:spcAft>
              <a:buNone/>
              <a:defRPr/>
            </a:lvl1pPr>
            <a:lvl2pPr marL="0" indent="0" algn="r">
              <a:spcBef>
                <a:spcPts val="0"/>
              </a:spcBef>
              <a:spcAft>
                <a:spcPts val="0"/>
              </a:spcAft>
              <a:buNone/>
              <a:defRPr/>
            </a:lvl2pPr>
            <a:lvl3pPr marL="0" indent="0" algn="r">
              <a:spcBef>
                <a:spcPts val="0"/>
              </a:spcBef>
              <a:spcAft>
                <a:spcPts val="0"/>
              </a:spcAft>
              <a:buNone/>
              <a:defRPr/>
            </a:lvl3pPr>
            <a:lvl4pPr marL="0" indent="0" algn="r">
              <a:spcBef>
                <a:spcPts val="0"/>
              </a:spcBef>
              <a:spcAft>
                <a:spcPts val="0"/>
              </a:spcAft>
              <a:buNone/>
              <a:defRPr/>
            </a:lvl4pPr>
            <a:lvl5pPr marL="0" indent="0" algn="r">
              <a:spcBef>
                <a:spcPts val="0"/>
              </a:spcBef>
              <a:spcAft>
                <a:spcPts val="0"/>
              </a:spcAft>
              <a:buNone/>
              <a:defRPr/>
            </a:lvl5pPr>
            <a:lvl6pPr marL="0" indent="0" algn="r">
              <a:spcBef>
                <a:spcPts val="0"/>
              </a:spcBef>
              <a:spcAft>
                <a:spcPts val="0"/>
              </a:spcAft>
              <a:buNone/>
              <a:defRPr/>
            </a:lvl6pPr>
            <a:lvl7pPr marL="0" indent="0" algn="r">
              <a:spcBef>
                <a:spcPts val="0"/>
              </a:spcBef>
              <a:spcAft>
                <a:spcPts val="0"/>
              </a:spcAft>
              <a:buNone/>
              <a:defRPr/>
            </a:lvl7pPr>
            <a:lvl8pPr marL="0" indent="0" algn="r">
              <a:spcBef>
                <a:spcPts val="0"/>
              </a:spcBef>
              <a:spcAft>
                <a:spcPts val="0"/>
              </a:spcAft>
              <a:buNone/>
              <a:defRPr/>
            </a:lvl8pPr>
            <a:lvl9pPr marL="0" indent="0" algn="r">
              <a:spcBef>
                <a:spcPts val="0"/>
              </a:spcBef>
              <a:spcAft>
                <a:spcPts val="0"/>
              </a:spcAft>
              <a:buNone/>
              <a:defRPr/>
            </a:lvl9pPr>
          </a:lstStyle>
          <a:p>
            <a:pPr mar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Content and 2 Images">
  <p:cSld name="Content and 2 Images">
    <p:spTree>
      <p:nvGrpSpPr>
        <p:cNvPr id="1" name=""/>
        <p:cNvGrpSpPr/>
        <p:nvPr/>
      </p:nvGrpSpPr>
      <p:grpSpPr>
        <a:xfrm>
          <a:off x="0" y="0"/>
          <a:ext cx="0" cy="0"/>
          <a:chOff x="0" y="0"/>
          <a:chExt cx="0" cy="0"/>
        </a:xfrm>
      </p:grpSpPr>
      <p:sp>
        <p:nvSpPr>
          <p:cNvPr id="238" name="Google Shape;238;p18">
            <a:extLst>
              <a:ext uri="{FF2B5EF4-FFF2-40B4-BE49-F238E27FC236}">
                <a16:creationId xmlns:a16="http://schemas.microsoft.com/office/drawing/2014/main" id="{B37CE9DB-853B-4436-8D87-C54D5F79950F}"/>
              </a:ext>
            </a:extLst>
          </p:cNvPr>
          <p:cNvSpPr>
            <a:spLocks noGrp="1"/>
          </p:cNvSpPr>
          <p:nvPr>
            <p:ph type="title"/>
          </p:nvPr>
        </p:nvSpPr>
        <p:spPr>
          <a:xfrm>
            <a:off x="411480" y="308611"/>
            <a:ext cx="6173470" cy="685800"/>
          </a:xfrm>
          <a:prstGeom prst="rect">
            <a:avLst/>
          </a:prstGeom>
          <a:noFill/>
          <a:ln>
            <a:noFill/>
          </a:ln>
        </p:spPr>
        <p:txBody>
          <a:bodyPr spcFirstLastPara="1" wrap="square" lIns="0" tIns="0" rIns="0" bIns="0" anchor="t">
            <a:noAutofit/>
          </a:bodyPr>
          <a:lstStyle>
            <a:lvl1pPr algn="l">
              <a:lnSpc>
                <a:spcPct val="90000"/>
              </a:lnSpc>
              <a:spcBef>
                <a:spcPts val="0"/>
              </a:spcBef>
              <a:spcAft>
                <a:spcPts val="0"/>
              </a:spcAft>
              <a:buNone/>
              <a:defRPr/>
            </a:lvl1pPr>
            <a:lvl2pPr>
              <a:spcBef>
                <a:spcPts val="0"/>
              </a:spcBef>
              <a:spcAft>
                <a:spcPts val="0"/>
              </a:spcAft>
              <a:buNone/>
              <a:defRPr/>
            </a:lvl2pPr>
            <a:lvl3pPr>
              <a:spcBef>
                <a:spcPts val="0"/>
              </a:spcBef>
              <a:spcAft>
                <a:spcPts val="0"/>
              </a:spcAft>
              <a:buNone/>
              <a:defRPr/>
            </a:lvl3pPr>
            <a:lvl4pPr>
              <a:spcBef>
                <a:spcPts val="0"/>
              </a:spcBef>
              <a:spcAft>
                <a:spcPts val="0"/>
              </a:spcAft>
              <a:buNone/>
              <a:defRPr/>
            </a:lvl4pPr>
            <a:lvl5pPr>
              <a:spcBef>
                <a:spcPts val="0"/>
              </a:spcBef>
              <a:spcAft>
                <a:spcPts val="0"/>
              </a:spcAft>
              <a:buNone/>
              <a:defRPr/>
            </a:lvl5pPr>
            <a:lvl6pPr>
              <a:spcBef>
                <a:spcPts val="0"/>
              </a:spcBef>
              <a:spcAft>
                <a:spcPts val="0"/>
              </a:spcAft>
              <a:buNone/>
              <a:defRPr/>
            </a:lvl6pPr>
            <a:lvl7pPr>
              <a:spcBef>
                <a:spcPts val="0"/>
              </a:spcBef>
              <a:spcAft>
                <a:spcPts val="0"/>
              </a:spcAft>
              <a:buNone/>
              <a:defRPr/>
            </a:lvl7pPr>
            <a:lvl8pPr>
              <a:spcBef>
                <a:spcPts val="0"/>
              </a:spcBef>
              <a:spcAft>
                <a:spcPts val="0"/>
              </a:spcAft>
              <a:buNone/>
              <a:defRPr/>
            </a:lvl8pPr>
            <a:lvl9pPr>
              <a:spcBef>
                <a:spcPts val="0"/>
              </a:spcBef>
              <a:spcAft>
                <a:spcPts val="0"/>
              </a:spcAft>
              <a:buNone/>
              <a:defRPr/>
            </a:lvl9pPr>
          </a:lstStyle>
          <a:p>
            <a:endParaRPr/>
          </a:p>
        </p:txBody>
      </p:sp>
      <p:sp>
        <p:nvSpPr>
          <p:cNvPr id="239" name="Google Shape;239;p18">
            <a:extLst>
              <a:ext uri="{FF2B5EF4-FFF2-40B4-BE49-F238E27FC236}">
                <a16:creationId xmlns:a16="http://schemas.microsoft.com/office/drawing/2014/main" id="{01D2B7D6-18AE-47AA-B543-616D4BB32C86}"/>
              </a:ext>
            </a:extLst>
          </p:cNvPr>
          <p:cNvSpPr>
            <a:spLocks noGrp="1"/>
          </p:cNvSpPr>
          <p:nvPr>
            <p:ph type="pic" idx="2"/>
          </p:nvPr>
        </p:nvSpPr>
        <p:spPr>
          <a:xfrm>
            <a:off x="411479" y="1200150"/>
            <a:ext cx="4023360" cy="1714500"/>
          </a:xfrm>
          <a:prstGeom prst="rect">
            <a:avLst/>
          </a:prstGeom>
          <a:solidFill>
            <a:srgbClr val="D5D5D7"/>
          </a:solidFill>
          <a:ln>
            <a:noFill/>
          </a:ln>
        </p:spPr>
      </p:sp>
      <p:sp>
        <p:nvSpPr>
          <p:cNvPr id="240" name="Google Shape;240;p18">
            <a:extLst>
              <a:ext uri="{FF2B5EF4-FFF2-40B4-BE49-F238E27FC236}">
                <a16:creationId xmlns:a16="http://schemas.microsoft.com/office/drawing/2014/main" id="{70DC29AE-8B3E-46CB-B538-A46F2D4E8D58}"/>
              </a:ext>
            </a:extLst>
          </p:cNvPr>
          <p:cNvSpPr>
            <a:spLocks noGrp="1"/>
          </p:cNvSpPr>
          <p:nvPr>
            <p:ph type="body" idx="1"/>
          </p:nvPr>
        </p:nvSpPr>
        <p:spPr>
          <a:xfrm>
            <a:off x="411478" y="3086100"/>
            <a:ext cx="4023360" cy="274320"/>
          </a:xfrm>
          <a:prstGeom prst="rect">
            <a:avLst/>
          </a:prstGeom>
          <a:noFill/>
          <a:ln>
            <a:noFill/>
          </a:ln>
        </p:spPr>
        <p:txBody>
          <a:bodyPr spcFirstLastPara="1" wrap="square" lIns="0" tIns="0" rIns="0" bIns="0" anchor="t">
            <a:noAutofit/>
          </a:bodyPr>
          <a:lstStyle>
            <a:lvl1pPr marL="457200" indent="-228600" algn="l">
              <a:lnSpc>
                <a:spcPct val="95000"/>
              </a:lnSpc>
              <a:spcBef>
                <a:spcPts val="0"/>
              </a:spcBef>
              <a:spcAft>
                <a:spcPts val="0"/>
              </a:spcAft>
              <a:buNone/>
              <a:defRPr sz="1350" b="1"/>
            </a:lvl1pPr>
            <a:lvl2pPr marL="914400" indent="-228600" algn="l">
              <a:lnSpc>
                <a:spcPct val="95000"/>
              </a:lnSpc>
              <a:spcBef>
                <a:spcPts val="0"/>
              </a:spcBef>
              <a:spcAft>
                <a:spcPts val="0"/>
              </a:spcAft>
              <a:buNone/>
              <a:defRPr sz="1350" b="1"/>
            </a:lvl2pPr>
            <a:lvl3pPr marL="1371600" indent="-228600" algn="l">
              <a:lnSpc>
                <a:spcPct val="95000"/>
              </a:lnSpc>
              <a:spcBef>
                <a:spcPts val="0"/>
              </a:spcBef>
              <a:spcAft>
                <a:spcPts val="0"/>
              </a:spcAft>
              <a:buNone/>
              <a:defRPr sz="1350" b="1"/>
            </a:lvl3pPr>
            <a:lvl4pPr marL="1828800" indent="-228600" algn="l">
              <a:lnSpc>
                <a:spcPct val="95000"/>
              </a:lnSpc>
              <a:spcBef>
                <a:spcPts val="0"/>
              </a:spcBef>
              <a:spcAft>
                <a:spcPts val="0"/>
              </a:spcAft>
              <a:buNone/>
              <a:defRPr sz="1350" b="1"/>
            </a:lvl4pPr>
            <a:lvl5pPr marL="2286000" indent="-228600" algn="l">
              <a:lnSpc>
                <a:spcPct val="95000"/>
              </a:lnSpc>
              <a:spcBef>
                <a:spcPts val="0"/>
              </a:spcBef>
              <a:spcAft>
                <a:spcPts val="0"/>
              </a:spcAft>
              <a:buNone/>
              <a:defRPr sz="1350" b="1"/>
            </a:lvl5pPr>
            <a:lvl6pPr marL="2743200" indent="-228600" algn="l">
              <a:lnSpc>
                <a:spcPct val="95000"/>
              </a:lnSpc>
              <a:spcBef>
                <a:spcPts val="0"/>
              </a:spcBef>
              <a:spcAft>
                <a:spcPts val="0"/>
              </a:spcAft>
              <a:buNone/>
              <a:defRPr sz="1350" b="1"/>
            </a:lvl6pPr>
            <a:lvl7pPr marL="3200400" indent="-228600" algn="l">
              <a:lnSpc>
                <a:spcPct val="95000"/>
              </a:lnSpc>
              <a:spcBef>
                <a:spcPts val="0"/>
              </a:spcBef>
              <a:spcAft>
                <a:spcPts val="0"/>
              </a:spcAft>
              <a:buNone/>
              <a:defRPr sz="1350" b="1"/>
            </a:lvl7pPr>
            <a:lvl8pPr marL="3657600" indent="-228600" algn="l">
              <a:lnSpc>
                <a:spcPct val="95000"/>
              </a:lnSpc>
              <a:spcBef>
                <a:spcPts val="0"/>
              </a:spcBef>
              <a:spcAft>
                <a:spcPts val="0"/>
              </a:spcAft>
              <a:buNone/>
              <a:defRPr sz="1350" b="1"/>
            </a:lvl8pPr>
            <a:lvl9pPr marL="4114800" indent="-228600" algn="l">
              <a:lnSpc>
                <a:spcPct val="95000"/>
              </a:lnSpc>
              <a:spcBef>
                <a:spcPts val="0"/>
              </a:spcBef>
              <a:spcAft>
                <a:spcPts val="0"/>
              </a:spcAft>
              <a:buNone/>
              <a:defRPr sz="1350" b="1"/>
            </a:lvl9pPr>
          </a:lstStyle>
          <a:p>
            <a:endParaRPr/>
          </a:p>
        </p:txBody>
      </p:sp>
      <p:sp>
        <p:nvSpPr>
          <p:cNvPr id="241" name="Google Shape;241;p18">
            <a:extLst>
              <a:ext uri="{FF2B5EF4-FFF2-40B4-BE49-F238E27FC236}">
                <a16:creationId xmlns:a16="http://schemas.microsoft.com/office/drawing/2014/main" id="{A74ABB9E-D49D-49E8-B820-AACD235AE43F}"/>
              </a:ext>
            </a:extLst>
          </p:cNvPr>
          <p:cNvSpPr>
            <a:spLocks noGrp="1"/>
          </p:cNvSpPr>
          <p:nvPr>
            <p:ph type="body" idx="3"/>
          </p:nvPr>
        </p:nvSpPr>
        <p:spPr>
          <a:xfrm>
            <a:off x="411479" y="3394710"/>
            <a:ext cx="4023360" cy="1234440"/>
          </a:xfrm>
          <a:prstGeom prst="rect">
            <a:avLst/>
          </a:prstGeom>
          <a:noFill/>
          <a:ln>
            <a:noFill/>
          </a:ln>
        </p:spPr>
        <p:txBody>
          <a:bodyPr spcFirstLastPara="1" wrap="square" lIns="0" tIns="0" rIns="0" bIns="0" anchor="t">
            <a:noAutofit/>
          </a:bodyPr>
          <a:lstStyle>
            <a:lvl1pPr marL="457200" indent="-300037" algn="l">
              <a:lnSpc>
                <a:spcPct val="95000"/>
              </a:lnSpc>
              <a:spcBef>
                <a:spcPts val="750"/>
              </a:spcBef>
              <a:spcAft>
                <a:spcPts val="0"/>
              </a:spcAft>
              <a:buChar char="▪"/>
              <a:defRPr sz="1125"/>
            </a:lvl1pPr>
            <a:lvl2pPr marL="914400" indent="-300037" algn="l">
              <a:lnSpc>
                <a:spcPct val="95000"/>
              </a:lnSpc>
              <a:spcBef>
                <a:spcPts val="375"/>
              </a:spcBef>
              <a:spcAft>
                <a:spcPts val="0"/>
              </a:spcAft>
              <a:buChar char="–"/>
              <a:defRPr sz="1125"/>
            </a:lvl2pPr>
            <a:lvl3pPr marL="1371600" indent="-300037" algn="l">
              <a:lnSpc>
                <a:spcPct val="95000"/>
              </a:lnSpc>
              <a:spcBef>
                <a:spcPts val="375"/>
              </a:spcBef>
              <a:spcAft>
                <a:spcPts val="0"/>
              </a:spcAft>
              <a:buChar char="–"/>
              <a:defRPr sz="1125"/>
            </a:lvl3pPr>
            <a:lvl4pPr marL="1828800" indent="-300037" algn="l">
              <a:lnSpc>
                <a:spcPct val="95000"/>
              </a:lnSpc>
              <a:spcBef>
                <a:spcPts val="375"/>
              </a:spcBef>
              <a:spcAft>
                <a:spcPts val="0"/>
              </a:spcAft>
              <a:buChar char="–"/>
              <a:defRPr sz="1125"/>
            </a:lvl4pPr>
            <a:lvl5pPr marL="2286000" indent="-300037" algn="l">
              <a:lnSpc>
                <a:spcPct val="95000"/>
              </a:lnSpc>
              <a:spcBef>
                <a:spcPts val="375"/>
              </a:spcBef>
              <a:spcAft>
                <a:spcPts val="0"/>
              </a:spcAft>
              <a:buChar char="–"/>
              <a:defRPr sz="1125"/>
            </a:lvl5pPr>
            <a:lvl6pPr marL="2743200" indent="-300037" algn="l">
              <a:lnSpc>
                <a:spcPct val="95000"/>
              </a:lnSpc>
              <a:spcBef>
                <a:spcPts val="375"/>
              </a:spcBef>
              <a:spcAft>
                <a:spcPts val="0"/>
              </a:spcAft>
              <a:buChar char="–"/>
              <a:defRPr sz="1125"/>
            </a:lvl6pPr>
            <a:lvl7pPr marL="3200400" indent="-300037" algn="l">
              <a:lnSpc>
                <a:spcPct val="95000"/>
              </a:lnSpc>
              <a:spcBef>
                <a:spcPts val="375"/>
              </a:spcBef>
              <a:spcAft>
                <a:spcPts val="0"/>
              </a:spcAft>
              <a:buChar char="–"/>
              <a:defRPr sz="1125"/>
            </a:lvl7pPr>
            <a:lvl8pPr marL="3657600" indent="-300037" algn="l">
              <a:lnSpc>
                <a:spcPct val="95000"/>
              </a:lnSpc>
              <a:spcBef>
                <a:spcPts val="375"/>
              </a:spcBef>
              <a:spcAft>
                <a:spcPts val="0"/>
              </a:spcAft>
              <a:buChar char="–"/>
              <a:defRPr sz="1125"/>
            </a:lvl8pPr>
            <a:lvl9pPr marL="4114800" indent="-300037" algn="l">
              <a:lnSpc>
                <a:spcPct val="95000"/>
              </a:lnSpc>
              <a:spcBef>
                <a:spcPts val="375"/>
              </a:spcBef>
              <a:spcAft>
                <a:spcPts val="0"/>
              </a:spcAft>
              <a:buChar char="–"/>
              <a:defRPr sz="1125"/>
            </a:lvl9pPr>
          </a:lstStyle>
          <a:p>
            <a:endParaRPr/>
          </a:p>
        </p:txBody>
      </p:sp>
      <p:sp>
        <p:nvSpPr>
          <p:cNvPr id="242" name="Google Shape;242;p18">
            <a:extLst>
              <a:ext uri="{FF2B5EF4-FFF2-40B4-BE49-F238E27FC236}">
                <a16:creationId xmlns:a16="http://schemas.microsoft.com/office/drawing/2014/main" id="{55E82E1F-7963-4E10-91E5-FE58EBD4A767}"/>
              </a:ext>
            </a:extLst>
          </p:cNvPr>
          <p:cNvSpPr>
            <a:spLocks noGrp="1"/>
          </p:cNvSpPr>
          <p:nvPr>
            <p:ph type="pic" idx="4"/>
          </p:nvPr>
        </p:nvSpPr>
        <p:spPr>
          <a:xfrm>
            <a:off x="4709159" y="1200150"/>
            <a:ext cx="4023360" cy="1714500"/>
          </a:xfrm>
          <a:prstGeom prst="rect">
            <a:avLst/>
          </a:prstGeom>
          <a:solidFill>
            <a:srgbClr val="D5D5D7"/>
          </a:solidFill>
          <a:ln>
            <a:noFill/>
          </a:ln>
        </p:spPr>
      </p:sp>
      <p:sp>
        <p:nvSpPr>
          <p:cNvPr id="243" name="Google Shape;243;p18">
            <a:extLst>
              <a:ext uri="{FF2B5EF4-FFF2-40B4-BE49-F238E27FC236}">
                <a16:creationId xmlns:a16="http://schemas.microsoft.com/office/drawing/2014/main" id="{71DAE220-6318-49D9-9D3F-C48F8A1C1A0A}"/>
              </a:ext>
            </a:extLst>
          </p:cNvPr>
          <p:cNvSpPr>
            <a:spLocks noGrp="1"/>
          </p:cNvSpPr>
          <p:nvPr>
            <p:ph type="body" idx="5"/>
          </p:nvPr>
        </p:nvSpPr>
        <p:spPr>
          <a:xfrm>
            <a:off x="4709159" y="3086100"/>
            <a:ext cx="4023360" cy="274320"/>
          </a:xfrm>
          <a:prstGeom prst="rect">
            <a:avLst/>
          </a:prstGeom>
          <a:noFill/>
          <a:ln>
            <a:noFill/>
          </a:ln>
        </p:spPr>
        <p:txBody>
          <a:bodyPr spcFirstLastPara="1" wrap="square" lIns="0" tIns="0" rIns="0" bIns="0" anchor="t">
            <a:noAutofit/>
          </a:bodyPr>
          <a:lstStyle>
            <a:lvl1pPr marL="457200" indent="-228600" algn="l">
              <a:lnSpc>
                <a:spcPct val="95000"/>
              </a:lnSpc>
              <a:spcBef>
                <a:spcPts val="0"/>
              </a:spcBef>
              <a:spcAft>
                <a:spcPts val="0"/>
              </a:spcAft>
              <a:buNone/>
              <a:defRPr sz="1350" b="1"/>
            </a:lvl1pPr>
            <a:lvl2pPr marL="914400" indent="-228600" algn="l">
              <a:lnSpc>
                <a:spcPct val="95000"/>
              </a:lnSpc>
              <a:spcBef>
                <a:spcPts val="0"/>
              </a:spcBef>
              <a:spcAft>
                <a:spcPts val="0"/>
              </a:spcAft>
              <a:buNone/>
              <a:defRPr sz="1350" b="1"/>
            </a:lvl2pPr>
            <a:lvl3pPr marL="1371600" indent="-228600" algn="l">
              <a:lnSpc>
                <a:spcPct val="95000"/>
              </a:lnSpc>
              <a:spcBef>
                <a:spcPts val="0"/>
              </a:spcBef>
              <a:spcAft>
                <a:spcPts val="0"/>
              </a:spcAft>
              <a:buNone/>
              <a:defRPr sz="1350" b="1"/>
            </a:lvl3pPr>
            <a:lvl4pPr marL="1828800" indent="-228600" algn="l">
              <a:lnSpc>
                <a:spcPct val="95000"/>
              </a:lnSpc>
              <a:spcBef>
                <a:spcPts val="0"/>
              </a:spcBef>
              <a:spcAft>
                <a:spcPts val="0"/>
              </a:spcAft>
              <a:buNone/>
              <a:defRPr sz="1350" b="1"/>
            </a:lvl4pPr>
            <a:lvl5pPr marL="2286000" indent="-228600" algn="l">
              <a:lnSpc>
                <a:spcPct val="95000"/>
              </a:lnSpc>
              <a:spcBef>
                <a:spcPts val="0"/>
              </a:spcBef>
              <a:spcAft>
                <a:spcPts val="0"/>
              </a:spcAft>
              <a:buNone/>
              <a:defRPr sz="1350" b="1"/>
            </a:lvl5pPr>
            <a:lvl6pPr marL="2743200" indent="-228600" algn="l">
              <a:lnSpc>
                <a:spcPct val="95000"/>
              </a:lnSpc>
              <a:spcBef>
                <a:spcPts val="0"/>
              </a:spcBef>
              <a:spcAft>
                <a:spcPts val="0"/>
              </a:spcAft>
              <a:buNone/>
              <a:defRPr sz="1350" b="1"/>
            </a:lvl6pPr>
            <a:lvl7pPr marL="3200400" indent="-228600" algn="l">
              <a:lnSpc>
                <a:spcPct val="95000"/>
              </a:lnSpc>
              <a:spcBef>
                <a:spcPts val="0"/>
              </a:spcBef>
              <a:spcAft>
                <a:spcPts val="0"/>
              </a:spcAft>
              <a:buNone/>
              <a:defRPr sz="1350" b="1"/>
            </a:lvl7pPr>
            <a:lvl8pPr marL="3657600" indent="-228600" algn="l">
              <a:lnSpc>
                <a:spcPct val="95000"/>
              </a:lnSpc>
              <a:spcBef>
                <a:spcPts val="0"/>
              </a:spcBef>
              <a:spcAft>
                <a:spcPts val="0"/>
              </a:spcAft>
              <a:buNone/>
              <a:defRPr sz="1350" b="1"/>
            </a:lvl8pPr>
            <a:lvl9pPr marL="4114800" indent="-228600" algn="l">
              <a:lnSpc>
                <a:spcPct val="95000"/>
              </a:lnSpc>
              <a:spcBef>
                <a:spcPts val="0"/>
              </a:spcBef>
              <a:spcAft>
                <a:spcPts val="0"/>
              </a:spcAft>
              <a:buNone/>
              <a:defRPr sz="1350" b="1"/>
            </a:lvl9pPr>
          </a:lstStyle>
          <a:p>
            <a:endParaRPr/>
          </a:p>
        </p:txBody>
      </p:sp>
      <p:sp>
        <p:nvSpPr>
          <p:cNvPr id="244" name="Google Shape;244;p18">
            <a:extLst>
              <a:ext uri="{FF2B5EF4-FFF2-40B4-BE49-F238E27FC236}">
                <a16:creationId xmlns:a16="http://schemas.microsoft.com/office/drawing/2014/main" id="{106619A2-875C-45A9-AA20-F97347713DFD}"/>
              </a:ext>
            </a:extLst>
          </p:cNvPr>
          <p:cNvSpPr>
            <a:spLocks noGrp="1"/>
          </p:cNvSpPr>
          <p:nvPr>
            <p:ph type="body" idx="6"/>
          </p:nvPr>
        </p:nvSpPr>
        <p:spPr>
          <a:xfrm>
            <a:off x="4709159" y="3394710"/>
            <a:ext cx="4023360" cy="1234440"/>
          </a:xfrm>
          <a:prstGeom prst="rect">
            <a:avLst/>
          </a:prstGeom>
          <a:noFill/>
          <a:ln>
            <a:noFill/>
          </a:ln>
        </p:spPr>
        <p:txBody>
          <a:bodyPr spcFirstLastPara="1" wrap="square" lIns="0" tIns="0" rIns="0" bIns="0" anchor="t">
            <a:noAutofit/>
          </a:bodyPr>
          <a:lstStyle>
            <a:lvl1pPr marL="457200" indent="-300037" algn="l">
              <a:lnSpc>
                <a:spcPct val="95000"/>
              </a:lnSpc>
              <a:spcBef>
                <a:spcPts val="750"/>
              </a:spcBef>
              <a:spcAft>
                <a:spcPts val="0"/>
              </a:spcAft>
              <a:buChar char="▪"/>
              <a:defRPr sz="1125"/>
            </a:lvl1pPr>
            <a:lvl2pPr marL="914400" indent="-300037" algn="l">
              <a:lnSpc>
                <a:spcPct val="95000"/>
              </a:lnSpc>
              <a:spcBef>
                <a:spcPts val="375"/>
              </a:spcBef>
              <a:spcAft>
                <a:spcPts val="0"/>
              </a:spcAft>
              <a:buChar char="–"/>
              <a:defRPr sz="1125"/>
            </a:lvl2pPr>
            <a:lvl3pPr marL="1371600" indent="-300037" algn="l">
              <a:lnSpc>
                <a:spcPct val="95000"/>
              </a:lnSpc>
              <a:spcBef>
                <a:spcPts val="375"/>
              </a:spcBef>
              <a:spcAft>
                <a:spcPts val="0"/>
              </a:spcAft>
              <a:buChar char="–"/>
              <a:defRPr sz="1125"/>
            </a:lvl3pPr>
            <a:lvl4pPr marL="1828800" indent="-300037" algn="l">
              <a:lnSpc>
                <a:spcPct val="95000"/>
              </a:lnSpc>
              <a:spcBef>
                <a:spcPts val="375"/>
              </a:spcBef>
              <a:spcAft>
                <a:spcPts val="0"/>
              </a:spcAft>
              <a:buChar char="–"/>
              <a:defRPr sz="1125"/>
            </a:lvl4pPr>
            <a:lvl5pPr marL="2286000" indent="-300037" algn="l">
              <a:lnSpc>
                <a:spcPct val="95000"/>
              </a:lnSpc>
              <a:spcBef>
                <a:spcPts val="375"/>
              </a:spcBef>
              <a:spcAft>
                <a:spcPts val="0"/>
              </a:spcAft>
              <a:buChar char="–"/>
              <a:defRPr sz="1125"/>
            </a:lvl5pPr>
            <a:lvl6pPr marL="2743200" indent="-300037" algn="l">
              <a:lnSpc>
                <a:spcPct val="95000"/>
              </a:lnSpc>
              <a:spcBef>
                <a:spcPts val="375"/>
              </a:spcBef>
              <a:spcAft>
                <a:spcPts val="0"/>
              </a:spcAft>
              <a:buChar char="–"/>
              <a:defRPr sz="1125"/>
            </a:lvl6pPr>
            <a:lvl7pPr marL="3200400" indent="-300037" algn="l">
              <a:lnSpc>
                <a:spcPct val="95000"/>
              </a:lnSpc>
              <a:spcBef>
                <a:spcPts val="375"/>
              </a:spcBef>
              <a:spcAft>
                <a:spcPts val="0"/>
              </a:spcAft>
              <a:buChar char="–"/>
              <a:defRPr sz="1125"/>
            </a:lvl7pPr>
            <a:lvl8pPr marL="3657600" indent="-300037" algn="l">
              <a:lnSpc>
                <a:spcPct val="95000"/>
              </a:lnSpc>
              <a:spcBef>
                <a:spcPts val="375"/>
              </a:spcBef>
              <a:spcAft>
                <a:spcPts val="0"/>
              </a:spcAft>
              <a:buChar char="–"/>
              <a:defRPr sz="1125"/>
            </a:lvl8pPr>
            <a:lvl9pPr marL="4114800" indent="-300037" algn="l">
              <a:lnSpc>
                <a:spcPct val="95000"/>
              </a:lnSpc>
              <a:spcBef>
                <a:spcPts val="375"/>
              </a:spcBef>
              <a:spcAft>
                <a:spcPts val="0"/>
              </a:spcAft>
              <a:buChar char="–"/>
              <a:defRPr sz="1125"/>
            </a:lvl9pPr>
          </a:lstStyle>
          <a:p>
            <a:endParaRPr/>
          </a:p>
        </p:txBody>
      </p:sp>
      <p:sp>
        <p:nvSpPr>
          <p:cNvPr id="245" name="Google Shape;245;p18">
            <a:extLst>
              <a:ext uri="{FF2B5EF4-FFF2-40B4-BE49-F238E27FC236}">
                <a16:creationId xmlns:a16="http://schemas.microsoft.com/office/drawing/2014/main" id="{B5688334-199D-4D4C-B6E8-5DD7B3CFD530}"/>
              </a:ext>
            </a:extLst>
          </p:cNvPr>
          <p:cNvSpPr>
            <a:spLocks noGrp="1"/>
          </p:cNvSpPr>
          <p:nvPr>
            <p:ph type="dt" idx="10"/>
          </p:nvPr>
        </p:nvSpPr>
        <p:spPr>
          <a:xfrm>
            <a:off x="410766" y="4972050"/>
            <a:ext cx="617934" cy="171450"/>
          </a:xfrm>
          <a:prstGeom prst="rect">
            <a:avLst/>
          </a:prstGeom>
          <a:noFill/>
          <a:ln>
            <a:noFill/>
          </a:ln>
        </p:spPr>
        <p:txBody>
          <a:bodyPr spcFirstLastPara="1" wrap="square" lIns="0" tIns="45700" rIns="0" bIns="45700" anchor="b">
            <a:noAutofit/>
          </a:bodyPr>
          <a:lstStyle>
            <a:lvl1pPr algn="l">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a:endParaRPr/>
          </a:p>
        </p:txBody>
      </p:sp>
      <p:sp>
        <p:nvSpPr>
          <p:cNvPr id="246" name="Google Shape;246;p18">
            <a:extLst>
              <a:ext uri="{FF2B5EF4-FFF2-40B4-BE49-F238E27FC236}">
                <a16:creationId xmlns:a16="http://schemas.microsoft.com/office/drawing/2014/main" id="{F749D254-1F02-413C-A2FF-C35283FDA266}"/>
              </a:ext>
            </a:extLst>
          </p:cNvPr>
          <p:cNvSpPr>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oAutofit/>
          </a:bodyPr>
          <a:lstStyle>
            <a:lvl1pPr marL="0" indent="0" algn="r">
              <a:spcBef>
                <a:spcPts val="0"/>
              </a:spcBef>
              <a:spcAft>
                <a:spcPts val="0"/>
              </a:spcAft>
              <a:buNone/>
              <a:defRPr/>
            </a:lvl1pPr>
            <a:lvl2pPr marL="0" indent="0" algn="r">
              <a:spcBef>
                <a:spcPts val="0"/>
              </a:spcBef>
              <a:spcAft>
                <a:spcPts val="0"/>
              </a:spcAft>
              <a:buNone/>
              <a:defRPr/>
            </a:lvl2pPr>
            <a:lvl3pPr marL="0" indent="0" algn="r">
              <a:spcBef>
                <a:spcPts val="0"/>
              </a:spcBef>
              <a:spcAft>
                <a:spcPts val="0"/>
              </a:spcAft>
              <a:buNone/>
              <a:defRPr/>
            </a:lvl3pPr>
            <a:lvl4pPr marL="0" indent="0" algn="r">
              <a:spcBef>
                <a:spcPts val="0"/>
              </a:spcBef>
              <a:spcAft>
                <a:spcPts val="0"/>
              </a:spcAft>
              <a:buNone/>
              <a:defRPr/>
            </a:lvl4pPr>
            <a:lvl5pPr marL="0" indent="0" algn="r">
              <a:spcBef>
                <a:spcPts val="0"/>
              </a:spcBef>
              <a:spcAft>
                <a:spcPts val="0"/>
              </a:spcAft>
              <a:buNone/>
              <a:defRPr/>
            </a:lvl5pPr>
            <a:lvl6pPr marL="0" indent="0" algn="r">
              <a:spcBef>
                <a:spcPts val="0"/>
              </a:spcBef>
              <a:spcAft>
                <a:spcPts val="0"/>
              </a:spcAft>
              <a:buNone/>
              <a:defRPr/>
            </a:lvl6pPr>
            <a:lvl7pPr marL="0" indent="0" algn="r">
              <a:spcBef>
                <a:spcPts val="0"/>
              </a:spcBef>
              <a:spcAft>
                <a:spcPts val="0"/>
              </a:spcAft>
              <a:buNone/>
              <a:defRPr/>
            </a:lvl7pPr>
            <a:lvl8pPr marL="0" indent="0" algn="r">
              <a:spcBef>
                <a:spcPts val="0"/>
              </a:spcBef>
              <a:spcAft>
                <a:spcPts val="0"/>
              </a:spcAft>
              <a:buNone/>
              <a:defRPr/>
            </a:lvl8pPr>
            <a:lvl9pPr marL="0" indent="0" algn="r">
              <a:spcBef>
                <a:spcPts val="0"/>
              </a:spcBef>
              <a:spcAft>
                <a:spcPts val="0"/>
              </a:spcAft>
              <a:buNone/>
              <a:defRPr/>
            </a:lvl9pPr>
          </a:lstStyle>
          <a:p>
            <a:pPr mar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ontent and 3 Images">
  <p:cSld name="Content and 3 Images">
    <p:spTree>
      <p:nvGrpSpPr>
        <p:cNvPr id="1" name=""/>
        <p:cNvGrpSpPr/>
        <p:nvPr/>
      </p:nvGrpSpPr>
      <p:grpSpPr>
        <a:xfrm>
          <a:off x="0" y="0"/>
          <a:ext cx="0" cy="0"/>
          <a:chOff x="0" y="0"/>
          <a:chExt cx="0" cy="0"/>
        </a:xfrm>
      </p:grpSpPr>
      <p:sp>
        <p:nvSpPr>
          <p:cNvPr id="248" name="Google Shape;248;p19">
            <a:extLst>
              <a:ext uri="{FF2B5EF4-FFF2-40B4-BE49-F238E27FC236}">
                <a16:creationId xmlns:a16="http://schemas.microsoft.com/office/drawing/2014/main" id="{5DAD249A-391A-45FA-803A-E7DD3FF129A6}"/>
              </a:ext>
            </a:extLst>
          </p:cNvPr>
          <p:cNvSpPr>
            <a:spLocks noGrp="1"/>
          </p:cNvSpPr>
          <p:nvPr>
            <p:ph type="title"/>
          </p:nvPr>
        </p:nvSpPr>
        <p:spPr>
          <a:xfrm>
            <a:off x="411480" y="308611"/>
            <a:ext cx="6173470" cy="685800"/>
          </a:xfrm>
          <a:prstGeom prst="rect">
            <a:avLst/>
          </a:prstGeom>
          <a:noFill/>
          <a:ln>
            <a:noFill/>
          </a:ln>
        </p:spPr>
        <p:txBody>
          <a:bodyPr spcFirstLastPara="1" wrap="square" lIns="0" tIns="0" rIns="0" bIns="0" anchor="t">
            <a:noAutofit/>
          </a:bodyPr>
          <a:lstStyle>
            <a:lvl1pPr algn="l">
              <a:lnSpc>
                <a:spcPct val="90000"/>
              </a:lnSpc>
              <a:spcBef>
                <a:spcPts val="0"/>
              </a:spcBef>
              <a:spcAft>
                <a:spcPts val="0"/>
              </a:spcAft>
              <a:buNone/>
              <a:defRPr/>
            </a:lvl1pPr>
            <a:lvl2pPr>
              <a:spcBef>
                <a:spcPts val="0"/>
              </a:spcBef>
              <a:spcAft>
                <a:spcPts val="0"/>
              </a:spcAft>
              <a:buNone/>
              <a:defRPr/>
            </a:lvl2pPr>
            <a:lvl3pPr>
              <a:spcBef>
                <a:spcPts val="0"/>
              </a:spcBef>
              <a:spcAft>
                <a:spcPts val="0"/>
              </a:spcAft>
              <a:buNone/>
              <a:defRPr/>
            </a:lvl3pPr>
            <a:lvl4pPr>
              <a:spcBef>
                <a:spcPts val="0"/>
              </a:spcBef>
              <a:spcAft>
                <a:spcPts val="0"/>
              </a:spcAft>
              <a:buNone/>
              <a:defRPr/>
            </a:lvl4pPr>
            <a:lvl5pPr>
              <a:spcBef>
                <a:spcPts val="0"/>
              </a:spcBef>
              <a:spcAft>
                <a:spcPts val="0"/>
              </a:spcAft>
              <a:buNone/>
              <a:defRPr/>
            </a:lvl5pPr>
            <a:lvl6pPr>
              <a:spcBef>
                <a:spcPts val="0"/>
              </a:spcBef>
              <a:spcAft>
                <a:spcPts val="0"/>
              </a:spcAft>
              <a:buNone/>
              <a:defRPr/>
            </a:lvl6pPr>
            <a:lvl7pPr>
              <a:spcBef>
                <a:spcPts val="0"/>
              </a:spcBef>
              <a:spcAft>
                <a:spcPts val="0"/>
              </a:spcAft>
              <a:buNone/>
              <a:defRPr/>
            </a:lvl7pPr>
            <a:lvl8pPr>
              <a:spcBef>
                <a:spcPts val="0"/>
              </a:spcBef>
              <a:spcAft>
                <a:spcPts val="0"/>
              </a:spcAft>
              <a:buNone/>
              <a:defRPr/>
            </a:lvl8pPr>
            <a:lvl9pPr>
              <a:spcBef>
                <a:spcPts val="0"/>
              </a:spcBef>
              <a:spcAft>
                <a:spcPts val="0"/>
              </a:spcAft>
              <a:buNone/>
              <a:defRPr/>
            </a:lvl9pPr>
          </a:lstStyle>
          <a:p>
            <a:endParaRPr/>
          </a:p>
        </p:txBody>
      </p:sp>
      <p:sp>
        <p:nvSpPr>
          <p:cNvPr id="249" name="Google Shape;249;p19">
            <a:extLst>
              <a:ext uri="{FF2B5EF4-FFF2-40B4-BE49-F238E27FC236}">
                <a16:creationId xmlns:a16="http://schemas.microsoft.com/office/drawing/2014/main" id="{72571945-FDBD-44A6-9E47-1306C95B4885}"/>
              </a:ext>
            </a:extLst>
          </p:cNvPr>
          <p:cNvSpPr>
            <a:spLocks noGrp="1"/>
          </p:cNvSpPr>
          <p:nvPr>
            <p:ph type="pic" idx="2"/>
          </p:nvPr>
        </p:nvSpPr>
        <p:spPr>
          <a:xfrm>
            <a:off x="411479" y="1200150"/>
            <a:ext cx="2587752" cy="1268730"/>
          </a:xfrm>
          <a:prstGeom prst="rect">
            <a:avLst/>
          </a:prstGeom>
          <a:solidFill>
            <a:srgbClr val="D5D5D7"/>
          </a:solidFill>
          <a:ln>
            <a:noFill/>
          </a:ln>
        </p:spPr>
      </p:sp>
      <p:sp>
        <p:nvSpPr>
          <p:cNvPr id="250" name="Google Shape;250;p19">
            <a:extLst>
              <a:ext uri="{FF2B5EF4-FFF2-40B4-BE49-F238E27FC236}">
                <a16:creationId xmlns:a16="http://schemas.microsoft.com/office/drawing/2014/main" id="{0EFD3FCE-E2BA-41F9-97F4-782D0EB57BD4}"/>
              </a:ext>
            </a:extLst>
          </p:cNvPr>
          <p:cNvSpPr>
            <a:spLocks noGrp="1"/>
          </p:cNvSpPr>
          <p:nvPr>
            <p:ph type="body" idx="1"/>
          </p:nvPr>
        </p:nvSpPr>
        <p:spPr>
          <a:xfrm>
            <a:off x="411478" y="2640330"/>
            <a:ext cx="2587752" cy="274320"/>
          </a:xfrm>
          <a:prstGeom prst="rect">
            <a:avLst/>
          </a:prstGeom>
          <a:noFill/>
          <a:ln>
            <a:noFill/>
          </a:ln>
        </p:spPr>
        <p:txBody>
          <a:bodyPr spcFirstLastPara="1" wrap="square" lIns="0" tIns="0" rIns="0" bIns="0" anchor="t">
            <a:noAutofit/>
          </a:bodyPr>
          <a:lstStyle>
            <a:lvl1pPr marL="457200" indent="-228600" algn="l">
              <a:lnSpc>
                <a:spcPct val="95000"/>
              </a:lnSpc>
              <a:spcBef>
                <a:spcPts val="0"/>
              </a:spcBef>
              <a:spcAft>
                <a:spcPts val="0"/>
              </a:spcAft>
              <a:buNone/>
              <a:defRPr sz="1350" b="1"/>
            </a:lvl1pPr>
            <a:lvl2pPr marL="914400" indent="-228600" algn="l">
              <a:lnSpc>
                <a:spcPct val="95000"/>
              </a:lnSpc>
              <a:spcBef>
                <a:spcPts val="0"/>
              </a:spcBef>
              <a:spcAft>
                <a:spcPts val="0"/>
              </a:spcAft>
              <a:buNone/>
              <a:defRPr sz="1350" b="1"/>
            </a:lvl2pPr>
            <a:lvl3pPr marL="1371600" indent="-228600" algn="l">
              <a:lnSpc>
                <a:spcPct val="95000"/>
              </a:lnSpc>
              <a:spcBef>
                <a:spcPts val="0"/>
              </a:spcBef>
              <a:spcAft>
                <a:spcPts val="0"/>
              </a:spcAft>
              <a:buNone/>
              <a:defRPr sz="1350" b="1"/>
            </a:lvl3pPr>
            <a:lvl4pPr marL="1828800" indent="-228600" algn="l">
              <a:lnSpc>
                <a:spcPct val="95000"/>
              </a:lnSpc>
              <a:spcBef>
                <a:spcPts val="0"/>
              </a:spcBef>
              <a:spcAft>
                <a:spcPts val="0"/>
              </a:spcAft>
              <a:buNone/>
              <a:defRPr sz="1350" b="1"/>
            </a:lvl4pPr>
            <a:lvl5pPr marL="2286000" indent="-228600" algn="l">
              <a:lnSpc>
                <a:spcPct val="95000"/>
              </a:lnSpc>
              <a:spcBef>
                <a:spcPts val="0"/>
              </a:spcBef>
              <a:spcAft>
                <a:spcPts val="0"/>
              </a:spcAft>
              <a:buNone/>
              <a:defRPr sz="1350" b="1"/>
            </a:lvl5pPr>
            <a:lvl6pPr marL="2743200" indent="-228600" algn="l">
              <a:lnSpc>
                <a:spcPct val="95000"/>
              </a:lnSpc>
              <a:spcBef>
                <a:spcPts val="0"/>
              </a:spcBef>
              <a:spcAft>
                <a:spcPts val="0"/>
              </a:spcAft>
              <a:buNone/>
              <a:defRPr sz="1350" b="1"/>
            </a:lvl6pPr>
            <a:lvl7pPr marL="3200400" indent="-228600" algn="l">
              <a:lnSpc>
                <a:spcPct val="95000"/>
              </a:lnSpc>
              <a:spcBef>
                <a:spcPts val="0"/>
              </a:spcBef>
              <a:spcAft>
                <a:spcPts val="0"/>
              </a:spcAft>
              <a:buNone/>
              <a:defRPr sz="1350" b="1"/>
            </a:lvl7pPr>
            <a:lvl8pPr marL="3657600" indent="-228600" algn="l">
              <a:lnSpc>
                <a:spcPct val="95000"/>
              </a:lnSpc>
              <a:spcBef>
                <a:spcPts val="0"/>
              </a:spcBef>
              <a:spcAft>
                <a:spcPts val="0"/>
              </a:spcAft>
              <a:buNone/>
              <a:defRPr sz="1350" b="1"/>
            </a:lvl8pPr>
            <a:lvl9pPr marL="4114800" indent="-228600" algn="l">
              <a:lnSpc>
                <a:spcPct val="95000"/>
              </a:lnSpc>
              <a:spcBef>
                <a:spcPts val="0"/>
              </a:spcBef>
              <a:spcAft>
                <a:spcPts val="0"/>
              </a:spcAft>
              <a:buNone/>
              <a:defRPr sz="1350" b="1"/>
            </a:lvl9pPr>
          </a:lstStyle>
          <a:p>
            <a:endParaRPr/>
          </a:p>
        </p:txBody>
      </p:sp>
      <p:sp>
        <p:nvSpPr>
          <p:cNvPr id="251" name="Google Shape;251;p19">
            <a:extLst>
              <a:ext uri="{FF2B5EF4-FFF2-40B4-BE49-F238E27FC236}">
                <a16:creationId xmlns:a16="http://schemas.microsoft.com/office/drawing/2014/main" id="{9A92E0FF-531A-4A6A-8A5B-C29D9299B397}"/>
              </a:ext>
            </a:extLst>
          </p:cNvPr>
          <p:cNvSpPr>
            <a:spLocks noGrp="1"/>
          </p:cNvSpPr>
          <p:nvPr>
            <p:ph type="body" idx="3"/>
          </p:nvPr>
        </p:nvSpPr>
        <p:spPr>
          <a:xfrm>
            <a:off x="411479" y="2948940"/>
            <a:ext cx="2587752" cy="1680210"/>
          </a:xfrm>
          <a:prstGeom prst="rect">
            <a:avLst/>
          </a:prstGeom>
          <a:noFill/>
          <a:ln>
            <a:noFill/>
          </a:ln>
        </p:spPr>
        <p:txBody>
          <a:bodyPr spcFirstLastPara="1" wrap="square" lIns="0" tIns="0" rIns="0" bIns="0" anchor="t">
            <a:noAutofit/>
          </a:bodyPr>
          <a:lstStyle>
            <a:lvl1pPr marL="457200" indent="-300037" algn="l">
              <a:lnSpc>
                <a:spcPct val="95000"/>
              </a:lnSpc>
              <a:spcBef>
                <a:spcPts val="750"/>
              </a:spcBef>
              <a:spcAft>
                <a:spcPts val="0"/>
              </a:spcAft>
              <a:buChar char="▪"/>
              <a:defRPr sz="1125"/>
            </a:lvl1pPr>
            <a:lvl2pPr marL="914400" indent="-300037" algn="l">
              <a:lnSpc>
                <a:spcPct val="95000"/>
              </a:lnSpc>
              <a:spcBef>
                <a:spcPts val="375"/>
              </a:spcBef>
              <a:spcAft>
                <a:spcPts val="0"/>
              </a:spcAft>
              <a:buChar char="–"/>
              <a:defRPr sz="1125"/>
            </a:lvl2pPr>
            <a:lvl3pPr marL="1371600" indent="-300037" algn="l">
              <a:lnSpc>
                <a:spcPct val="95000"/>
              </a:lnSpc>
              <a:spcBef>
                <a:spcPts val="375"/>
              </a:spcBef>
              <a:spcAft>
                <a:spcPts val="0"/>
              </a:spcAft>
              <a:buChar char="–"/>
              <a:defRPr sz="1125"/>
            </a:lvl3pPr>
            <a:lvl4pPr marL="1828800" indent="-300037" algn="l">
              <a:lnSpc>
                <a:spcPct val="95000"/>
              </a:lnSpc>
              <a:spcBef>
                <a:spcPts val="375"/>
              </a:spcBef>
              <a:spcAft>
                <a:spcPts val="0"/>
              </a:spcAft>
              <a:buChar char="–"/>
              <a:defRPr sz="1125"/>
            </a:lvl4pPr>
            <a:lvl5pPr marL="2286000" indent="-300037" algn="l">
              <a:lnSpc>
                <a:spcPct val="95000"/>
              </a:lnSpc>
              <a:spcBef>
                <a:spcPts val="375"/>
              </a:spcBef>
              <a:spcAft>
                <a:spcPts val="0"/>
              </a:spcAft>
              <a:buChar char="–"/>
              <a:defRPr sz="1125"/>
            </a:lvl5pPr>
            <a:lvl6pPr marL="2743200" indent="-300037" algn="l">
              <a:lnSpc>
                <a:spcPct val="95000"/>
              </a:lnSpc>
              <a:spcBef>
                <a:spcPts val="375"/>
              </a:spcBef>
              <a:spcAft>
                <a:spcPts val="0"/>
              </a:spcAft>
              <a:buChar char="–"/>
              <a:defRPr sz="1125"/>
            </a:lvl6pPr>
            <a:lvl7pPr marL="3200400" indent="-300037" algn="l">
              <a:lnSpc>
                <a:spcPct val="95000"/>
              </a:lnSpc>
              <a:spcBef>
                <a:spcPts val="375"/>
              </a:spcBef>
              <a:spcAft>
                <a:spcPts val="0"/>
              </a:spcAft>
              <a:buChar char="–"/>
              <a:defRPr sz="1125"/>
            </a:lvl7pPr>
            <a:lvl8pPr marL="3657600" indent="-300037" algn="l">
              <a:lnSpc>
                <a:spcPct val="95000"/>
              </a:lnSpc>
              <a:spcBef>
                <a:spcPts val="375"/>
              </a:spcBef>
              <a:spcAft>
                <a:spcPts val="0"/>
              </a:spcAft>
              <a:buChar char="–"/>
              <a:defRPr sz="1125"/>
            </a:lvl8pPr>
            <a:lvl9pPr marL="4114800" indent="-300037" algn="l">
              <a:lnSpc>
                <a:spcPct val="95000"/>
              </a:lnSpc>
              <a:spcBef>
                <a:spcPts val="375"/>
              </a:spcBef>
              <a:spcAft>
                <a:spcPts val="0"/>
              </a:spcAft>
              <a:buChar char="–"/>
              <a:defRPr sz="1125"/>
            </a:lvl9pPr>
          </a:lstStyle>
          <a:p>
            <a:endParaRPr/>
          </a:p>
        </p:txBody>
      </p:sp>
      <p:sp>
        <p:nvSpPr>
          <p:cNvPr id="252" name="Google Shape;252;p19">
            <a:extLst>
              <a:ext uri="{FF2B5EF4-FFF2-40B4-BE49-F238E27FC236}">
                <a16:creationId xmlns:a16="http://schemas.microsoft.com/office/drawing/2014/main" id="{576197E3-13C3-4EB1-90F9-8512F8984564}"/>
              </a:ext>
            </a:extLst>
          </p:cNvPr>
          <p:cNvSpPr>
            <a:spLocks noGrp="1"/>
          </p:cNvSpPr>
          <p:nvPr>
            <p:ph type="pic" idx="4"/>
          </p:nvPr>
        </p:nvSpPr>
        <p:spPr>
          <a:xfrm>
            <a:off x="3278123" y="1200150"/>
            <a:ext cx="2587752" cy="1268730"/>
          </a:xfrm>
          <a:prstGeom prst="rect">
            <a:avLst/>
          </a:prstGeom>
          <a:solidFill>
            <a:srgbClr val="D5D5D7"/>
          </a:solidFill>
          <a:ln>
            <a:noFill/>
          </a:ln>
        </p:spPr>
      </p:sp>
      <p:sp>
        <p:nvSpPr>
          <p:cNvPr id="253" name="Google Shape;253;p19">
            <a:extLst>
              <a:ext uri="{FF2B5EF4-FFF2-40B4-BE49-F238E27FC236}">
                <a16:creationId xmlns:a16="http://schemas.microsoft.com/office/drawing/2014/main" id="{7D6A92D2-4679-4313-8EEF-B23C34F8D3DC}"/>
              </a:ext>
            </a:extLst>
          </p:cNvPr>
          <p:cNvSpPr>
            <a:spLocks noGrp="1"/>
          </p:cNvSpPr>
          <p:nvPr>
            <p:ph type="body" idx="5"/>
          </p:nvPr>
        </p:nvSpPr>
        <p:spPr>
          <a:xfrm>
            <a:off x="3278123" y="2640330"/>
            <a:ext cx="2587752" cy="274320"/>
          </a:xfrm>
          <a:prstGeom prst="rect">
            <a:avLst/>
          </a:prstGeom>
          <a:noFill/>
          <a:ln>
            <a:noFill/>
          </a:ln>
        </p:spPr>
        <p:txBody>
          <a:bodyPr spcFirstLastPara="1" wrap="square" lIns="0" tIns="0" rIns="0" bIns="0" anchor="t">
            <a:noAutofit/>
          </a:bodyPr>
          <a:lstStyle>
            <a:lvl1pPr marL="457200" indent="-228600" algn="l">
              <a:lnSpc>
                <a:spcPct val="95000"/>
              </a:lnSpc>
              <a:spcBef>
                <a:spcPts val="0"/>
              </a:spcBef>
              <a:spcAft>
                <a:spcPts val="0"/>
              </a:spcAft>
              <a:buNone/>
              <a:defRPr sz="1350" b="1"/>
            </a:lvl1pPr>
            <a:lvl2pPr marL="914400" indent="-228600" algn="l">
              <a:lnSpc>
                <a:spcPct val="95000"/>
              </a:lnSpc>
              <a:spcBef>
                <a:spcPts val="0"/>
              </a:spcBef>
              <a:spcAft>
                <a:spcPts val="0"/>
              </a:spcAft>
              <a:buNone/>
              <a:defRPr sz="1350" b="1"/>
            </a:lvl2pPr>
            <a:lvl3pPr marL="1371600" indent="-228600" algn="l">
              <a:lnSpc>
                <a:spcPct val="95000"/>
              </a:lnSpc>
              <a:spcBef>
                <a:spcPts val="0"/>
              </a:spcBef>
              <a:spcAft>
                <a:spcPts val="0"/>
              </a:spcAft>
              <a:buNone/>
              <a:defRPr sz="1350" b="1"/>
            </a:lvl3pPr>
            <a:lvl4pPr marL="1828800" indent="-228600" algn="l">
              <a:lnSpc>
                <a:spcPct val="95000"/>
              </a:lnSpc>
              <a:spcBef>
                <a:spcPts val="0"/>
              </a:spcBef>
              <a:spcAft>
                <a:spcPts val="0"/>
              </a:spcAft>
              <a:buNone/>
              <a:defRPr sz="1350" b="1"/>
            </a:lvl4pPr>
            <a:lvl5pPr marL="2286000" indent="-228600" algn="l">
              <a:lnSpc>
                <a:spcPct val="95000"/>
              </a:lnSpc>
              <a:spcBef>
                <a:spcPts val="0"/>
              </a:spcBef>
              <a:spcAft>
                <a:spcPts val="0"/>
              </a:spcAft>
              <a:buNone/>
              <a:defRPr sz="1350" b="1"/>
            </a:lvl5pPr>
            <a:lvl6pPr marL="2743200" indent="-228600" algn="l">
              <a:lnSpc>
                <a:spcPct val="95000"/>
              </a:lnSpc>
              <a:spcBef>
                <a:spcPts val="0"/>
              </a:spcBef>
              <a:spcAft>
                <a:spcPts val="0"/>
              </a:spcAft>
              <a:buNone/>
              <a:defRPr sz="1350" b="1"/>
            </a:lvl6pPr>
            <a:lvl7pPr marL="3200400" indent="-228600" algn="l">
              <a:lnSpc>
                <a:spcPct val="95000"/>
              </a:lnSpc>
              <a:spcBef>
                <a:spcPts val="0"/>
              </a:spcBef>
              <a:spcAft>
                <a:spcPts val="0"/>
              </a:spcAft>
              <a:buNone/>
              <a:defRPr sz="1350" b="1"/>
            </a:lvl7pPr>
            <a:lvl8pPr marL="3657600" indent="-228600" algn="l">
              <a:lnSpc>
                <a:spcPct val="95000"/>
              </a:lnSpc>
              <a:spcBef>
                <a:spcPts val="0"/>
              </a:spcBef>
              <a:spcAft>
                <a:spcPts val="0"/>
              </a:spcAft>
              <a:buNone/>
              <a:defRPr sz="1350" b="1"/>
            </a:lvl8pPr>
            <a:lvl9pPr marL="4114800" indent="-228600" algn="l">
              <a:lnSpc>
                <a:spcPct val="95000"/>
              </a:lnSpc>
              <a:spcBef>
                <a:spcPts val="0"/>
              </a:spcBef>
              <a:spcAft>
                <a:spcPts val="0"/>
              </a:spcAft>
              <a:buNone/>
              <a:defRPr sz="1350" b="1"/>
            </a:lvl9pPr>
          </a:lstStyle>
          <a:p>
            <a:endParaRPr/>
          </a:p>
        </p:txBody>
      </p:sp>
      <p:sp>
        <p:nvSpPr>
          <p:cNvPr id="254" name="Google Shape;254;p19">
            <a:extLst>
              <a:ext uri="{FF2B5EF4-FFF2-40B4-BE49-F238E27FC236}">
                <a16:creationId xmlns:a16="http://schemas.microsoft.com/office/drawing/2014/main" id="{3E9FA44C-1A49-4526-91CF-2CF4F7E29609}"/>
              </a:ext>
            </a:extLst>
          </p:cNvPr>
          <p:cNvSpPr>
            <a:spLocks noGrp="1"/>
          </p:cNvSpPr>
          <p:nvPr>
            <p:ph type="body" idx="6"/>
          </p:nvPr>
        </p:nvSpPr>
        <p:spPr>
          <a:xfrm>
            <a:off x="3278123" y="2948940"/>
            <a:ext cx="2587752" cy="1680210"/>
          </a:xfrm>
          <a:prstGeom prst="rect">
            <a:avLst/>
          </a:prstGeom>
          <a:noFill/>
          <a:ln>
            <a:noFill/>
          </a:ln>
        </p:spPr>
        <p:txBody>
          <a:bodyPr spcFirstLastPara="1" wrap="square" lIns="0" tIns="0" rIns="0" bIns="0" anchor="t">
            <a:noAutofit/>
          </a:bodyPr>
          <a:lstStyle>
            <a:lvl1pPr marL="457200" indent="-300037" algn="l">
              <a:lnSpc>
                <a:spcPct val="95000"/>
              </a:lnSpc>
              <a:spcBef>
                <a:spcPts val="750"/>
              </a:spcBef>
              <a:spcAft>
                <a:spcPts val="0"/>
              </a:spcAft>
              <a:buChar char="▪"/>
              <a:defRPr sz="1125"/>
            </a:lvl1pPr>
            <a:lvl2pPr marL="914400" indent="-300037" algn="l">
              <a:lnSpc>
                <a:spcPct val="95000"/>
              </a:lnSpc>
              <a:spcBef>
                <a:spcPts val="375"/>
              </a:spcBef>
              <a:spcAft>
                <a:spcPts val="0"/>
              </a:spcAft>
              <a:buChar char="–"/>
              <a:defRPr sz="1125"/>
            </a:lvl2pPr>
            <a:lvl3pPr marL="1371600" indent="-300037" algn="l">
              <a:lnSpc>
                <a:spcPct val="95000"/>
              </a:lnSpc>
              <a:spcBef>
                <a:spcPts val="375"/>
              </a:spcBef>
              <a:spcAft>
                <a:spcPts val="0"/>
              </a:spcAft>
              <a:buChar char="–"/>
              <a:defRPr sz="1125"/>
            </a:lvl3pPr>
            <a:lvl4pPr marL="1828800" indent="-300037" algn="l">
              <a:lnSpc>
                <a:spcPct val="95000"/>
              </a:lnSpc>
              <a:spcBef>
                <a:spcPts val="375"/>
              </a:spcBef>
              <a:spcAft>
                <a:spcPts val="0"/>
              </a:spcAft>
              <a:buChar char="–"/>
              <a:defRPr sz="1125"/>
            </a:lvl4pPr>
            <a:lvl5pPr marL="2286000" indent="-300037" algn="l">
              <a:lnSpc>
                <a:spcPct val="95000"/>
              </a:lnSpc>
              <a:spcBef>
                <a:spcPts val="375"/>
              </a:spcBef>
              <a:spcAft>
                <a:spcPts val="0"/>
              </a:spcAft>
              <a:buChar char="–"/>
              <a:defRPr sz="1125"/>
            </a:lvl5pPr>
            <a:lvl6pPr marL="2743200" indent="-300037" algn="l">
              <a:lnSpc>
                <a:spcPct val="95000"/>
              </a:lnSpc>
              <a:spcBef>
                <a:spcPts val="375"/>
              </a:spcBef>
              <a:spcAft>
                <a:spcPts val="0"/>
              </a:spcAft>
              <a:buChar char="–"/>
              <a:defRPr sz="1125"/>
            </a:lvl6pPr>
            <a:lvl7pPr marL="3200400" indent="-300037" algn="l">
              <a:lnSpc>
                <a:spcPct val="95000"/>
              </a:lnSpc>
              <a:spcBef>
                <a:spcPts val="375"/>
              </a:spcBef>
              <a:spcAft>
                <a:spcPts val="0"/>
              </a:spcAft>
              <a:buChar char="–"/>
              <a:defRPr sz="1125"/>
            </a:lvl7pPr>
            <a:lvl8pPr marL="3657600" indent="-300037" algn="l">
              <a:lnSpc>
                <a:spcPct val="95000"/>
              </a:lnSpc>
              <a:spcBef>
                <a:spcPts val="375"/>
              </a:spcBef>
              <a:spcAft>
                <a:spcPts val="0"/>
              </a:spcAft>
              <a:buChar char="–"/>
              <a:defRPr sz="1125"/>
            </a:lvl8pPr>
            <a:lvl9pPr marL="4114800" indent="-300037" algn="l">
              <a:lnSpc>
                <a:spcPct val="95000"/>
              </a:lnSpc>
              <a:spcBef>
                <a:spcPts val="375"/>
              </a:spcBef>
              <a:spcAft>
                <a:spcPts val="0"/>
              </a:spcAft>
              <a:buChar char="–"/>
              <a:defRPr sz="1125"/>
            </a:lvl9pPr>
          </a:lstStyle>
          <a:p>
            <a:endParaRPr/>
          </a:p>
        </p:txBody>
      </p:sp>
      <p:sp>
        <p:nvSpPr>
          <p:cNvPr id="255" name="Google Shape;255;p19">
            <a:extLst>
              <a:ext uri="{FF2B5EF4-FFF2-40B4-BE49-F238E27FC236}">
                <a16:creationId xmlns:a16="http://schemas.microsoft.com/office/drawing/2014/main" id="{0A66173E-EFAB-4AF8-9BC1-0EC3E67BB24A}"/>
              </a:ext>
            </a:extLst>
          </p:cNvPr>
          <p:cNvSpPr>
            <a:spLocks noGrp="1"/>
          </p:cNvSpPr>
          <p:nvPr>
            <p:ph type="pic" idx="7"/>
          </p:nvPr>
        </p:nvSpPr>
        <p:spPr>
          <a:xfrm>
            <a:off x="6144767" y="1200150"/>
            <a:ext cx="2587752" cy="1268730"/>
          </a:xfrm>
          <a:prstGeom prst="rect">
            <a:avLst/>
          </a:prstGeom>
          <a:solidFill>
            <a:srgbClr val="D5D5D7"/>
          </a:solidFill>
          <a:ln>
            <a:noFill/>
          </a:ln>
        </p:spPr>
      </p:sp>
      <p:sp>
        <p:nvSpPr>
          <p:cNvPr id="256" name="Google Shape;256;p19">
            <a:extLst>
              <a:ext uri="{FF2B5EF4-FFF2-40B4-BE49-F238E27FC236}">
                <a16:creationId xmlns:a16="http://schemas.microsoft.com/office/drawing/2014/main" id="{D5B7A86F-9F8B-44C4-8E9C-305F3C90DF40}"/>
              </a:ext>
            </a:extLst>
          </p:cNvPr>
          <p:cNvSpPr>
            <a:spLocks noGrp="1"/>
          </p:cNvSpPr>
          <p:nvPr>
            <p:ph type="body" idx="8"/>
          </p:nvPr>
        </p:nvSpPr>
        <p:spPr>
          <a:xfrm>
            <a:off x="6144767" y="2640330"/>
            <a:ext cx="2587752" cy="274320"/>
          </a:xfrm>
          <a:prstGeom prst="rect">
            <a:avLst/>
          </a:prstGeom>
          <a:noFill/>
          <a:ln>
            <a:noFill/>
          </a:ln>
        </p:spPr>
        <p:txBody>
          <a:bodyPr spcFirstLastPara="1" wrap="square" lIns="0" tIns="0" rIns="0" bIns="0" anchor="t">
            <a:noAutofit/>
          </a:bodyPr>
          <a:lstStyle>
            <a:lvl1pPr marL="457200" indent="-228600" algn="l">
              <a:lnSpc>
                <a:spcPct val="95000"/>
              </a:lnSpc>
              <a:spcBef>
                <a:spcPts val="0"/>
              </a:spcBef>
              <a:spcAft>
                <a:spcPts val="0"/>
              </a:spcAft>
              <a:buNone/>
              <a:defRPr sz="1350" b="1"/>
            </a:lvl1pPr>
            <a:lvl2pPr marL="914400" indent="-228600" algn="l">
              <a:lnSpc>
                <a:spcPct val="95000"/>
              </a:lnSpc>
              <a:spcBef>
                <a:spcPts val="0"/>
              </a:spcBef>
              <a:spcAft>
                <a:spcPts val="0"/>
              </a:spcAft>
              <a:buNone/>
              <a:defRPr sz="1350" b="1"/>
            </a:lvl2pPr>
            <a:lvl3pPr marL="1371600" indent="-228600" algn="l">
              <a:lnSpc>
                <a:spcPct val="95000"/>
              </a:lnSpc>
              <a:spcBef>
                <a:spcPts val="0"/>
              </a:spcBef>
              <a:spcAft>
                <a:spcPts val="0"/>
              </a:spcAft>
              <a:buNone/>
              <a:defRPr sz="1350" b="1"/>
            </a:lvl3pPr>
            <a:lvl4pPr marL="1828800" indent="-228600" algn="l">
              <a:lnSpc>
                <a:spcPct val="95000"/>
              </a:lnSpc>
              <a:spcBef>
                <a:spcPts val="0"/>
              </a:spcBef>
              <a:spcAft>
                <a:spcPts val="0"/>
              </a:spcAft>
              <a:buNone/>
              <a:defRPr sz="1350" b="1"/>
            </a:lvl4pPr>
            <a:lvl5pPr marL="2286000" indent="-228600" algn="l">
              <a:lnSpc>
                <a:spcPct val="95000"/>
              </a:lnSpc>
              <a:spcBef>
                <a:spcPts val="0"/>
              </a:spcBef>
              <a:spcAft>
                <a:spcPts val="0"/>
              </a:spcAft>
              <a:buNone/>
              <a:defRPr sz="1350" b="1"/>
            </a:lvl5pPr>
            <a:lvl6pPr marL="2743200" indent="-228600" algn="l">
              <a:lnSpc>
                <a:spcPct val="95000"/>
              </a:lnSpc>
              <a:spcBef>
                <a:spcPts val="0"/>
              </a:spcBef>
              <a:spcAft>
                <a:spcPts val="0"/>
              </a:spcAft>
              <a:buNone/>
              <a:defRPr sz="1350" b="1"/>
            </a:lvl6pPr>
            <a:lvl7pPr marL="3200400" indent="-228600" algn="l">
              <a:lnSpc>
                <a:spcPct val="95000"/>
              </a:lnSpc>
              <a:spcBef>
                <a:spcPts val="0"/>
              </a:spcBef>
              <a:spcAft>
                <a:spcPts val="0"/>
              </a:spcAft>
              <a:buNone/>
              <a:defRPr sz="1350" b="1"/>
            </a:lvl7pPr>
            <a:lvl8pPr marL="3657600" indent="-228600" algn="l">
              <a:lnSpc>
                <a:spcPct val="95000"/>
              </a:lnSpc>
              <a:spcBef>
                <a:spcPts val="0"/>
              </a:spcBef>
              <a:spcAft>
                <a:spcPts val="0"/>
              </a:spcAft>
              <a:buNone/>
              <a:defRPr sz="1350" b="1"/>
            </a:lvl8pPr>
            <a:lvl9pPr marL="4114800" indent="-228600" algn="l">
              <a:lnSpc>
                <a:spcPct val="95000"/>
              </a:lnSpc>
              <a:spcBef>
                <a:spcPts val="0"/>
              </a:spcBef>
              <a:spcAft>
                <a:spcPts val="0"/>
              </a:spcAft>
              <a:buNone/>
              <a:defRPr sz="1350" b="1"/>
            </a:lvl9pPr>
          </a:lstStyle>
          <a:p>
            <a:endParaRPr/>
          </a:p>
        </p:txBody>
      </p:sp>
      <p:sp>
        <p:nvSpPr>
          <p:cNvPr id="257" name="Google Shape;257;p19">
            <a:extLst>
              <a:ext uri="{FF2B5EF4-FFF2-40B4-BE49-F238E27FC236}">
                <a16:creationId xmlns:a16="http://schemas.microsoft.com/office/drawing/2014/main" id="{4F79EF37-7254-4C95-87A7-7A5D70AB25C0}"/>
              </a:ext>
            </a:extLst>
          </p:cNvPr>
          <p:cNvSpPr>
            <a:spLocks noGrp="1"/>
          </p:cNvSpPr>
          <p:nvPr>
            <p:ph type="body" idx="9"/>
          </p:nvPr>
        </p:nvSpPr>
        <p:spPr>
          <a:xfrm>
            <a:off x="6144767" y="2948940"/>
            <a:ext cx="2587752" cy="1680210"/>
          </a:xfrm>
          <a:prstGeom prst="rect">
            <a:avLst/>
          </a:prstGeom>
          <a:noFill/>
          <a:ln>
            <a:noFill/>
          </a:ln>
        </p:spPr>
        <p:txBody>
          <a:bodyPr spcFirstLastPara="1" wrap="square" lIns="0" tIns="0" rIns="0" bIns="0" anchor="t">
            <a:noAutofit/>
          </a:bodyPr>
          <a:lstStyle>
            <a:lvl1pPr marL="457200" indent="-300037" algn="l">
              <a:lnSpc>
                <a:spcPct val="95000"/>
              </a:lnSpc>
              <a:spcBef>
                <a:spcPts val="750"/>
              </a:spcBef>
              <a:spcAft>
                <a:spcPts val="0"/>
              </a:spcAft>
              <a:buChar char="▪"/>
              <a:defRPr sz="1125"/>
            </a:lvl1pPr>
            <a:lvl2pPr marL="914400" indent="-300037" algn="l">
              <a:lnSpc>
                <a:spcPct val="95000"/>
              </a:lnSpc>
              <a:spcBef>
                <a:spcPts val="375"/>
              </a:spcBef>
              <a:spcAft>
                <a:spcPts val="0"/>
              </a:spcAft>
              <a:buChar char="–"/>
              <a:defRPr sz="1125"/>
            </a:lvl2pPr>
            <a:lvl3pPr marL="1371600" indent="-300037" algn="l">
              <a:lnSpc>
                <a:spcPct val="95000"/>
              </a:lnSpc>
              <a:spcBef>
                <a:spcPts val="375"/>
              </a:spcBef>
              <a:spcAft>
                <a:spcPts val="0"/>
              </a:spcAft>
              <a:buChar char="–"/>
              <a:defRPr sz="1125"/>
            </a:lvl3pPr>
            <a:lvl4pPr marL="1828800" indent="-300037" algn="l">
              <a:lnSpc>
                <a:spcPct val="95000"/>
              </a:lnSpc>
              <a:spcBef>
                <a:spcPts val="375"/>
              </a:spcBef>
              <a:spcAft>
                <a:spcPts val="0"/>
              </a:spcAft>
              <a:buChar char="–"/>
              <a:defRPr sz="1125"/>
            </a:lvl4pPr>
            <a:lvl5pPr marL="2286000" indent="-300037" algn="l">
              <a:lnSpc>
                <a:spcPct val="95000"/>
              </a:lnSpc>
              <a:spcBef>
                <a:spcPts val="375"/>
              </a:spcBef>
              <a:spcAft>
                <a:spcPts val="0"/>
              </a:spcAft>
              <a:buChar char="–"/>
              <a:defRPr sz="1125"/>
            </a:lvl5pPr>
            <a:lvl6pPr marL="2743200" indent="-300037" algn="l">
              <a:lnSpc>
                <a:spcPct val="95000"/>
              </a:lnSpc>
              <a:spcBef>
                <a:spcPts val="375"/>
              </a:spcBef>
              <a:spcAft>
                <a:spcPts val="0"/>
              </a:spcAft>
              <a:buChar char="–"/>
              <a:defRPr sz="1125"/>
            </a:lvl6pPr>
            <a:lvl7pPr marL="3200400" indent="-300037" algn="l">
              <a:lnSpc>
                <a:spcPct val="95000"/>
              </a:lnSpc>
              <a:spcBef>
                <a:spcPts val="375"/>
              </a:spcBef>
              <a:spcAft>
                <a:spcPts val="0"/>
              </a:spcAft>
              <a:buChar char="–"/>
              <a:defRPr sz="1125"/>
            </a:lvl7pPr>
            <a:lvl8pPr marL="3657600" indent="-300037" algn="l">
              <a:lnSpc>
                <a:spcPct val="95000"/>
              </a:lnSpc>
              <a:spcBef>
                <a:spcPts val="375"/>
              </a:spcBef>
              <a:spcAft>
                <a:spcPts val="0"/>
              </a:spcAft>
              <a:buChar char="–"/>
              <a:defRPr sz="1125"/>
            </a:lvl8pPr>
            <a:lvl9pPr marL="4114800" indent="-300037" algn="l">
              <a:lnSpc>
                <a:spcPct val="95000"/>
              </a:lnSpc>
              <a:spcBef>
                <a:spcPts val="375"/>
              </a:spcBef>
              <a:spcAft>
                <a:spcPts val="0"/>
              </a:spcAft>
              <a:buChar char="–"/>
              <a:defRPr sz="1125"/>
            </a:lvl9pPr>
          </a:lstStyle>
          <a:p>
            <a:endParaRPr/>
          </a:p>
        </p:txBody>
      </p:sp>
      <p:sp>
        <p:nvSpPr>
          <p:cNvPr id="258" name="Google Shape;258;p19">
            <a:extLst>
              <a:ext uri="{FF2B5EF4-FFF2-40B4-BE49-F238E27FC236}">
                <a16:creationId xmlns:a16="http://schemas.microsoft.com/office/drawing/2014/main" id="{9A80EE7D-97BE-4D33-B328-6DEC06ADDC69}"/>
              </a:ext>
            </a:extLst>
          </p:cNvPr>
          <p:cNvSpPr>
            <a:spLocks noGrp="1"/>
          </p:cNvSpPr>
          <p:nvPr>
            <p:ph type="dt" idx="10"/>
          </p:nvPr>
        </p:nvSpPr>
        <p:spPr>
          <a:xfrm>
            <a:off x="410766" y="4972050"/>
            <a:ext cx="617934" cy="171450"/>
          </a:xfrm>
          <a:prstGeom prst="rect">
            <a:avLst/>
          </a:prstGeom>
          <a:noFill/>
          <a:ln>
            <a:noFill/>
          </a:ln>
        </p:spPr>
        <p:txBody>
          <a:bodyPr spcFirstLastPara="1" wrap="square" lIns="0" tIns="45700" rIns="0" bIns="45700" anchor="b">
            <a:noAutofit/>
          </a:bodyPr>
          <a:lstStyle>
            <a:lvl1pPr algn="l">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a:endParaRPr/>
          </a:p>
        </p:txBody>
      </p:sp>
      <p:sp>
        <p:nvSpPr>
          <p:cNvPr id="259" name="Google Shape;259;p19">
            <a:extLst>
              <a:ext uri="{FF2B5EF4-FFF2-40B4-BE49-F238E27FC236}">
                <a16:creationId xmlns:a16="http://schemas.microsoft.com/office/drawing/2014/main" id="{C96E180C-0968-4E17-8C70-67CAC4BDCF93}"/>
              </a:ext>
            </a:extLst>
          </p:cNvPr>
          <p:cNvSpPr>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oAutofit/>
          </a:bodyPr>
          <a:lstStyle>
            <a:lvl1pPr marL="0" indent="0" algn="r">
              <a:spcBef>
                <a:spcPts val="0"/>
              </a:spcBef>
              <a:spcAft>
                <a:spcPts val="0"/>
              </a:spcAft>
              <a:buNone/>
              <a:defRPr/>
            </a:lvl1pPr>
            <a:lvl2pPr marL="0" indent="0" algn="r">
              <a:spcBef>
                <a:spcPts val="0"/>
              </a:spcBef>
              <a:spcAft>
                <a:spcPts val="0"/>
              </a:spcAft>
              <a:buNone/>
              <a:defRPr/>
            </a:lvl2pPr>
            <a:lvl3pPr marL="0" indent="0" algn="r">
              <a:spcBef>
                <a:spcPts val="0"/>
              </a:spcBef>
              <a:spcAft>
                <a:spcPts val="0"/>
              </a:spcAft>
              <a:buNone/>
              <a:defRPr/>
            </a:lvl3pPr>
            <a:lvl4pPr marL="0" indent="0" algn="r">
              <a:spcBef>
                <a:spcPts val="0"/>
              </a:spcBef>
              <a:spcAft>
                <a:spcPts val="0"/>
              </a:spcAft>
              <a:buNone/>
              <a:defRPr/>
            </a:lvl4pPr>
            <a:lvl5pPr marL="0" indent="0" algn="r">
              <a:spcBef>
                <a:spcPts val="0"/>
              </a:spcBef>
              <a:spcAft>
                <a:spcPts val="0"/>
              </a:spcAft>
              <a:buNone/>
              <a:defRPr/>
            </a:lvl5pPr>
            <a:lvl6pPr marL="0" indent="0" algn="r">
              <a:spcBef>
                <a:spcPts val="0"/>
              </a:spcBef>
              <a:spcAft>
                <a:spcPts val="0"/>
              </a:spcAft>
              <a:buNone/>
              <a:defRPr/>
            </a:lvl6pPr>
            <a:lvl7pPr marL="0" indent="0" algn="r">
              <a:spcBef>
                <a:spcPts val="0"/>
              </a:spcBef>
              <a:spcAft>
                <a:spcPts val="0"/>
              </a:spcAft>
              <a:buNone/>
              <a:defRPr/>
            </a:lvl7pPr>
            <a:lvl8pPr marL="0" indent="0" algn="r">
              <a:spcBef>
                <a:spcPts val="0"/>
              </a:spcBef>
              <a:spcAft>
                <a:spcPts val="0"/>
              </a:spcAft>
              <a:buNone/>
              <a:defRPr/>
            </a:lvl8pPr>
            <a:lvl9pPr marL="0" indent="0" algn="r">
              <a:spcBef>
                <a:spcPts val="0"/>
              </a:spcBef>
              <a:spcAft>
                <a:spcPts val="0"/>
              </a:spcAft>
              <a:buNone/>
              <a:defRPr/>
            </a:lvl9pPr>
          </a:lstStyle>
          <a:p>
            <a:pPr mar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ontent and 4 Images">
  <p:cSld name="Content and 4 Images">
    <p:spTree>
      <p:nvGrpSpPr>
        <p:cNvPr id="1" name=""/>
        <p:cNvGrpSpPr/>
        <p:nvPr/>
      </p:nvGrpSpPr>
      <p:grpSpPr>
        <a:xfrm>
          <a:off x="0" y="0"/>
          <a:ext cx="0" cy="0"/>
          <a:chOff x="0" y="0"/>
          <a:chExt cx="0" cy="0"/>
        </a:xfrm>
      </p:grpSpPr>
      <p:sp>
        <p:nvSpPr>
          <p:cNvPr id="261" name="Google Shape;261;p20">
            <a:extLst>
              <a:ext uri="{FF2B5EF4-FFF2-40B4-BE49-F238E27FC236}">
                <a16:creationId xmlns:a16="http://schemas.microsoft.com/office/drawing/2014/main" id="{6B771984-87CB-499B-A7A1-984D469F177D}"/>
              </a:ext>
            </a:extLst>
          </p:cNvPr>
          <p:cNvSpPr>
            <a:spLocks noGrp="1"/>
          </p:cNvSpPr>
          <p:nvPr>
            <p:ph type="title"/>
          </p:nvPr>
        </p:nvSpPr>
        <p:spPr>
          <a:xfrm>
            <a:off x="411480" y="308611"/>
            <a:ext cx="6173470" cy="685800"/>
          </a:xfrm>
          <a:prstGeom prst="rect">
            <a:avLst/>
          </a:prstGeom>
          <a:noFill/>
          <a:ln>
            <a:noFill/>
          </a:ln>
        </p:spPr>
        <p:txBody>
          <a:bodyPr spcFirstLastPara="1" wrap="square" lIns="0" tIns="0" rIns="0" bIns="0" anchor="t">
            <a:noAutofit/>
          </a:bodyPr>
          <a:lstStyle>
            <a:lvl1pPr algn="l">
              <a:lnSpc>
                <a:spcPct val="90000"/>
              </a:lnSpc>
              <a:spcBef>
                <a:spcPts val="0"/>
              </a:spcBef>
              <a:spcAft>
                <a:spcPts val="0"/>
              </a:spcAft>
              <a:buNone/>
              <a:defRPr/>
            </a:lvl1pPr>
            <a:lvl2pPr>
              <a:spcBef>
                <a:spcPts val="0"/>
              </a:spcBef>
              <a:spcAft>
                <a:spcPts val="0"/>
              </a:spcAft>
              <a:buNone/>
              <a:defRPr/>
            </a:lvl2pPr>
            <a:lvl3pPr>
              <a:spcBef>
                <a:spcPts val="0"/>
              </a:spcBef>
              <a:spcAft>
                <a:spcPts val="0"/>
              </a:spcAft>
              <a:buNone/>
              <a:defRPr/>
            </a:lvl3pPr>
            <a:lvl4pPr>
              <a:spcBef>
                <a:spcPts val="0"/>
              </a:spcBef>
              <a:spcAft>
                <a:spcPts val="0"/>
              </a:spcAft>
              <a:buNone/>
              <a:defRPr/>
            </a:lvl4pPr>
            <a:lvl5pPr>
              <a:spcBef>
                <a:spcPts val="0"/>
              </a:spcBef>
              <a:spcAft>
                <a:spcPts val="0"/>
              </a:spcAft>
              <a:buNone/>
              <a:defRPr/>
            </a:lvl5pPr>
            <a:lvl6pPr>
              <a:spcBef>
                <a:spcPts val="0"/>
              </a:spcBef>
              <a:spcAft>
                <a:spcPts val="0"/>
              </a:spcAft>
              <a:buNone/>
              <a:defRPr/>
            </a:lvl6pPr>
            <a:lvl7pPr>
              <a:spcBef>
                <a:spcPts val="0"/>
              </a:spcBef>
              <a:spcAft>
                <a:spcPts val="0"/>
              </a:spcAft>
              <a:buNone/>
              <a:defRPr/>
            </a:lvl7pPr>
            <a:lvl8pPr>
              <a:spcBef>
                <a:spcPts val="0"/>
              </a:spcBef>
              <a:spcAft>
                <a:spcPts val="0"/>
              </a:spcAft>
              <a:buNone/>
              <a:defRPr/>
            </a:lvl8pPr>
            <a:lvl9pPr>
              <a:spcBef>
                <a:spcPts val="0"/>
              </a:spcBef>
              <a:spcAft>
                <a:spcPts val="0"/>
              </a:spcAft>
              <a:buNone/>
              <a:defRPr/>
            </a:lvl9pPr>
          </a:lstStyle>
          <a:p>
            <a:endParaRPr/>
          </a:p>
        </p:txBody>
      </p:sp>
      <p:sp>
        <p:nvSpPr>
          <p:cNvPr id="262" name="Google Shape;262;p20">
            <a:extLst>
              <a:ext uri="{FF2B5EF4-FFF2-40B4-BE49-F238E27FC236}">
                <a16:creationId xmlns:a16="http://schemas.microsoft.com/office/drawing/2014/main" id="{C3F2CE18-EB9D-45A4-B2E1-82C89794DA5C}"/>
              </a:ext>
            </a:extLst>
          </p:cNvPr>
          <p:cNvSpPr>
            <a:spLocks noGrp="1"/>
          </p:cNvSpPr>
          <p:nvPr>
            <p:ph type="pic" idx="2"/>
          </p:nvPr>
        </p:nvSpPr>
        <p:spPr>
          <a:xfrm>
            <a:off x="411481" y="1200150"/>
            <a:ext cx="1874519" cy="925830"/>
          </a:xfrm>
          <a:prstGeom prst="rect">
            <a:avLst/>
          </a:prstGeom>
          <a:solidFill>
            <a:srgbClr val="D5D5D7"/>
          </a:solidFill>
          <a:ln>
            <a:noFill/>
          </a:ln>
        </p:spPr>
      </p:sp>
      <p:sp>
        <p:nvSpPr>
          <p:cNvPr id="263" name="Google Shape;263;p20">
            <a:extLst>
              <a:ext uri="{FF2B5EF4-FFF2-40B4-BE49-F238E27FC236}">
                <a16:creationId xmlns:a16="http://schemas.microsoft.com/office/drawing/2014/main" id="{0F451C63-F51F-453B-87CB-3518369AE896}"/>
              </a:ext>
            </a:extLst>
          </p:cNvPr>
          <p:cNvSpPr>
            <a:spLocks noGrp="1"/>
          </p:cNvSpPr>
          <p:nvPr>
            <p:ph type="body" idx="1"/>
          </p:nvPr>
        </p:nvSpPr>
        <p:spPr>
          <a:xfrm>
            <a:off x="411480" y="2297430"/>
            <a:ext cx="1874519" cy="274320"/>
          </a:xfrm>
          <a:prstGeom prst="rect">
            <a:avLst/>
          </a:prstGeom>
          <a:noFill/>
          <a:ln>
            <a:noFill/>
          </a:ln>
        </p:spPr>
        <p:txBody>
          <a:bodyPr spcFirstLastPara="1" wrap="square" lIns="0" tIns="0" rIns="0" bIns="0" anchor="t">
            <a:noAutofit/>
          </a:bodyPr>
          <a:lstStyle>
            <a:lvl1pPr marL="457200" indent="-228600" algn="l">
              <a:lnSpc>
                <a:spcPct val="95000"/>
              </a:lnSpc>
              <a:spcBef>
                <a:spcPts val="0"/>
              </a:spcBef>
              <a:spcAft>
                <a:spcPts val="0"/>
              </a:spcAft>
              <a:buNone/>
              <a:defRPr sz="1200" b="1"/>
            </a:lvl1pPr>
            <a:lvl2pPr marL="914400" indent="-228600" algn="l">
              <a:lnSpc>
                <a:spcPct val="95000"/>
              </a:lnSpc>
              <a:spcBef>
                <a:spcPts val="0"/>
              </a:spcBef>
              <a:spcAft>
                <a:spcPts val="0"/>
              </a:spcAft>
              <a:buNone/>
              <a:defRPr sz="1200" b="1"/>
            </a:lvl2pPr>
            <a:lvl3pPr marL="1371600" indent="-228600" algn="l">
              <a:lnSpc>
                <a:spcPct val="95000"/>
              </a:lnSpc>
              <a:spcBef>
                <a:spcPts val="0"/>
              </a:spcBef>
              <a:spcAft>
                <a:spcPts val="0"/>
              </a:spcAft>
              <a:buNone/>
              <a:defRPr sz="1200" b="1"/>
            </a:lvl3pPr>
            <a:lvl4pPr marL="1828800" indent="-228600" algn="l">
              <a:lnSpc>
                <a:spcPct val="95000"/>
              </a:lnSpc>
              <a:spcBef>
                <a:spcPts val="0"/>
              </a:spcBef>
              <a:spcAft>
                <a:spcPts val="0"/>
              </a:spcAft>
              <a:buNone/>
              <a:defRPr sz="1200" b="1"/>
            </a:lvl4pPr>
            <a:lvl5pPr marL="2286000" indent="-228600" algn="l">
              <a:lnSpc>
                <a:spcPct val="95000"/>
              </a:lnSpc>
              <a:spcBef>
                <a:spcPts val="0"/>
              </a:spcBef>
              <a:spcAft>
                <a:spcPts val="0"/>
              </a:spcAft>
              <a:buNone/>
              <a:defRPr sz="1200" b="1"/>
            </a:lvl5pPr>
            <a:lvl6pPr marL="2743200" indent="-228600" algn="l">
              <a:lnSpc>
                <a:spcPct val="95000"/>
              </a:lnSpc>
              <a:spcBef>
                <a:spcPts val="0"/>
              </a:spcBef>
              <a:spcAft>
                <a:spcPts val="0"/>
              </a:spcAft>
              <a:buNone/>
              <a:defRPr sz="1200" b="1"/>
            </a:lvl6pPr>
            <a:lvl7pPr marL="3200400" indent="-228600" algn="l">
              <a:lnSpc>
                <a:spcPct val="95000"/>
              </a:lnSpc>
              <a:spcBef>
                <a:spcPts val="0"/>
              </a:spcBef>
              <a:spcAft>
                <a:spcPts val="0"/>
              </a:spcAft>
              <a:buNone/>
              <a:defRPr sz="1200" b="1"/>
            </a:lvl7pPr>
            <a:lvl8pPr marL="3657600" indent="-228600" algn="l">
              <a:lnSpc>
                <a:spcPct val="95000"/>
              </a:lnSpc>
              <a:spcBef>
                <a:spcPts val="0"/>
              </a:spcBef>
              <a:spcAft>
                <a:spcPts val="0"/>
              </a:spcAft>
              <a:buNone/>
              <a:defRPr sz="1200" b="1"/>
            </a:lvl8pPr>
            <a:lvl9pPr marL="4114800" indent="-228600" algn="l">
              <a:lnSpc>
                <a:spcPct val="95000"/>
              </a:lnSpc>
              <a:spcBef>
                <a:spcPts val="0"/>
              </a:spcBef>
              <a:spcAft>
                <a:spcPts val="0"/>
              </a:spcAft>
              <a:buNone/>
              <a:defRPr sz="1200" b="1"/>
            </a:lvl9pPr>
          </a:lstStyle>
          <a:p>
            <a:endParaRPr/>
          </a:p>
        </p:txBody>
      </p:sp>
      <p:sp>
        <p:nvSpPr>
          <p:cNvPr id="264" name="Google Shape;264;p20">
            <a:extLst>
              <a:ext uri="{FF2B5EF4-FFF2-40B4-BE49-F238E27FC236}">
                <a16:creationId xmlns:a16="http://schemas.microsoft.com/office/drawing/2014/main" id="{6EC7D34B-71DD-4A1A-B421-E6FEB670F9F2}"/>
              </a:ext>
            </a:extLst>
          </p:cNvPr>
          <p:cNvSpPr>
            <a:spLocks noGrp="1"/>
          </p:cNvSpPr>
          <p:nvPr>
            <p:ph type="body" idx="3"/>
          </p:nvPr>
        </p:nvSpPr>
        <p:spPr>
          <a:xfrm>
            <a:off x="411481" y="2606040"/>
            <a:ext cx="1874519" cy="2023110"/>
          </a:xfrm>
          <a:prstGeom prst="rect">
            <a:avLst/>
          </a:prstGeom>
          <a:noFill/>
          <a:ln>
            <a:noFill/>
          </a:ln>
        </p:spPr>
        <p:txBody>
          <a:bodyPr spcFirstLastPara="1" wrap="square" lIns="0" tIns="0" rIns="0" bIns="0" anchor="t">
            <a:noAutofit/>
          </a:bodyPr>
          <a:lstStyle>
            <a:lvl1pPr marL="457200" indent="-290512" algn="l">
              <a:lnSpc>
                <a:spcPct val="95000"/>
              </a:lnSpc>
              <a:spcBef>
                <a:spcPts val="750"/>
              </a:spcBef>
              <a:spcAft>
                <a:spcPts val="0"/>
              </a:spcAft>
              <a:buChar char="▪"/>
              <a:defRPr sz="975"/>
            </a:lvl1pPr>
            <a:lvl2pPr marL="914400" indent="-290512" algn="l">
              <a:lnSpc>
                <a:spcPct val="95000"/>
              </a:lnSpc>
              <a:spcBef>
                <a:spcPts val="375"/>
              </a:spcBef>
              <a:spcAft>
                <a:spcPts val="0"/>
              </a:spcAft>
              <a:buChar char="–"/>
              <a:defRPr sz="975"/>
            </a:lvl2pPr>
            <a:lvl3pPr marL="1371600" indent="-290512" algn="l">
              <a:lnSpc>
                <a:spcPct val="95000"/>
              </a:lnSpc>
              <a:spcBef>
                <a:spcPts val="375"/>
              </a:spcBef>
              <a:spcAft>
                <a:spcPts val="0"/>
              </a:spcAft>
              <a:buChar char="–"/>
              <a:defRPr sz="975"/>
            </a:lvl3pPr>
            <a:lvl4pPr marL="1828800" indent="-290512" algn="l">
              <a:lnSpc>
                <a:spcPct val="95000"/>
              </a:lnSpc>
              <a:spcBef>
                <a:spcPts val="375"/>
              </a:spcBef>
              <a:spcAft>
                <a:spcPts val="0"/>
              </a:spcAft>
              <a:buChar char="–"/>
              <a:defRPr sz="975"/>
            </a:lvl4pPr>
            <a:lvl5pPr marL="2286000" indent="-290512" algn="l">
              <a:lnSpc>
                <a:spcPct val="95000"/>
              </a:lnSpc>
              <a:spcBef>
                <a:spcPts val="375"/>
              </a:spcBef>
              <a:spcAft>
                <a:spcPts val="0"/>
              </a:spcAft>
              <a:buChar char="–"/>
              <a:defRPr sz="975"/>
            </a:lvl5pPr>
            <a:lvl6pPr marL="2743200" indent="-290512" algn="l">
              <a:lnSpc>
                <a:spcPct val="95000"/>
              </a:lnSpc>
              <a:spcBef>
                <a:spcPts val="375"/>
              </a:spcBef>
              <a:spcAft>
                <a:spcPts val="0"/>
              </a:spcAft>
              <a:buChar char="–"/>
              <a:defRPr sz="975"/>
            </a:lvl6pPr>
            <a:lvl7pPr marL="3200400" indent="-290512" algn="l">
              <a:lnSpc>
                <a:spcPct val="95000"/>
              </a:lnSpc>
              <a:spcBef>
                <a:spcPts val="375"/>
              </a:spcBef>
              <a:spcAft>
                <a:spcPts val="0"/>
              </a:spcAft>
              <a:buChar char="–"/>
              <a:defRPr sz="975"/>
            </a:lvl7pPr>
            <a:lvl8pPr marL="3657600" indent="-290512" algn="l">
              <a:lnSpc>
                <a:spcPct val="95000"/>
              </a:lnSpc>
              <a:spcBef>
                <a:spcPts val="375"/>
              </a:spcBef>
              <a:spcAft>
                <a:spcPts val="0"/>
              </a:spcAft>
              <a:buChar char="–"/>
              <a:defRPr sz="975"/>
            </a:lvl8pPr>
            <a:lvl9pPr marL="4114800" indent="-290512" algn="l">
              <a:lnSpc>
                <a:spcPct val="95000"/>
              </a:lnSpc>
              <a:spcBef>
                <a:spcPts val="375"/>
              </a:spcBef>
              <a:spcAft>
                <a:spcPts val="0"/>
              </a:spcAft>
              <a:buChar char="–"/>
              <a:defRPr sz="975"/>
            </a:lvl9pPr>
          </a:lstStyle>
          <a:p>
            <a:endParaRPr/>
          </a:p>
        </p:txBody>
      </p:sp>
      <p:sp>
        <p:nvSpPr>
          <p:cNvPr id="265" name="Google Shape;265;p20">
            <a:extLst>
              <a:ext uri="{FF2B5EF4-FFF2-40B4-BE49-F238E27FC236}">
                <a16:creationId xmlns:a16="http://schemas.microsoft.com/office/drawing/2014/main" id="{42624C9A-9928-43FF-B24F-18B185DE33A8}"/>
              </a:ext>
            </a:extLst>
          </p:cNvPr>
          <p:cNvSpPr>
            <a:spLocks noGrp="1"/>
          </p:cNvSpPr>
          <p:nvPr>
            <p:ph type="pic" idx="4"/>
          </p:nvPr>
        </p:nvSpPr>
        <p:spPr>
          <a:xfrm>
            <a:off x="2571604" y="1200150"/>
            <a:ext cx="1874519" cy="925830"/>
          </a:xfrm>
          <a:prstGeom prst="rect">
            <a:avLst/>
          </a:prstGeom>
          <a:solidFill>
            <a:srgbClr val="D5D5D7"/>
          </a:solidFill>
          <a:ln>
            <a:noFill/>
          </a:ln>
        </p:spPr>
      </p:sp>
      <p:sp>
        <p:nvSpPr>
          <p:cNvPr id="266" name="Google Shape;266;p20">
            <a:extLst>
              <a:ext uri="{FF2B5EF4-FFF2-40B4-BE49-F238E27FC236}">
                <a16:creationId xmlns:a16="http://schemas.microsoft.com/office/drawing/2014/main" id="{FC85370F-4979-4A45-80C8-769F46215E46}"/>
              </a:ext>
            </a:extLst>
          </p:cNvPr>
          <p:cNvSpPr>
            <a:spLocks noGrp="1"/>
          </p:cNvSpPr>
          <p:nvPr>
            <p:ph type="body" idx="5"/>
          </p:nvPr>
        </p:nvSpPr>
        <p:spPr>
          <a:xfrm>
            <a:off x="2571604" y="2297430"/>
            <a:ext cx="1874519" cy="274320"/>
          </a:xfrm>
          <a:prstGeom prst="rect">
            <a:avLst/>
          </a:prstGeom>
          <a:noFill/>
          <a:ln>
            <a:noFill/>
          </a:ln>
        </p:spPr>
        <p:txBody>
          <a:bodyPr spcFirstLastPara="1" wrap="square" lIns="0" tIns="0" rIns="0" bIns="0" anchor="t">
            <a:noAutofit/>
          </a:bodyPr>
          <a:lstStyle>
            <a:lvl1pPr marL="457200" indent="-228600" algn="l">
              <a:lnSpc>
                <a:spcPct val="95000"/>
              </a:lnSpc>
              <a:spcBef>
                <a:spcPts val="0"/>
              </a:spcBef>
              <a:spcAft>
                <a:spcPts val="0"/>
              </a:spcAft>
              <a:buNone/>
              <a:defRPr sz="1200" b="1"/>
            </a:lvl1pPr>
            <a:lvl2pPr marL="914400" indent="-228600" algn="l">
              <a:lnSpc>
                <a:spcPct val="95000"/>
              </a:lnSpc>
              <a:spcBef>
                <a:spcPts val="0"/>
              </a:spcBef>
              <a:spcAft>
                <a:spcPts val="0"/>
              </a:spcAft>
              <a:buNone/>
              <a:defRPr sz="1200" b="1"/>
            </a:lvl2pPr>
            <a:lvl3pPr marL="1371600" indent="-228600" algn="l">
              <a:lnSpc>
                <a:spcPct val="95000"/>
              </a:lnSpc>
              <a:spcBef>
                <a:spcPts val="0"/>
              </a:spcBef>
              <a:spcAft>
                <a:spcPts val="0"/>
              </a:spcAft>
              <a:buNone/>
              <a:defRPr sz="1200" b="1"/>
            </a:lvl3pPr>
            <a:lvl4pPr marL="1828800" indent="-228600" algn="l">
              <a:lnSpc>
                <a:spcPct val="95000"/>
              </a:lnSpc>
              <a:spcBef>
                <a:spcPts val="0"/>
              </a:spcBef>
              <a:spcAft>
                <a:spcPts val="0"/>
              </a:spcAft>
              <a:buNone/>
              <a:defRPr sz="1200" b="1"/>
            </a:lvl4pPr>
            <a:lvl5pPr marL="2286000" indent="-228600" algn="l">
              <a:lnSpc>
                <a:spcPct val="95000"/>
              </a:lnSpc>
              <a:spcBef>
                <a:spcPts val="0"/>
              </a:spcBef>
              <a:spcAft>
                <a:spcPts val="0"/>
              </a:spcAft>
              <a:buNone/>
              <a:defRPr sz="1200" b="1"/>
            </a:lvl5pPr>
            <a:lvl6pPr marL="2743200" indent="-228600" algn="l">
              <a:lnSpc>
                <a:spcPct val="95000"/>
              </a:lnSpc>
              <a:spcBef>
                <a:spcPts val="0"/>
              </a:spcBef>
              <a:spcAft>
                <a:spcPts val="0"/>
              </a:spcAft>
              <a:buNone/>
              <a:defRPr sz="1200" b="1"/>
            </a:lvl6pPr>
            <a:lvl7pPr marL="3200400" indent="-228600" algn="l">
              <a:lnSpc>
                <a:spcPct val="95000"/>
              </a:lnSpc>
              <a:spcBef>
                <a:spcPts val="0"/>
              </a:spcBef>
              <a:spcAft>
                <a:spcPts val="0"/>
              </a:spcAft>
              <a:buNone/>
              <a:defRPr sz="1200" b="1"/>
            </a:lvl7pPr>
            <a:lvl8pPr marL="3657600" indent="-228600" algn="l">
              <a:lnSpc>
                <a:spcPct val="95000"/>
              </a:lnSpc>
              <a:spcBef>
                <a:spcPts val="0"/>
              </a:spcBef>
              <a:spcAft>
                <a:spcPts val="0"/>
              </a:spcAft>
              <a:buNone/>
              <a:defRPr sz="1200" b="1"/>
            </a:lvl8pPr>
            <a:lvl9pPr marL="4114800" indent="-228600" algn="l">
              <a:lnSpc>
                <a:spcPct val="95000"/>
              </a:lnSpc>
              <a:spcBef>
                <a:spcPts val="0"/>
              </a:spcBef>
              <a:spcAft>
                <a:spcPts val="0"/>
              </a:spcAft>
              <a:buNone/>
              <a:defRPr sz="1200" b="1"/>
            </a:lvl9pPr>
          </a:lstStyle>
          <a:p>
            <a:endParaRPr/>
          </a:p>
        </p:txBody>
      </p:sp>
      <p:sp>
        <p:nvSpPr>
          <p:cNvPr id="267" name="Google Shape;267;p20">
            <a:extLst>
              <a:ext uri="{FF2B5EF4-FFF2-40B4-BE49-F238E27FC236}">
                <a16:creationId xmlns:a16="http://schemas.microsoft.com/office/drawing/2014/main" id="{E79C5BAA-E0D3-4D7B-90AD-7287B42E02CB}"/>
              </a:ext>
            </a:extLst>
          </p:cNvPr>
          <p:cNvSpPr>
            <a:spLocks noGrp="1"/>
          </p:cNvSpPr>
          <p:nvPr>
            <p:ph type="body" idx="6"/>
          </p:nvPr>
        </p:nvSpPr>
        <p:spPr>
          <a:xfrm>
            <a:off x="2571604" y="2606040"/>
            <a:ext cx="1874519" cy="2023110"/>
          </a:xfrm>
          <a:prstGeom prst="rect">
            <a:avLst/>
          </a:prstGeom>
          <a:noFill/>
          <a:ln>
            <a:noFill/>
          </a:ln>
        </p:spPr>
        <p:txBody>
          <a:bodyPr spcFirstLastPara="1" wrap="square" lIns="0" tIns="0" rIns="0" bIns="0" anchor="t">
            <a:noAutofit/>
          </a:bodyPr>
          <a:lstStyle>
            <a:lvl1pPr marL="457200" indent="-290512" algn="l">
              <a:lnSpc>
                <a:spcPct val="95000"/>
              </a:lnSpc>
              <a:spcBef>
                <a:spcPts val="750"/>
              </a:spcBef>
              <a:spcAft>
                <a:spcPts val="0"/>
              </a:spcAft>
              <a:buChar char="▪"/>
              <a:defRPr sz="975"/>
            </a:lvl1pPr>
            <a:lvl2pPr marL="914400" indent="-290512" algn="l">
              <a:lnSpc>
                <a:spcPct val="95000"/>
              </a:lnSpc>
              <a:spcBef>
                <a:spcPts val="375"/>
              </a:spcBef>
              <a:spcAft>
                <a:spcPts val="0"/>
              </a:spcAft>
              <a:buChar char="–"/>
              <a:defRPr sz="975"/>
            </a:lvl2pPr>
            <a:lvl3pPr marL="1371600" indent="-290512" algn="l">
              <a:lnSpc>
                <a:spcPct val="95000"/>
              </a:lnSpc>
              <a:spcBef>
                <a:spcPts val="375"/>
              </a:spcBef>
              <a:spcAft>
                <a:spcPts val="0"/>
              </a:spcAft>
              <a:buChar char="–"/>
              <a:defRPr sz="975"/>
            </a:lvl3pPr>
            <a:lvl4pPr marL="1828800" indent="-290512" algn="l">
              <a:lnSpc>
                <a:spcPct val="95000"/>
              </a:lnSpc>
              <a:spcBef>
                <a:spcPts val="375"/>
              </a:spcBef>
              <a:spcAft>
                <a:spcPts val="0"/>
              </a:spcAft>
              <a:buChar char="–"/>
              <a:defRPr sz="975"/>
            </a:lvl4pPr>
            <a:lvl5pPr marL="2286000" indent="-290512" algn="l">
              <a:lnSpc>
                <a:spcPct val="95000"/>
              </a:lnSpc>
              <a:spcBef>
                <a:spcPts val="375"/>
              </a:spcBef>
              <a:spcAft>
                <a:spcPts val="0"/>
              </a:spcAft>
              <a:buChar char="–"/>
              <a:defRPr sz="975"/>
            </a:lvl5pPr>
            <a:lvl6pPr marL="2743200" indent="-290512" algn="l">
              <a:lnSpc>
                <a:spcPct val="95000"/>
              </a:lnSpc>
              <a:spcBef>
                <a:spcPts val="375"/>
              </a:spcBef>
              <a:spcAft>
                <a:spcPts val="0"/>
              </a:spcAft>
              <a:buChar char="–"/>
              <a:defRPr sz="975"/>
            </a:lvl6pPr>
            <a:lvl7pPr marL="3200400" indent="-290512" algn="l">
              <a:lnSpc>
                <a:spcPct val="95000"/>
              </a:lnSpc>
              <a:spcBef>
                <a:spcPts val="375"/>
              </a:spcBef>
              <a:spcAft>
                <a:spcPts val="0"/>
              </a:spcAft>
              <a:buChar char="–"/>
              <a:defRPr sz="975"/>
            </a:lvl7pPr>
            <a:lvl8pPr marL="3657600" indent="-290512" algn="l">
              <a:lnSpc>
                <a:spcPct val="95000"/>
              </a:lnSpc>
              <a:spcBef>
                <a:spcPts val="375"/>
              </a:spcBef>
              <a:spcAft>
                <a:spcPts val="0"/>
              </a:spcAft>
              <a:buChar char="–"/>
              <a:defRPr sz="975"/>
            </a:lvl8pPr>
            <a:lvl9pPr marL="4114800" indent="-290512" algn="l">
              <a:lnSpc>
                <a:spcPct val="95000"/>
              </a:lnSpc>
              <a:spcBef>
                <a:spcPts val="375"/>
              </a:spcBef>
              <a:spcAft>
                <a:spcPts val="0"/>
              </a:spcAft>
              <a:buChar char="–"/>
              <a:defRPr sz="975"/>
            </a:lvl9pPr>
          </a:lstStyle>
          <a:p>
            <a:endParaRPr/>
          </a:p>
        </p:txBody>
      </p:sp>
      <p:sp>
        <p:nvSpPr>
          <p:cNvPr id="268" name="Google Shape;268;p20">
            <a:extLst>
              <a:ext uri="{FF2B5EF4-FFF2-40B4-BE49-F238E27FC236}">
                <a16:creationId xmlns:a16="http://schemas.microsoft.com/office/drawing/2014/main" id="{10D4AF29-3F7E-4C17-A6F0-476C22141B30}"/>
              </a:ext>
            </a:extLst>
          </p:cNvPr>
          <p:cNvSpPr>
            <a:spLocks noGrp="1"/>
          </p:cNvSpPr>
          <p:nvPr>
            <p:ph type="pic" idx="7"/>
          </p:nvPr>
        </p:nvSpPr>
        <p:spPr>
          <a:xfrm>
            <a:off x="4697881" y="1200150"/>
            <a:ext cx="1874519" cy="925830"/>
          </a:xfrm>
          <a:prstGeom prst="rect">
            <a:avLst/>
          </a:prstGeom>
          <a:solidFill>
            <a:srgbClr val="D5D5D7"/>
          </a:solidFill>
          <a:ln>
            <a:noFill/>
          </a:ln>
        </p:spPr>
      </p:sp>
      <p:sp>
        <p:nvSpPr>
          <p:cNvPr id="269" name="Google Shape;269;p20">
            <a:extLst>
              <a:ext uri="{FF2B5EF4-FFF2-40B4-BE49-F238E27FC236}">
                <a16:creationId xmlns:a16="http://schemas.microsoft.com/office/drawing/2014/main" id="{BC4BD580-6E28-4337-8C58-9FD3577551FD}"/>
              </a:ext>
            </a:extLst>
          </p:cNvPr>
          <p:cNvSpPr>
            <a:spLocks noGrp="1"/>
          </p:cNvSpPr>
          <p:nvPr>
            <p:ph type="body" idx="8"/>
          </p:nvPr>
        </p:nvSpPr>
        <p:spPr>
          <a:xfrm>
            <a:off x="4697881" y="2297430"/>
            <a:ext cx="1874519" cy="274320"/>
          </a:xfrm>
          <a:prstGeom prst="rect">
            <a:avLst/>
          </a:prstGeom>
          <a:noFill/>
          <a:ln>
            <a:noFill/>
          </a:ln>
        </p:spPr>
        <p:txBody>
          <a:bodyPr spcFirstLastPara="1" wrap="square" lIns="0" tIns="0" rIns="0" bIns="0" anchor="t">
            <a:noAutofit/>
          </a:bodyPr>
          <a:lstStyle>
            <a:lvl1pPr marL="457200" indent="-228600" algn="l">
              <a:lnSpc>
                <a:spcPct val="95000"/>
              </a:lnSpc>
              <a:spcBef>
                <a:spcPts val="0"/>
              </a:spcBef>
              <a:spcAft>
                <a:spcPts val="0"/>
              </a:spcAft>
              <a:buNone/>
              <a:defRPr sz="1200" b="1"/>
            </a:lvl1pPr>
            <a:lvl2pPr marL="914400" indent="-228600" algn="l">
              <a:lnSpc>
                <a:spcPct val="95000"/>
              </a:lnSpc>
              <a:spcBef>
                <a:spcPts val="0"/>
              </a:spcBef>
              <a:spcAft>
                <a:spcPts val="0"/>
              </a:spcAft>
              <a:buNone/>
              <a:defRPr sz="1200" b="1"/>
            </a:lvl2pPr>
            <a:lvl3pPr marL="1371600" indent="-228600" algn="l">
              <a:lnSpc>
                <a:spcPct val="95000"/>
              </a:lnSpc>
              <a:spcBef>
                <a:spcPts val="0"/>
              </a:spcBef>
              <a:spcAft>
                <a:spcPts val="0"/>
              </a:spcAft>
              <a:buNone/>
              <a:defRPr sz="1200" b="1"/>
            </a:lvl3pPr>
            <a:lvl4pPr marL="1828800" indent="-228600" algn="l">
              <a:lnSpc>
                <a:spcPct val="95000"/>
              </a:lnSpc>
              <a:spcBef>
                <a:spcPts val="0"/>
              </a:spcBef>
              <a:spcAft>
                <a:spcPts val="0"/>
              </a:spcAft>
              <a:buNone/>
              <a:defRPr sz="1200" b="1"/>
            </a:lvl4pPr>
            <a:lvl5pPr marL="2286000" indent="-228600" algn="l">
              <a:lnSpc>
                <a:spcPct val="95000"/>
              </a:lnSpc>
              <a:spcBef>
                <a:spcPts val="0"/>
              </a:spcBef>
              <a:spcAft>
                <a:spcPts val="0"/>
              </a:spcAft>
              <a:buNone/>
              <a:defRPr sz="1200" b="1"/>
            </a:lvl5pPr>
            <a:lvl6pPr marL="2743200" indent="-228600" algn="l">
              <a:lnSpc>
                <a:spcPct val="95000"/>
              </a:lnSpc>
              <a:spcBef>
                <a:spcPts val="0"/>
              </a:spcBef>
              <a:spcAft>
                <a:spcPts val="0"/>
              </a:spcAft>
              <a:buNone/>
              <a:defRPr sz="1200" b="1"/>
            </a:lvl6pPr>
            <a:lvl7pPr marL="3200400" indent="-228600" algn="l">
              <a:lnSpc>
                <a:spcPct val="95000"/>
              </a:lnSpc>
              <a:spcBef>
                <a:spcPts val="0"/>
              </a:spcBef>
              <a:spcAft>
                <a:spcPts val="0"/>
              </a:spcAft>
              <a:buNone/>
              <a:defRPr sz="1200" b="1"/>
            </a:lvl7pPr>
            <a:lvl8pPr marL="3657600" indent="-228600" algn="l">
              <a:lnSpc>
                <a:spcPct val="95000"/>
              </a:lnSpc>
              <a:spcBef>
                <a:spcPts val="0"/>
              </a:spcBef>
              <a:spcAft>
                <a:spcPts val="0"/>
              </a:spcAft>
              <a:buNone/>
              <a:defRPr sz="1200" b="1"/>
            </a:lvl8pPr>
            <a:lvl9pPr marL="4114800" indent="-228600" algn="l">
              <a:lnSpc>
                <a:spcPct val="95000"/>
              </a:lnSpc>
              <a:spcBef>
                <a:spcPts val="0"/>
              </a:spcBef>
              <a:spcAft>
                <a:spcPts val="0"/>
              </a:spcAft>
              <a:buNone/>
              <a:defRPr sz="1200" b="1"/>
            </a:lvl9pPr>
          </a:lstStyle>
          <a:p>
            <a:endParaRPr/>
          </a:p>
        </p:txBody>
      </p:sp>
      <p:sp>
        <p:nvSpPr>
          <p:cNvPr id="270" name="Google Shape;270;p20">
            <a:extLst>
              <a:ext uri="{FF2B5EF4-FFF2-40B4-BE49-F238E27FC236}">
                <a16:creationId xmlns:a16="http://schemas.microsoft.com/office/drawing/2014/main" id="{4C92B08F-DED8-4F71-924B-B3DB9E043829}"/>
              </a:ext>
            </a:extLst>
          </p:cNvPr>
          <p:cNvSpPr>
            <a:spLocks noGrp="1"/>
          </p:cNvSpPr>
          <p:nvPr>
            <p:ph type="body" idx="9"/>
          </p:nvPr>
        </p:nvSpPr>
        <p:spPr>
          <a:xfrm>
            <a:off x="4697881" y="2606040"/>
            <a:ext cx="1874519" cy="2023110"/>
          </a:xfrm>
          <a:prstGeom prst="rect">
            <a:avLst/>
          </a:prstGeom>
          <a:noFill/>
          <a:ln>
            <a:noFill/>
          </a:ln>
        </p:spPr>
        <p:txBody>
          <a:bodyPr spcFirstLastPara="1" wrap="square" lIns="0" tIns="0" rIns="0" bIns="0" anchor="t">
            <a:noAutofit/>
          </a:bodyPr>
          <a:lstStyle>
            <a:lvl1pPr marL="457200" indent="-290512" algn="l">
              <a:lnSpc>
                <a:spcPct val="95000"/>
              </a:lnSpc>
              <a:spcBef>
                <a:spcPts val="750"/>
              </a:spcBef>
              <a:spcAft>
                <a:spcPts val="0"/>
              </a:spcAft>
              <a:buChar char="▪"/>
              <a:defRPr sz="975"/>
            </a:lvl1pPr>
            <a:lvl2pPr marL="914400" indent="-290512" algn="l">
              <a:lnSpc>
                <a:spcPct val="95000"/>
              </a:lnSpc>
              <a:spcBef>
                <a:spcPts val="375"/>
              </a:spcBef>
              <a:spcAft>
                <a:spcPts val="0"/>
              </a:spcAft>
              <a:buChar char="–"/>
              <a:defRPr sz="975"/>
            </a:lvl2pPr>
            <a:lvl3pPr marL="1371600" indent="-290512" algn="l">
              <a:lnSpc>
                <a:spcPct val="95000"/>
              </a:lnSpc>
              <a:spcBef>
                <a:spcPts val="375"/>
              </a:spcBef>
              <a:spcAft>
                <a:spcPts val="0"/>
              </a:spcAft>
              <a:buChar char="–"/>
              <a:defRPr sz="975"/>
            </a:lvl3pPr>
            <a:lvl4pPr marL="1828800" indent="-290512" algn="l">
              <a:lnSpc>
                <a:spcPct val="95000"/>
              </a:lnSpc>
              <a:spcBef>
                <a:spcPts val="375"/>
              </a:spcBef>
              <a:spcAft>
                <a:spcPts val="0"/>
              </a:spcAft>
              <a:buChar char="–"/>
              <a:defRPr sz="975"/>
            </a:lvl4pPr>
            <a:lvl5pPr marL="2286000" indent="-290512" algn="l">
              <a:lnSpc>
                <a:spcPct val="95000"/>
              </a:lnSpc>
              <a:spcBef>
                <a:spcPts val="375"/>
              </a:spcBef>
              <a:spcAft>
                <a:spcPts val="0"/>
              </a:spcAft>
              <a:buChar char="–"/>
              <a:defRPr sz="975"/>
            </a:lvl5pPr>
            <a:lvl6pPr marL="2743200" indent="-290512" algn="l">
              <a:lnSpc>
                <a:spcPct val="95000"/>
              </a:lnSpc>
              <a:spcBef>
                <a:spcPts val="375"/>
              </a:spcBef>
              <a:spcAft>
                <a:spcPts val="0"/>
              </a:spcAft>
              <a:buChar char="–"/>
              <a:defRPr sz="975"/>
            </a:lvl6pPr>
            <a:lvl7pPr marL="3200400" indent="-290512" algn="l">
              <a:lnSpc>
                <a:spcPct val="95000"/>
              </a:lnSpc>
              <a:spcBef>
                <a:spcPts val="375"/>
              </a:spcBef>
              <a:spcAft>
                <a:spcPts val="0"/>
              </a:spcAft>
              <a:buChar char="–"/>
              <a:defRPr sz="975"/>
            </a:lvl7pPr>
            <a:lvl8pPr marL="3657600" indent="-290512" algn="l">
              <a:lnSpc>
                <a:spcPct val="95000"/>
              </a:lnSpc>
              <a:spcBef>
                <a:spcPts val="375"/>
              </a:spcBef>
              <a:spcAft>
                <a:spcPts val="0"/>
              </a:spcAft>
              <a:buChar char="–"/>
              <a:defRPr sz="975"/>
            </a:lvl8pPr>
            <a:lvl9pPr marL="4114800" indent="-290512" algn="l">
              <a:lnSpc>
                <a:spcPct val="95000"/>
              </a:lnSpc>
              <a:spcBef>
                <a:spcPts val="375"/>
              </a:spcBef>
              <a:spcAft>
                <a:spcPts val="0"/>
              </a:spcAft>
              <a:buChar char="–"/>
              <a:defRPr sz="975"/>
            </a:lvl9pPr>
          </a:lstStyle>
          <a:p>
            <a:endParaRPr/>
          </a:p>
        </p:txBody>
      </p:sp>
      <p:sp>
        <p:nvSpPr>
          <p:cNvPr id="271" name="Google Shape;271;p20">
            <a:extLst>
              <a:ext uri="{FF2B5EF4-FFF2-40B4-BE49-F238E27FC236}">
                <a16:creationId xmlns:a16="http://schemas.microsoft.com/office/drawing/2014/main" id="{6F24B2D7-BACB-4BB6-8839-9C4243FD3C1D}"/>
              </a:ext>
            </a:extLst>
          </p:cNvPr>
          <p:cNvSpPr>
            <a:spLocks noGrp="1"/>
          </p:cNvSpPr>
          <p:nvPr>
            <p:ph type="pic" idx="13"/>
          </p:nvPr>
        </p:nvSpPr>
        <p:spPr>
          <a:xfrm>
            <a:off x="6858001" y="1200150"/>
            <a:ext cx="1874519" cy="925830"/>
          </a:xfrm>
          <a:prstGeom prst="rect">
            <a:avLst/>
          </a:prstGeom>
          <a:solidFill>
            <a:srgbClr val="D5D5D7"/>
          </a:solidFill>
          <a:ln>
            <a:noFill/>
          </a:ln>
        </p:spPr>
      </p:sp>
      <p:sp>
        <p:nvSpPr>
          <p:cNvPr id="272" name="Google Shape;272;p20">
            <a:extLst>
              <a:ext uri="{FF2B5EF4-FFF2-40B4-BE49-F238E27FC236}">
                <a16:creationId xmlns:a16="http://schemas.microsoft.com/office/drawing/2014/main" id="{21341D31-604C-4B29-BFED-03F34E562E62}"/>
              </a:ext>
            </a:extLst>
          </p:cNvPr>
          <p:cNvSpPr>
            <a:spLocks noGrp="1"/>
          </p:cNvSpPr>
          <p:nvPr>
            <p:ph type="body" idx="14"/>
          </p:nvPr>
        </p:nvSpPr>
        <p:spPr>
          <a:xfrm>
            <a:off x="6858001" y="2297430"/>
            <a:ext cx="1874519" cy="274320"/>
          </a:xfrm>
          <a:prstGeom prst="rect">
            <a:avLst/>
          </a:prstGeom>
          <a:noFill/>
          <a:ln>
            <a:noFill/>
          </a:ln>
        </p:spPr>
        <p:txBody>
          <a:bodyPr spcFirstLastPara="1" wrap="square" lIns="0" tIns="0" rIns="0" bIns="0" anchor="t">
            <a:noAutofit/>
          </a:bodyPr>
          <a:lstStyle>
            <a:lvl1pPr marL="457200" indent="-228600" algn="l">
              <a:lnSpc>
                <a:spcPct val="95000"/>
              </a:lnSpc>
              <a:spcBef>
                <a:spcPts val="0"/>
              </a:spcBef>
              <a:spcAft>
                <a:spcPts val="0"/>
              </a:spcAft>
              <a:buNone/>
              <a:defRPr sz="1200" b="1"/>
            </a:lvl1pPr>
            <a:lvl2pPr marL="914400" indent="-228600" algn="l">
              <a:lnSpc>
                <a:spcPct val="95000"/>
              </a:lnSpc>
              <a:spcBef>
                <a:spcPts val="0"/>
              </a:spcBef>
              <a:spcAft>
                <a:spcPts val="0"/>
              </a:spcAft>
              <a:buNone/>
              <a:defRPr sz="1200" b="1"/>
            </a:lvl2pPr>
            <a:lvl3pPr marL="1371600" indent="-228600" algn="l">
              <a:lnSpc>
                <a:spcPct val="95000"/>
              </a:lnSpc>
              <a:spcBef>
                <a:spcPts val="0"/>
              </a:spcBef>
              <a:spcAft>
                <a:spcPts val="0"/>
              </a:spcAft>
              <a:buNone/>
              <a:defRPr sz="1200" b="1"/>
            </a:lvl3pPr>
            <a:lvl4pPr marL="1828800" indent="-228600" algn="l">
              <a:lnSpc>
                <a:spcPct val="95000"/>
              </a:lnSpc>
              <a:spcBef>
                <a:spcPts val="0"/>
              </a:spcBef>
              <a:spcAft>
                <a:spcPts val="0"/>
              </a:spcAft>
              <a:buNone/>
              <a:defRPr sz="1200" b="1"/>
            </a:lvl4pPr>
            <a:lvl5pPr marL="2286000" indent="-228600" algn="l">
              <a:lnSpc>
                <a:spcPct val="95000"/>
              </a:lnSpc>
              <a:spcBef>
                <a:spcPts val="0"/>
              </a:spcBef>
              <a:spcAft>
                <a:spcPts val="0"/>
              </a:spcAft>
              <a:buNone/>
              <a:defRPr sz="1200" b="1"/>
            </a:lvl5pPr>
            <a:lvl6pPr marL="2743200" indent="-228600" algn="l">
              <a:lnSpc>
                <a:spcPct val="95000"/>
              </a:lnSpc>
              <a:spcBef>
                <a:spcPts val="0"/>
              </a:spcBef>
              <a:spcAft>
                <a:spcPts val="0"/>
              </a:spcAft>
              <a:buNone/>
              <a:defRPr sz="1200" b="1"/>
            </a:lvl6pPr>
            <a:lvl7pPr marL="3200400" indent="-228600" algn="l">
              <a:lnSpc>
                <a:spcPct val="95000"/>
              </a:lnSpc>
              <a:spcBef>
                <a:spcPts val="0"/>
              </a:spcBef>
              <a:spcAft>
                <a:spcPts val="0"/>
              </a:spcAft>
              <a:buNone/>
              <a:defRPr sz="1200" b="1"/>
            </a:lvl7pPr>
            <a:lvl8pPr marL="3657600" indent="-228600" algn="l">
              <a:lnSpc>
                <a:spcPct val="95000"/>
              </a:lnSpc>
              <a:spcBef>
                <a:spcPts val="0"/>
              </a:spcBef>
              <a:spcAft>
                <a:spcPts val="0"/>
              </a:spcAft>
              <a:buNone/>
              <a:defRPr sz="1200" b="1"/>
            </a:lvl8pPr>
            <a:lvl9pPr marL="4114800" indent="-228600" algn="l">
              <a:lnSpc>
                <a:spcPct val="95000"/>
              </a:lnSpc>
              <a:spcBef>
                <a:spcPts val="0"/>
              </a:spcBef>
              <a:spcAft>
                <a:spcPts val="0"/>
              </a:spcAft>
              <a:buNone/>
              <a:defRPr sz="1200" b="1"/>
            </a:lvl9pPr>
          </a:lstStyle>
          <a:p>
            <a:endParaRPr/>
          </a:p>
        </p:txBody>
      </p:sp>
      <p:sp>
        <p:nvSpPr>
          <p:cNvPr id="273" name="Google Shape;273;p20">
            <a:extLst>
              <a:ext uri="{FF2B5EF4-FFF2-40B4-BE49-F238E27FC236}">
                <a16:creationId xmlns:a16="http://schemas.microsoft.com/office/drawing/2014/main" id="{1835915B-DFB1-438D-9ABF-0C5CFAB27114}"/>
              </a:ext>
            </a:extLst>
          </p:cNvPr>
          <p:cNvSpPr>
            <a:spLocks noGrp="1"/>
          </p:cNvSpPr>
          <p:nvPr>
            <p:ph type="body" idx="15"/>
          </p:nvPr>
        </p:nvSpPr>
        <p:spPr>
          <a:xfrm>
            <a:off x="6858001" y="2606040"/>
            <a:ext cx="1874519" cy="2023110"/>
          </a:xfrm>
          <a:prstGeom prst="rect">
            <a:avLst/>
          </a:prstGeom>
          <a:noFill/>
          <a:ln>
            <a:noFill/>
          </a:ln>
        </p:spPr>
        <p:txBody>
          <a:bodyPr spcFirstLastPara="1" wrap="square" lIns="0" tIns="0" rIns="0" bIns="0" anchor="t">
            <a:noAutofit/>
          </a:bodyPr>
          <a:lstStyle>
            <a:lvl1pPr marL="457200" indent="-290512" algn="l">
              <a:lnSpc>
                <a:spcPct val="95000"/>
              </a:lnSpc>
              <a:spcBef>
                <a:spcPts val="750"/>
              </a:spcBef>
              <a:spcAft>
                <a:spcPts val="0"/>
              </a:spcAft>
              <a:buChar char="▪"/>
              <a:defRPr sz="975"/>
            </a:lvl1pPr>
            <a:lvl2pPr marL="914400" indent="-290512" algn="l">
              <a:lnSpc>
                <a:spcPct val="95000"/>
              </a:lnSpc>
              <a:spcBef>
                <a:spcPts val="375"/>
              </a:spcBef>
              <a:spcAft>
                <a:spcPts val="0"/>
              </a:spcAft>
              <a:buChar char="–"/>
              <a:defRPr sz="975"/>
            </a:lvl2pPr>
            <a:lvl3pPr marL="1371600" indent="-290512" algn="l">
              <a:lnSpc>
                <a:spcPct val="95000"/>
              </a:lnSpc>
              <a:spcBef>
                <a:spcPts val="375"/>
              </a:spcBef>
              <a:spcAft>
                <a:spcPts val="0"/>
              </a:spcAft>
              <a:buChar char="–"/>
              <a:defRPr sz="975"/>
            </a:lvl3pPr>
            <a:lvl4pPr marL="1828800" indent="-290512" algn="l">
              <a:lnSpc>
                <a:spcPct val="95000"/>
              </a:lnSpc>
              <a:spcBef>
                <a:spcPts val="375"/>
              </a:spcBef>
              <a:spcAft>
                <a:spcPts val="0"/>
              </a:spcAft>
              <a:buChar char="–"/>
              <a:defRPr sz="975"/>
            </a:lvl4pPr>
            <a:lvl5pPr marL="2286000" indent="-290512" algn="l">
              <a:lnSpc>
                <a:spcPct val="95000"/>
              </a:lnSpc>
              <a:spcBef>
                <a:spcPts val="375"/>
              </a:spcBef>
              <a:spcAft>
                <a:spcPts val="0"/>
              </a:spcAft>
              <a:buChar char="–"/>
              <a:defRPr sz="975"/>
            </a:lvl5pPr>
            <a:lvl6pPr marL="2743200" indent="-290512" algn="l">
              <a:lnSpc>
                <a:spcPct val="95000"/>
              </a:lnSpc>
              <a:spcBef>
                <a:spcPts val="375"/>
              </a:spcBef>
              <a:spcAft>
                <a:spcPts val="0"/>
              </a:spcAft>
              <a:buChar char="–"/>
              <a:defRPr sz="975"/>
            </a:lvl6pPr>
            <a:lvl7pPr marL="3200400" indent="-290512" algn="l">
              <a:lnSpc>
                <a:spcPct val="95000"/>
              </a:lnSpc>
              <a:spcBef>
                <a:spcPts val="375"/>
              </a:spcBef>
              <a:spcAft>
                <a:spcPts val="0"/>
              </a:spcAft>
              <a:buChar char="–"/>
              <a:defRPr sz="975"/>
            </a:lvl7pPr>
            <a:lvl8pPr marL="3657600" indent="-290512" algn="l">
              <a:lnSpc>
                <a:spcPct val="95000"/>
              </a:lnSpc>
              <a:spcBef>
                <a:spcPts val="375"/>
              </a:spcBef>
              <a:spcAft>
                <a:spcPts val="0"/>
              </a:spcAft>
              <a:buChar char="–"/>
              <a:defRPr sz="975"/>
            </a:lvl8pPr>
            <a:lvl9pPr marL="4114800" indent="-290512" algn="l">
              <a:lnSpc>
                <a:spcPct val="95000"/>
              </a:lnSpc>
              <a:spcBef>
                <a:spcPts val="375"/>
              </a:spcBef>
              <a:spcAft>
                <a:spcPts val="0"/>
              </a:spcAft>
              <a:buChar char="–"/>
              <a:defRPr sz="975"/>
            </a:lvl9pPr>
          </a:lstStyle>
          <a:p>
            <a:endParaRPr/>
          </a:p>
        </p:txBody>
      </p:sp>
      <p:sp>
        <p:nvSpPr>
          <p:cNvPr id="274" name="Google Shape;274;p20">
            <a:extLst>
              <a:ext uri="{FF2B5EF4-FFF2-40B4-BE49-F238E27FC236}">
                <a16:creationId xmlns:a16="http://schemas.microsoft.com/office/drawing/2014/main" id="{0068943F-9E05-4E86-9715-B565204C5437}"/>
              </a:ext>
            </a:extLst>
          </p:cNvPr>
          <p:cNvSpPr>
            <a:spLocks noGrp="1"/>
          </p:cNvSpPr>
          <p:nvPr>
            <p:ph type="dt" idx="10"/>
          </p:nvPr>
        </p:nvSpPr>
        <p:spPr>
          <a:xfrm>
            <a:off x="410766" y="4972050"/>
            <a:ext cx="617934" cy="171450"/>
          </a:xfrm>
          <a:prstGeom prst="rect">
            <a:avLst/>
          </a:prstGeom>
          <a:noFill/>
          <a:ln>
            <a:noFill/>
          </a:ln>
        </p:spPr>
        <p:txBody>
          <a:bodyPr spcFirstLastPara="1" wrap="square" lIns="0" tIns="45700" rIns="0" bIns="45700" anchor="b">
            <a:noAutofit/>
          </a:bodyPr>
          <a:lstStyle>
            <a:lvl1pPr algn="l">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a:endParaRPr/>
          </a:p>
        </p:txBody>
      </p:sp>
      <p:sp>
        <p:nvSpPr>
          <p:cNvPr id="275" name="Google Shape;275;p20">
            <a:extLst>
              <a:ext uri="{FF2B5EF4-FFF2-40B4-BE49-F238E27FC236}">
                <a16:creationId xmlns:a16="http://schemas.microsoft.com/office/drawing/2014/main" id="{BA10BF72-74F7-4081-8020-390E0A00AA8F}"/>
              </a:ext>
            </a:extLst>
          </p:cNvPr>
          <p:cNvSpPr>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oAutofit/>
          </a:bodyPr>
          <a:lstStyle>
            <a:lvl1pPr marL="0" indent="0" algn="r">
              <a:spcBef>
                <a:spcPts val="0"/>
              </a:spcBef>
              <a:spcAft>
                <a:spcPts val="0"/>
              </a:spcAft>
              <a:buNone/>
              <a:defRPr/>
            </a:lvl1pPr>
            <a:lvl2pPr marL="0" indent="0" algn="r">
              <a:spcBef>
                <a:spcPts val="0"/>
              </a:spcBef>
              <a:spcAft>
                <a:spcPts val="0"/>
              </a:spcAft>
              <a:buNone/>
              <a:defRPr/>
            </a:lvl2pPr>
            <a:lvl3pPr marL="0" indent="0" algn="r">
              <a:spcBef>
                <a:spcPts val="0"/>
              </a:spcBef>
              <a:spcAft>
                <a:spcPts val="0"/>
              </a:spcAft>
              <a:buNone/>
              <a:defRPr/>
            </a:lvl3pPr>
            <a:lvl4pPr marL="0" indent="0" algn="r">
              <a:spcBef>
                <a:spcPts val="0"/>
              </a:spcBef>
              <a:spcAft>
                <a:spcPts val="0"/>
              </a:spcAft>
              <a:buNone/>
              <a:defRPr/>
            </a:lvl4pPr>
            <a:lvl5pPr marL="0" indent="0" algn="r">
              <a:spcBef>
                <a:spcPts val="0"/>
              </a:spcBef>
              <a:spcAft>
                <a:spcPts val="0"/>
              </a:spcAft>
              <a:buNone/>
              <a:defRPr/>
            </a:lvl5pPr>
            <a:lvl6pPr marL="0" indent="0" algn="r">
              <a:spcBef>
                <a:spcPts val="0"/>
              </a:spcBef>
              <a:spcAft>
                <a:spcPts val="0"/>
              </a:spcAft>
              <a:buNone/>
              <a:defRPr/>
            </a:lvl6pPr>
            <a:lvl7pPr marL="0" indent="0" algn="r">
              <a:spcBef>
                <a:spcPts val="0"/>
              </a:spcBef>
              <a:spcAft>
                <a:spcPts val="0"/>
              </a:spcAft>
              <a:buNone/>
              <a:defRPr/>
            </a:lvl7pPr>
            <a:lvl8pPr marL="0" indent="0" algn="r">
              <a:spcBef>
                <a:spcPts val="0"/>
              </a:spcBef>
              <a:spcAft>
                <a:spcPts val="0"/>
              </a:spcAft>
              <a:buNone/>
              <a:defRPr/>
            </a:lvl8pPr>
            <a:lvl9pPr marL="0" indent="0" algn="r">
              <a:spcBef>
                <a:spcPts val="0"/>
              </a:spcBef>
              <a:spcAft>
                <a:spcPts val="0"/>
              </a:spcAft>
              <a:buNone/>
              <a:defRPr/>
            </a:lvl9pPr>
          </a:lstStyle>
          <a:p>
            <a:pPr mar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Section Header - Image">
  <p:cSld name="Section Header - Image">
    <p:bg>
      <p:bgPr>
        <a:solidFill>
          <a:schemeClr val="lt1"/>
        </a:solidFill>
        <a:effectLst/>
      </p:bgPr>
    </p:bg>
    <p:spTree>
      <p:nvGrpSpPr>
        <p:cNvPr id="1" name=""/>
        <p:cNvGrpSpPr/>
        <p:nvPr/>
      </p:nvGrpSpPr>
      <p:grpSpPr>
        <a:xfrm>
          <a:off x="0" y="0"/>
          <a:ext cx="0" cy="0"/>
          <a:chOff x="0" y="0"/>
          <a:chExt cx="0" cy="0"/>
        </a:xfrm>
      </p:grpSpPr>
      <p:sp>
        <p:nvSpPr>
          <p:cNvPr id="285" name="Google Shape;285;p22">
            <a:extLst>
              <a:ext uri="{FF2B5EF4-FFF2-40B4-BE49-F238E27FC236}">
                <a16:creationId xmlns:a16="http://schemas.microsoft.com/office/drawing/2014/main" id="{1A8F1ED3-D249-41D4-97BC-6768913D459D}"/>
              </a:ext>
            </a:extLst>
          </p:cNvPr>
          <p:cNvSpPr>
            <a:spLocks noGrp="1"/>
          </p:cNvSpPr>
          <p:nvPr>
            <p:ph type="pic" idx="2"/>
          </p:nvPr>
        </p:nvSpPr>
        <p:spPr>
          <a:xfrm>
            <a:off x="0" y="171450"/>
            <a:ext cx="9144000" cy="4800600"/>
          </a:xfrm>
          <a:prstGeom prst="rect">
            <a:avLst/>
          </a:prstGeom>
          <a:solidFill>
            <a:srgbClr val="565557"/>
          </a:solidFill>
          <a:ln>
            <a:noFill/>
          </a:ln>
        </p:spPr>
      </p:sp>
      <p:sp>
        <p:nvSpPr>
          <p:cNvPr id="286" name="Google Shape;286;p22">
            <a:extLst>
              <a:ext uri="{FF2B5EF4-FFF2-40B4-BE49-F238E27FC236}">
                <a16:creationId xmlns:a16="http://schemas.microsoft.com/office/drawing/2014/main" id="{BF743F05-89BD-4A09-9035-018E38D0A844}"/>
              </a:ext>
            </a:extLst>
          </p:cNvPr>
          <p:cNvSpPr>
            <a:spLocks noGrp="1"/>
          </p:cNvSpPr>
          <p:nvPr>
            <p:ph type="title"/>
          </p:nvPr>
        </p:nvSpPr>
        <p:spPr>
          <a:xfrm>
            <a:off x="411480" y="308611"/>
            <a:ext cx="6173470" cy="891778"/>
          </a:xfrm>
          <a:prstGeom prst="rect">
            <a:avLst/>
          </a:prstGeom>
          <a:noFill/>
          <a:ln>
            <a:noFill/>
          </a:ln>
        </p:spPr>
        <p:txBody>
          <a:bodyPr spcFirstLastPara="1" wrap="square" lIns="0" tIns="0" rIns="0" bIns="0" anchor="t">
            <a:noAutofit/>
          </a:bodyPr>
          <a:lstStyle>
            <a:lvl1pPr algn="l">
              <a:lnSpc>
                <a:spcPct val="80000"/>
              </a:lnSpc>
              <a:spcBef>
                <a:spcPts val="0"/>
              </a:spcBef>
              <a:spcAft>
                <a:spcPts val="0"/>
              </a:spcAft>
              <a:buNone/>
              <a:defRPr sz="3000">
                <a:solidFill>
                  <a:schemeClr val="lt2"/>
                </a:solidFill>
              </a:defRPr>
            </a:lvl1pPr>
            <a:lvl2pPr>
              <a:spcBef>
                <a:spcPts val="0"/>
              </a:spcBef>
              <a:spcAft>
                <a:spcPts val="0"/>
              </a:spcAft>
              <a:buNone/>
              <a:defRPr/>
            </a:lvl2pPr>
            <a:lvl3pPr>
              <a:spcBef>
                <a:spcPts val="0"/>
              </a:spcBef>
              <a:spcAft>
                <a:spcPts val="0"/>
              </a:spcAft>
              <a:buNone/>
              <a:defRPr/>
            </a:lvl3pPr>
            <a:lvl4pPr>
              <a:spcBef>
                <a:spcPts val="0"/>
              </a:spcBef>
              <a:spcAft>
                <a:spcPts val="0"/>
              </a:spcAft>
              <a:buNone/>
              <a:defRPr/>
            </a:lvl4pPr>
            <a:lvl5pPr>
              <a:spcBef>
                <a:spcPts val="0"/>
              </a:spcBef>
              <a:spcAft>
                <a:spcPts val="0"/>
              </a:spcAft>
              <a:buNone/>
              <a:defRPr/>
            </a:lvl5pPr>
            <a:lvl6pPr>
              <a:spcBef>
                <a:spcPts val="0"/>
              </a:spcBef>
              <a:spcAft>
                <a:spcPts val="0"/>
              </a:spcAft>
              <a:buNone/>
              <a:defRPr/>
            </a:lvl6pPr>
            <a:lvl7pPr>
              <a:spcBef>
                <a:spcPts val="0"/>
              </a:spcBef>
              <a:spcAft>
                <a:spcPts val="0"/>
              </a:spcAft>
              <a:buNone/>
              <a:defRPr/>
            </a:lvl7pPr>
            <a:lvl8pPr>
              <a:spcBef>
                <a:spcPts val="0"/>
              </a:spcBef>
              <a:spcAft>
                <a:spcPts val="0"/>
              </a:spcAft>
              <a:buNone/>
              <a:defRPr/>
            </a:lvl8pPr>
            <a:lvl9pPr>
              <a:spcBef>
                <a:spcPts val="0"/>
              </a:spcBef>
              <a:spcAft>
                <a:spcPts val="0"/>
              </a:spcAft>
              <a:buNone/>
              <a:defRPr/>
            </a:lvl9pPr>
          </a:lstStyle>
          <a:p>
            <a:endParaRPr/>
          </a:p>
        </p:txBody>
      </p:sp>
      <p:sp>
        <p:nvSpPr>
          <p:cNvPr id="287" name="Google Shape;287;p22">
            <a:extLst>
              <a:ext uri="{FF2B5EF4-FFF2-40B4-BE49-F238E27FC236}">
                <a16:creationId xmlns:a16="http://schemas.microsoft.com/office/drawing/2014/main" id="{0A205E1C-477B-4767-8ED0-7854400C9247}"/>
              </a:ext>
            </a:extLst>
          </p:cNvPr>
          <p:cNvSpPr>
            <a:spLocks noGrp="1"/>
          </p:cNvSpPr>
          <p:nvPr>
            <p:ph type="body" idx="1"/>
          </p:nvPr>
        </p:nvSpPr>
        <p:spPr>
          <a:xfrm>
            <a:off x="411480" y="1611630"/>
            <a:ext cx="5096351" cy="685800"/>
          </a:xfrm>
          <a:prstGeom prst="rect">
            <a:avLst/>
          </a:prstGeom>
          <a:noFill/>
          <a:ln>
            <a:noFill/>
          </a:ln>
        </p:spPr>
        <p:txBody>
          <a:bodyPr spcFirstLastPara="1" wrap="square" lIns="0" tIns="0" rIns="0" bIns="0" anchor="t">
            <a:noAutofit/>
          </a:bodyPr>
          <a:lstStyle>
            <a:lvl1pPr marL="457200" indent="-228600" algn="l">
              <a:lnSpc>
                <a:spcPct val="95000"/>
              </a:lnSpc>
              <a:spcBef>
                <a:spcPts val="0"/>
              </a:spcBef>
              <a:spcAft>
                <a:spcPts val="0"/>
              </a:spcAft>
              <a:buNone/>
              <a:defRPr sz="2100"/>
            </a:lvl1pPr>
            <a:lvl2pPr marL="914400" indent="-309562" algn="l">
              <a:lnSpc>
                <a:spcPct val="95000"/>
              </a:lnSpc>
              <a:spcBef>
                <a:spcPts val="750"/>
              </a:spcBef>
              <a:spcAft>
                <a:spcPts val="0"/>
              </a:spcAft>
              <a:buChar char="▪"/>
              <a:defRPr/>
            </a:lvl2pPr>
            <a:lvl3pPr marL="1371600" indent="-309562" algn="l">
              <a:lnSpc>
                <a:spcPct val="95000"/>
              </a:lnSpc>
              <a:spcBef>
                <a:spcPts val="375"/>
              </a:spcBef>
              <a:spcAft>
                <a:spcPts val="0"/>
              </a:spcAft>
              <a:buChar char="–"/>
              <a:defRPr/>
            </a:lvl3pPr>
            <a:lvl4pPr marL="1828800" indent="-309562" algn="l">
              <a:lnSpc>
                <a:spcPct val="95000"/>
              </a:lnSpc>
              <a:spcBef>
                <a:spcPts val="375"/>
              </a:spcBef>
              <a:spcAft>
                <a:spcPts val="0"/>
              </a:spcAft>
              <a:buChar char="–"/>
              <a:defRPr/>
            </a:lvl4pPr>
            <a:lvl5pPr marL="2286000" indent="-309562" algn="l">
              <a:lnSpc>
                <a:spcPct val="95000"/>
              </a:lnSpc>
              <a:spcBef>
                <a:spcPts val="375"/>
              </a:spcBef>
              <a:spcAft>
                <a:spcPts val="0"/>
              </a:spcAft>
              <a:buChar char="–"/>
              <a:defRPr/>
            </a:lvl5pPr>
            <a:lvl6pPr marL="2743200" indent="-309562" algn="l">
              <a:lnSpc>
                <a:spcPct val="95000"/>
              </a:lnSpc>
              <a:spcBef>
                <a:spcPts val="375"/>
              </a:spcBef>
              <a:spcAft>
                <a:spcPts val="0"/>
              </a:spcAft>
              <a:buChar char="–"/>
              <a:defRPr/>
            </a:lvl6pPr>
            <a:lvl7pPr marL="3200400" indent="-309562" algn="l">
              <a:lnSpc>
                <a:spcPct val="95000"/>
              </a:lnSpc>
              <a:spcBef>
                <a:spcPts val="375"/>
              </a:spcBef>
              <a:spcAft>
                <a:spcPts val="0"/>
              </a:spcAft>
              <a:buChar char="–"/>
              <a:defRPr/>
            </a:lvl7pPr>
            <a:lvl8pPr marL="3657600" indent="-309562" algn="l">
              <a:lnSpc>
                <a:spcPct val="95000"/>
              </a:lnSpc>
              <a:spcBef>
                <a:spcPts val="375"/>
              </a:spcBef>
              <a:spcAft>
                <a:spcPts val="0"/>
              </a:spcAft>
              <a:buChar char="–"/>
              <a:defRPr/>
            </a:lvl8pPr>
            <a:lvl9pPr marL="4114800" indent="-309562" algn="l">
              <a:lnSpc>
                <a:spcPct val="95000"/>
              </a:lnSpc>
              <a:spcBef>
                <a:spcPts val="375"/>
              </a:spcBef>
              <a:spcAft>
                <a:spcPts val="0"/>
              </a:spcAft>
              <a:buChar char="–"/>
              <a:defRPr/>
            </a:lvl9pPr>
          </a:lstStyle>
          <a:p>
            <a:endParaRPr/>
          </a:p>
        </p:txBody>
      </p:sp>
      <p:sp>
        <p:nvSpPr>
          <p:cNvPr id="288" name="Google Shape;288;p22">
            <a:extLst>
              <a:ext uri="{FF2B5EF4-FFF2-40B4-BE49-F238E27FC236}">
                <a16:creationId xmlns:a16="http://schemas.microsoft.com/office/drawing/2014/main" id="{ED3D66A1-BBDD-4A47-A0FA-2AAE8B93F64C}"/>
              </a:ext>
            </a:extLst>
          </p:cNvPr>
          <p:cNvSpPr>
            <a:spLocks noGrp="1"/>
          </p:cNvSpPr>
          <p:nvPr>
            <p:ph type="dt" idx="10"/>
          </p:nvPr>
        </p:nvSpPr>
        <p:spPr>
          <a:xfrm>
            <a:off x="410766" y="4972050"/>
            <a:ext cx="617934" cy="171450"/>
          </a:xfrm>
          <a:prstGeom prst="rect">
            <a:avLst/>
          </a:prstGeom>
          <a:noFill/>
          <a:ln>
            <a:noFill/>
          </a:ln>
        </p:spPr>
        <p:txBody>
          <a:bodyPr spcFirstLastPara="1" wrap="square" lIns="0" tIns="45700" rIns="0" bIns="45700" anchor="b">
            <a:noAutofit/>
          </a:bodyPr>
          <a:lstStyle>
            <a:lvl1pPr algn="l">
              <a:spcBef>
                <a:spcPts val="0"/>
              </a:spcBef>
              <a:spcAft>
                <a:spcPts val="0"/>
              </a:spcAft>
              <a:buNone/>
              <a:defRPr>
                <a:solidFill>
                  <a:schemeClr val="dk1"/>
                </a:solidFill>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a:endParaRPr/>
          </a:p>
        </p:txBody>
      </p:sp>
      <p:sp>
        <p:nvSpPr>
          <p:cNvPr id="289" name="Google Shape;289;p22">
            <a:extLst>
              <a:ext uri="{FF2B5EF4-FFF2-40B4-BE49-F238E27FC236}">
                <a16:creationId xmlns:a16="http://schemas.microsoft.com/office/drawing/2014/main" id="{E4A5A54E-B40E-47C4-A6CB-ACCED73EDB7D}"/>
              </a:ext>
            </a:extLst>
          </p:cNvPr>
          <p:cNvSpPr>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oAutofit/>
          </a:bodyPr>
          <a:lstStyle>
            <a:lvl1pPr marL="0" indent="0" algn="r">
              <a:spcBef>
                <a:spcPts val="0"/>
              </a:spcBef>
              <a:spcAft>
                <a:spcPts val="0"/>
              </a:spcAft>
              <a:buNone/>
              <a:defRPr sz="525" b="1" i="0" u="none" cap="none">
                <a:solidFill>
                  <a:schemeClr val="dk1"/>
                </a:solidFill>
                <a:latin typeface="Arial"/>
                <a:ea typeface="Arial"/>
                <a:cs typeface="Arial"/>
              </a:defRPr>
            </a:lvl1pPr>
            <a:lvl2pPr marL="0" indent="0" algn="r">
              <a:spcBef>
                <a:spcPts val="0"/>
              </a:spcBef>
              <a:spcAft>
                <a:spcPts val="0"/>
              </a:spcAft>
              <a:buNone/>
              <a:defRPr sz="525" b="1" i="0" u="none" cap="none">
                <a:solidFill>
                  <a:schemeClr val="dk1"/>
                </a:solidFill>
                <a:latin typeface="Arial"/>
                <a:ea typeface="Arial"/>
                <a:cs typeface="Arial"/>
              </a:defRPr>
            </a:lvl2pPr>
            <a:lvl3pPr marL="0" indent="0" algn="r">
              <a:spcBef>
                <a:spcPts val="0"/>
              </a:spcBef>
              <a:spcAft>
                <a:spcPts val="0"/>
              </a:spcAft>
              <a:buNone/>
              <a:defRPr sz="525" b="1" i="0" u="none" cap="none">
                <a:solidFill>
                  <a:schemeClr val="dk1"/>
                </a:solidFill>
                <a:latin typeface="Arial"/>
                <a:ea typeface="Arial"/>
                <a:cs typeface="Arial"/>
              </a:defRPr>
            </a:lvl3pPr>
            <a:lvl4pPr marL="0" indent="0" algn="r">
              <a:spcBef>
                <a:spcPts val="0"/>
              </a:spcBef>
              <a:spcAft>
                <a:spcPts val="0"/>
              </a:spcAft>
              <a:buNone/>
              <a:defRPr sz="525" b="1" i="0" u="none" cap="none">
                <a:solidFill>
                  <a:schemeClr val="dk1"/>
                </a:solidFill>
                <a:latin typeface="Arial"/>
                <a:ea typeface="Arial"/>
                <a:cs typeface="Arial"/>
              </a:defRPr>
            </a:lvl4pPr>
            <a:lvl5pPr marL="0" indent="0" algn="r">
              <a:spcBef>
                <a:spcPts val="0"/>
              </a:spcBef>
              <a:spcAft>
                <a:spcPts val="0"/>
              </a:spcAft>
              <a:buNone/>
              <a:defRPr sz="525" b="1" i="0" u="none" cap="none">
                <a:solidFill>
                  <a:schemeClr val="dk1"/>
                </a:solidFill>
                <a:latin typeface="Arial"/>
                <a:ea typeface="Arial"/>
                <a:cs typeface="Arial"/>
              </a:defRPr>
            </a:lvl5pPr>
            <a:lvl6pPr marL="0" indent="0" algn="r">
              <a:spcBef>
                <a:spcPts val="0"/>
              </a:spcBef>
              <a:spcAft>
                <a:spcPts val="0"/>
              </a:spcAft>
              <a:buNone/>
              <a:defRPr sz="525" b="1" i="0" u="none" cap="none">
                <a:solidFill>
                  <a:schemeClr val="dk1"/>
                </a:solidFill>
                <a:latin typeface="Arial"/>
                <a:ea typeface="Arial"/>
                <a:cs typeface="Arial"/>
              </a:defRPr>
            </a:lvl6pPr>
            <a:lvl7pPr marL="0" indent="0" algn="r">
              <a:spcBef>
                <a:spcPts val="0"/>
              </a:spcBef>
              <a:spcAft>
                <a:spcPts val="0"/>
              </a:spcAft>
              <a:buNone/>
              <a:defRPr sz="525" b="1" i="0" u="none" cap="none">
                <a:solidFill>
                  <a:schemeClr val="dk1"/>
                </a:solidFill>
                <a:latin typeface="Arial"/>
                <a:ea typeface="Arial"/>
                <a:cs typeface="Arial"/>
              </a:defRPr>
            </a:lvl7pPr>
            <a:lvl8pPr marL="0" indent="0" algn="r">
              <a:spcBef>
                <a:spcPts val="0"/>
              </a:spcBef>
              <a:spcAft>
                <a:spcPts val="0"/>
              </a:spcAft>
              <a:buNone/>
              <a:defRPr sz="525" b="1" i="0" u="none" cap="none">
                <a:solidFill>
                  <a:schemeClr val="dk1"/>
                </a:solidFill>
                <a:latin typeface="Arial"/>
                <a:ea typeface="Arial"/>
                <a:cs typeface="Arial"/>
              </a:defRPr>
            </a:lvl8pPr>
            <a:lvl9pPr marL="0" indent="0" algn="r">
              <a:spcBef>
                <a:spcPts val="0"/>
              </a:spcBef>
              <a:spcAft>
                <a:spcPts val="0"/>
              </a:spcAft>
              <a:buNone/>
              <a:defRPr sz="525" b="1" i="0" u="none" cap="none">
                <a:solidFill>
                  <a:schemeClr val="dk1"/>
                </a:solidFill>
                <a:latin typeface="Arial"/>
                <a:ea typeface="Arial"/>
                <a:cs typeface="Arial"/>
              </a:defRPr>
            </a:lvl9pPr>
          </a:lstStyle>
          <a:p>
            <a:pPr marL="0" indent="0" algn="r">
              <a:spcBef>
                <a:spcPts val="0"/>
              </a:spcBef>
              <a:spcAft>
                <a:spcPts val="0"/>
              </a:spcAft>
              <a:buNone/>
            </a:pPr>
            <a:fld id="{00000000-1234-1234-1234-123412341234}" type="slidenum">
              <a:t>‹#›</a:t>
            </a:fld>
            <a:endParaRPr/>
          </a:p>
        </p:txBody>
      </p:sp>
      <p:pic>
        <p:nvPicPr>
          <p:cNvPr id="290" name="Google Shape;290;p22"/>
          <p:cNvPicPr>
            <a:picLocks noChangeAspect="1"/>
          </p:cNvPicPr>
          <p:nvPr/>
        </p:nvPicPr>
        <p:blipFill rotWithShape="1">
          <a:blip r:embed="rId2">
            <a:alphaModFix/>
          </a:blip>
          <a:srcRect/>
          <a:stretch/>
        </p:blipFill>
        <p:spPr>
          <a:xfrm>
            <a:off x="7503462" y="308372"/>
            <a:ext cx="1222280" cy="358517"/>
          </a:xfrm>
          <a:prstGeom prst="rect">
            <a:avLst/>
          </a:prstGeom>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Header - White 01">
  <p:cSld name="Section Header - White 01">
    <p:bg>
      <p:bgPr>
        <a:solidFill>
          <a:schemeClr val="lt1"/>
        </a:solidFill>
        <a:effectLst/>
      </p:bgPr>
    </p:bg>
    <p:spTree>
      <p:nvGrpSpPr>
        <p:cNvPr id="1" name=""/>
        <p:cNvGrpSpPr/>
        <p:nvPr/>
      </p:nvGrpSpPr>
      <p:grpSpPr>
        <a:xfrm>
          <a:off x="0" y="0"/>
          <a:ext cx="0" cy="0"/>
          <a:chOff x="0" y="0"/>
          <a:chExt cx="0" cy="0"/>
        </a:xfrm>
      </p:grpSpPr>
      <p:sp>
        <p:nvSpPr>
          <p:cNvPr id="292" name="Google Shape;292;p23">
            <a:extLst>
              <a:ext uri="{FF2B5EF4-FFF2-40B4-BE49-F238E27FC236}">
                <a16:creationId xmlns:a16="http://schemas.microsoft.com/office/drawing/2014/main" id="{F1CE4E63-D0A3-484F-8B09-CCA3F867842E}"/>
              </a:ext>
            </a:extLst>
          </p:cNvPr>
          <p:cNvSpPr>
            <a:spLocks noGrp="1"/>
          </p:cNvSpPr>
          <p:nvPr>
            <p:ph type="title"/>
          </p:nvPr>
        </p:nvSpPr>
        <p:spPr>
          <a:xfrm>
            <a:off x="411480" y="308611"/>
            <a:ext cx="6173470" cy="891778"/>
          </a:xfrm>
          <a:prstGeom prst="rect">
            <a:avLst/>
          </a:prstGeom>
          <a:noFill/>
          <a:ln>
            <a:noFill/>
          </a:ln>
        </p:spPr>
        <p:txBody>
          <a:bodyPr spcFirstLastPara="1" wrap="square" lIns="0" tIns="0" rIns="0" bIns="0" anchor="t">
            <a:noAutofit/>
          </a:bodyPr>
          <a:lstStyle>
            <a:lvl1pPr algn="l">
              <a:lnSpc>
                <a:spcPct val="80000"/>
              </a:lnSpc>
              <a:spcBef>
                <a:spcPts val="0"/>
              </a:spcBef>
              <a:spcAft>
                <a:spcPts val="0"/>
              </a:spcAft>
              <a:buNone/>
              <a:defRPr sz="3000">
                <a:solidFill>
                  <a:schemeClr val="dk2"/>
                </a:solidFill>
              </a:defRPr>
            </a:lvl1pPr>
            <a:lvl2pPr>
              <a:spcBef>
                <a:spcPts val="0"/>
              </a:spcBef>
              <a:spcAft>
                <a:spcPts val="0"/>
              </a:spcAft>
              <a:buNone/>
              <a:defRPr/>
            </a:lvl2pPr>
            <a:lvl3pPr>
              <a:spcBef>
                <a:spcPts val="0"/>
              </a:spcBef>
              <a:spcAft>
                <a:spcPts val="0"/>
              </a:spcAft>
              <a:buNone/>
              <a:defRPr/>
            </a:lvl3pPr>
            <a:lvl4pPr>
              <a:spcBef>
                <a:spcPts val="0"/>
              </a:spcBef>
              <a:spcAft>
                <a:spcPts val="0"/>
              </a:spcAft>
              <a:buNone/>
              <a:defRPr/>
            </a:lvl4pPr>
            <a:lvl5pPr>
              <a:spcBef>
                <a:spcPts val="0"/>
              </a:spcBef>
              <a:spcAft>
                <a:spcPts val="0"/>
              </a:spcAft>
              <a:buNone/>
              <a:defRPr/>
            </a:lvl5pPr>
            <a:lvl6pPr>
              <a:spcBef>
                <a:spcPts val="0"/>
              </a:spcBef>
              <a:spcAft>
                <a:spcPts val="0"/>
              </a:spcAft>
              <a:buNone/>
              <a:defRPr/>
            </a:lvl6pPr>
            <a:lvl7pPr>
              <a:spcBef>
                <a:spcPts val="0"/>
              </a:spcBef>
              <a:spcAft>
                <a:spcPts val="0"/>
              </a:spcAft>
              <a:buNone/>
              <a:defRPr/>
            </a:lvl7pPr>
            <a:lvl8pPr>
              <a:spcBef>
                <a:spcPts val="0"/>
              </a:spcBef>
              <a:spcAft>
                <a:spcPts val="0"/>
              </a:spcAft>
              <a:buNone/>
              <a:defRPr/>
            </a:lvl8pPr>
            <a:lvl9pPr>
              <a:spcBef>
                <a:spcPts val="0"/>
              </a:spcBef>
              <a:spcAft>
                <a:spcPts val="0"/>
              </a:spcAft>
              <a:buNone/>
              <a:defRPr/>
            </a:lvl9pPr>
          </a:lstStyle>
          <a:p>
            <a:endParaRPr/>
          </a:p>
        </p:txBody>
      </p:sp>
      <p:sp>
        <p:nvSpPr>
          <p:cNvPr id="293" name="Google Shape;293;p23">
            <a:extLst>
              <a:ext uri="{FF2B5EF4-FFF2-40B4-BE49-F238E27FC236}">
                <a16:creationId xmlns:a16="http://schemas.microsoft.com/office/drawing/2014/main" id="{18018102-EBF9-48C2-99E5-59D250B2EFA8}"/>
              </a:ext>
            </a:extLst>
          </p:cNvPr>
          <p:cNvSpPr>
            <a:spLocks noGrp="1"/>
          </p:cNvSpPr>
          <p:nvPr>
            <p:ph type="body" idx="1"/>
          </p:nvPr>
        </p:nvSpPr>
        <p:spPr>
          <a:xfrm>
            <a:off x="411480" y="1611630"/>
            <a:ext cx="5096351" cy="3017520"/>
          </a:xfrm>
          <a:prstGeom prst="rect">
            <a:avLst/>
          </a:prstGeom>
          <a:noFill/>
          <a:ln>
            <a:noFill/>
          </a:ln>
        </p:spPr>
        <p:txBody>
          <a:bodyPr spcFirstLastPara="1" wrap="square" lIns="0" tIns="0" rIns="0" bIns="0" anchor="t">
            <a:noAutofit/>
          </a:bodyPr>
          <a:lstStyle>
            <a:lvl1pPr marL="457200" indent="-228600" algn="l">
              <a:lnSpc>
                <a:spcPct val="95000"/>
              </a:lnSpc>
              <a:spcBef>
                <a:spcPts val="0"/>
              </a:spcBef>
              <a:spcAft>
                <a:spcPts val="0"/>
              </a:spcAft>
              <a:buNone/>
              <a:defRPr sz="2100"/>
            </a:lvl1pPr>
            <a:lvl2pPr marL="914400" indent="-309562" algn="l">
              <a:lnSpc>
                <a:spcPct val="95000"/>
              </a:lnSpc>
              <a:spcBef>
                <a:spcPts val="750"/>
              </a:spcBef>
              <a:spcAft>
                <a:spcPts val="0"/>
              </a:spcAft>
              <a:buChar char="▪"/>
              <a:defRPr/>
            </a:lvl2pPr>
            <a:lvl3pPr marL="1371600" indent="-309562" algn="l">
              <a:lnSpc>
                <a:spcPct val="95000"/>
              </a:lnSpc>
              <a:spcBef>
                <a:spcPts val="375"/>
              </a:spcBef>
              <a:spcAft>
                <a:spcPts val="0"/>
              </a:spcAft>
              <a:buChar char="–"/>
              <a:defRPr/>
            </a:lvl3pPr>
            <a:lvl4pPr marL="1828800" indent="-309562" algn="l">
              <a:lnSpc>
                <a:spcPct val="95000"/>
              </a:lnSpc>
              <a:spcBef>
                <a:spcPts val="375"/>
              </a:spcBef>
              <a:spcAft>
                <a:spcPts val="0"/>
              </a:spcAft>
              <a:buChar char="–"/>
              <a:defRPr/>
            </a:lvl4pPr>
            <a:lvl5pPr marL="2286000" indent="-309562" algn="l">
              <a:lnSpc>
                <a:spcPct val="95000"/>
              </a:lnSpc>
              <a:spcBef>
                <a:spcPts val="375"/>
              </a:spcBef>
              <a:spcAft>
                <a:spcPts val="0"/>
              </a:spcAft>
              <a:buChar char="–"/>
              <a:defRPr/>
            </a:lvl5pPr>
            <a:lvl6pPr marL="2743200" indent="-309562" algn="l">
              <a:lnSpc>
                <a:spcPct val="95000"/>
              </a:lnSpc>
              <a:spcBef>
                <a:spcPts val="375"/>
              </a:spcBef>
              <a:spcAft>
                <a:spcPts val="0"/>
              </a:spcAft>
              <a:buChar char="–"/>
              <a:defRPr/>
            </a:lvl6pPr>
            <a:lvl7pPr marL="3200400" indent="-309562" algn="l">
              <a:lnSpc>
                <a:spcPct val="95000"/>
              </a:lnSpc>
              <a:spcBef>
                <a:spcPts val="375"/>
              </a:spcBef>
              <a:spcAft>
                <a:spcPts val="0"/>
              </a:spcAft>
              <a:buChar char="–"/>
              <a:defRPr/>
            </a:lvl7pPr>
            <a:lvl8pPr marL="3657600" indent="-309562" algn="l">
              <a:lnSpc>
                <a:spcPct val="95000"/>
              </a:lnSpc>
              <a:spcBef>
                <a:spcPts val="375"/>
              </a:spcBef>
              <a:spcAft>
                <a:spcPts val="0"/>
              </a:spcAft>
              <a:buChar char="–"/>
              <a:defRPr/>
            </a:lvl8pPr>
            <a:lvl9pPr marL="4114800" indent="-309562" algn="l">
              <a:lnSpc>
                <a:spcPct val="95000"/>
              </a:lnSpc>
              <a:spcBef>
                <a:spcPts val="375"/>
              </a:spcBef>
              <a:spcAft>
                <a:spcPts val="0"/>
              </a:spcAft>
              <a:buChar char="–"/>
              <a:defRPr/>
            </a:lvl9pPr>
          </a:lstStyle>
          <a:p>
            <a:endParaRPr/>
          </a:p>
        </p:txBody>
      </p:sp>
      <p:sp>
        <p:nvSpPr>
          <p:cNvPr id="294" name="Google Shape;294;p23">
            <a:extLst>
              <a:ext uri="{FF2B5EF4-FFF2-40B4-BE49-F238E27FC236}">
                <a16:creationId xmlns:a16="http://schemas.microsoft.com/office/drawing/2014/main" id="{9F936193-5E3A-4E25-B59B-8246E977F6E3}"/>
              </a:ext>
            </a:extLst>
          </p:cNvPr>
          <p:cNvSpPr>
            <a:spLocks noGrp="1"/>
          </p:cNvSpPr>
          <p:nvPr>
            <p:ph type="dt" idx="10"/>
          </p:nvPr>
        </p:nvSpPr>
        <p:spPr>
          <a:xfrm>
            <a:off x="410766" y="4972050"/>
            <a:ext cx="617934" cy="171450"/>
          </a:xfrm>
          <a:prstGeom prst="rect">
            <a:avLst/>
          </a:prstGeom>
          <a:noFill/>
          <a:ln>
            <a:noFill/>
          </a:ln>
        </p:spPr>
        <p:txBody>
          <a:bodyPr spcFirstLastPara="1" wrap="square" lIns="0" tIns="45700" rIns="0" bIns="45700" anchor="b">
            <a:noAutofit/>
          </a:bodyPr>
          <a:lstStyle>
            <a:lvl1pPr algn="l">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a:endParaRPr/>
          </a:p>
        </p:txBody>
      </p:sp>
      <p:sp>
        <p:nvSpPr>
          <p:cNvPr id="295" name="Google Shape;295;p23">
            <a:extLst>
              <a:ext uri="{FF2B5EF4-FFF2-40B4-BE49-F238E27FC236}">
                <a16:creationId xmlns:a16="http://schemas.microsoft.com/office/drawing/2014/main" id="{091C44F7-715D-4A4E-AFEF-FB5EE8F06F6C}"/>
              </a:ext>
            </a:extLst>
          </p:cNvPr>
          <p:cNvSpPr>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oAutofit/>
          </a:bodyPr>
          <a:lstStyle>
            <a:lvl1pPr marL="0" indent="0" algn="r">
              <a:spcBef>
                <a:spcPts val="0"/>
              </a:spcBef>
              <a:spcAft>
                <a:spcPts val="0"/>
              </a:spcAft>
              <a:buNone/>
              <a:defRPr/>
            </a:lvl1pPr>
            <a:lvl2pPr marL="0" indent="0" algn="r">
              <a:spcBef>
                <a:spcPts val="0"/>
              </a:spcBef>
              <a:spcAft>
                <a:spcPts val="0"/>
              </a:spcAft>
              <a:buNone/>
              <a:defRPr/>
            </a:lvl2pPr>
            <a:lvl3pPr marL="0" indent="0" algn="r">
              <a:spcBef>
                <a:spcPts val="0"/>
              </a:spcBef>
              <a:spcAft>
                <a:spcPts val="0"/>
              </a:spcAft>
              <a:buNone/>
              <a:defRPr/>
            </a:lvl3pPr>
            <a:lvl4pPr marL="0" indent="0" algn="r">
              <a:spcBef>
                <a:spcPts val="0"/>
              </a:spcBef>
              <a:spcAft>
                <a:spcPts val="0"/>
              </a:spcAft>
              <a:buNone/>
              <a:defRPr/>
            </a:lvl4pPr>
            <a:lvl5pPr marL="0" indent="0" algn="r">
              <a:spcBef>
                <a:spcPts val="0"/>
              </a:spcBef>
              <a:spcAft>
                <a:spcPts val="0"/>
              </a:spcAft>
              <a:buNone/>
              <a:defRPr/>
            </a:lvl5pPr>
            <a:lvl6pPr marL="0" indent="0" algn="r">
              <a:spcBef>
                <a:spcPts val="0"/>
              </a:spcBef>
              <a:spcAft>
                <a:spcPts val="0"/>
              </a:spcAft>
              <a:buNone/>
              <a:defRPr/>
            </a:lvl6pPr>
            <a:lvl7pPr marL="0" indent="0" algn="r">
              <a:spcBef>
                <a:spcPts val="0"/>
              </a:spcBef>
              <a:spcAft>
                <a:spcPts val="0"/>
              </a:spcAft>
              <a:buNone/>
              <a:defRPr/>
            </a:lvl7pPr>
            <a:lvl8pPr marL="0" indent="0" algn="r">
              <a:spcBef>
                <a:spcPts val="0"/>
              </a:spcBef>
              <a:spcAft>
                <a:spcPts val="0"/>
              </a:spcAft>
              <a:buNone/>
              <a:defRPr/>
            </a:lvl8pPr>
            <a:lvl9pPr marL="0" indent="0" algn="r">
              <a:spcBef>
                <a:spcPts val="0"/>
              </a:spcBef>
              <a:spcAft>
                <a:spcPts val="0"/>
              </a:spcAft>
              <a:buNone/>
              <a:defRPr/>
            </a:lvl9pPr>
          </a:lstStyle>
          <a:p>
            <a:pPr mar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Section Header - White 02">
  <p:cSld name="Section Header - White 02">
    <p:bg>
      <p:bgPr>
        <a:solidFill>
          <a:schemeClr val="lt1"/>
        </a:solidFill>
        <a:effectLst/>
      </p:bgPr>
    </p:bg>
    <p:spTree>
      <p:nvGrpSpPr>
        <p:cNvPr id="1" name=""/>
        <p:cNvGrpSpPr/>
        <p:nvPr/>
      </p:nvGrpSpPr>
      <p:grpSpPr>
        <a:xfrm>
          <a:off x="0" y="0"/>
          <a:ext cx="0" cy="0"/>
          <a:chOff x="0" y="0"/>
          <a:chExt cx="0" cy="0"/>
        </a:xfrm>
      </p:grpSpPr>
      <p:sp>
        <p:nvSpPr>
          <p:cNvPr id="297" name="Google Shape;297;p24">
            <a:extLst>
              <a:ext uri="{FF2B5EF4-FFF2-40B4-BE49-F238E27FC236}">
                <a16:creationId xmlns:a16="http://schemas.microsoft.com/office/drawing/2014/main" id="{DC6FC7A8-0E5D-4317-B947-30DA1FD132CC}"/>
              </a:ext>
            </a:extLst>
          </p:cNvPr>
          <p:cNvSpPr>
            <a:spLocks noGrp="1"/>
          </p:cNvSpPr>
          <p:nvPr>
            <p:ph type="title"/>
          </p:nvPr>
        </p:nvSpPr>
        <p:spPr>
          <a:xfrm>
            <a:off x="411481" y="308610"/>
            <a:ext cx="4023995" cy="685800"/>
          </a:xfrm>
          <a:prstGeom prst="rect">
            <a:avLst/>
          </a:prstGeom>
          <a:noFill/>
          <a:ln>
            <a:noFill/>
          </a:ln>
        </p:spPr>
        <p:txBody>
          <a:bodyPr spcFirstLastPara="1" wrap="square" lIns="0" tIns="0" rIns="0" bIns="0" anchor="t">
            <a:noAutofit/>
          </a:bodyPr>
          <a:lstStyle>
            <a:lvl1pPr algn="l">
              <a:lnSpc>
                <a:spcPct val="90000"/>
              </a:lnSpc>
              <a:spcBef>
                <a:spcPts val="0"/>
              </a:spcBef>
              <a:spcAft>
                <a:spcPts val="0"/>
              </a:spcAft>
              <a:buNone/>
              <a:defRPr sz="1800">
                <a:solidFill>
                  <a:schemeClr val="dk1"/>
                </a:solidFill>
              </a:defRPr>
            </a:lvl1pPr>
            <a:lvl2pPr>
              <a:spcBef>
                <a:spcPts val="0"/>
              </a:spcBef>
              <a:spcAft>
                <a:spcPts val="0"/>
              </a:spcAft>
              <a:buNone/>
              <a:defRPr/>
            </a:lvl2pPr>
            <a:lvl3pPr>
              <a:spcBef>
                <a:spcPts val="0"/>
              </a:spcBef>
              <a:spcAft>
                <a:spcPts val="0"/>
              </a:spcAft>
              <a:buNone/>
              <a:defRPr/>
            </a:lvl3pPr>
            <a:lvl4pPr>
              <a:spcBef>
                <a:spcPts val="0"/>
              </a:spcBef>
              <a:spcAft>
                <a:spcPts val="0"/>
              </a:spcAft>
              <a:buNone/>
              <a:defRPr/>
            </a:lvl4pPr>
            <a:lvl5pPr>
              <a:spcBef>
                <a:spcPts val="0"/>
              </a:spcBef>
              <a:spcAft>
                <a:spcPts val="0"/>
              </a:spcAft>
              <a:buNone/>
              <a:defRPr/>
            </a:lvl5pPr>
            <a:lvl6pPr>
              <a:spcBef>
                <a:spcPts val="0"/>
              </a:spcBef>
              <a:spcAft>
                <a:spcPts val="0"/>
              </a:spcAft>
              <a:buNone/>
              <a:defRPr/>
            </a:lvl6pPr>
            <a:lvl7pPr>
              <a:spcBef>
                <a:spcPts val="0"/>
              </a:spcBef>
              <a:spcAft>
                <a:spcPts val="0"/>
              </a:spcAft>
              <a:buNone/>
              <a:defRPr/>
            </a:lvl7pPr>
            <a:lvl8pPr>
              <a:spcBef>
                <a:spcPts val="0"/>
              </a:spcBef>
              <a:spcAft>
                <a:spcPts val="0"/>
              </a:spcAft>
              <a:buNone/>
              <a:defRPr/>
            </a:lvl8pPr>
            <a:lvl9pPr>
              <a:spcBef>
                <a:spcPts val="0"/>
              </a:spcBef>
              <a:spcAft>
                <a:spcPts val="0"/>
              </a:spcAft>
              <a:buNone/>
              <a:defRPr/>
            </a:lvl9pPr>
          </a:lstStyle>
          <a:p>
            <a:endParaRPr/>
          </a:p>
        </p:txBody>
      </p:sp>
      <p:sp>
        <p:nvSpPr>
          <p:cNvPr id="298" name="Google Shape;298;p24">
            <a:extLst>
              <a:ext uri="{FF2B5EF4-FFF2-40B4-BE49-F238E27FC236}">
                <a16:creationId xmlns:a16="http://schemas.microsoft.com/office/drawing/2014/main" id="{A586018E-2A1D-4CCD-BE78-8EF3557AD761}"/>
              </a:ext>
            </a:extLst>
          </p:cNvPr>
          <p:cNvSpPr>
            <a:spLocks noGrp="1"/>
          </p:cNvSpPr>
          <p:nvPr>
            <p:ph type="body" idx="1"/>
          </p:nvPr>
        </p:nvSpPr>
        <p:spPr>
          <a:xfrm>
            <a:off x="411480" y="1200150"/>
            <a:ext cx="5096351" cy="3429000"/>
          </a:xfrm>
          <a:prstGeom prst="rect">
            <a:avLst/>
          </a:prstGeom>
          <a:noFill/>
          <a:ln>
            <a:noFill/>
          </a:ln>
        </p:spPr>
        <p:txBody>
          <a:bodyPr spcFirstLastPara="1" wrap="square" lIns="0" tIns="0" rIns="0" bIns="0" anchor="t">
            <a:noAutofit/>
          </a:bodyPr>
          <a:lstStyle>
            <a:lvl1pPr marL="457200" indent="-228600" algn="l">
              <a:lnSpc>
                <a:spcPct val="90000"/>
              </a:lnSpc>
              <a:spcBef>
                <a:spcPts val="0"/>
              </a:spcBef>
              <a:spcAft>
                <a:spcPts val="0"/>
              </a:spcAft>
              <a:buNone/>
              <a:defRPr sz="2700"/>
            </a:lvl1pPr>
            <a:lvl2pPr marL="914400" indent="-309562" algn="l">
              <a:lnSpc>
                <a:spcPct val="95000"/>
              </a:lnSpc>
              <a:spcBef>
                <a:spcPts val="750"/>
              </a:spcBef>
              <a:spcAft>
                <a:spcPts val="0"/>
              </a:spcAft>
              <a:buChar char="▪"/>
              <a:defRPr/>
            </a:lvl2pPr>
            <a:lvl3pPr marL="1371600" indent="-309562" algn="l">
              <a:lnSpc>
                <a:spcPct val="95000"/>
              </a:lnSpc>
              <a:spcBef>
                <a:spcPts val="375"/>
              </a:spcBef>
              <a:spcAft>
                <a:spcPts val="0"/>
              </a:spcAft>
              <a:buChar char="–"/>
              <a:defRPr/>
            </a:lvl3pPr>
            <a:lvl4pPr marL="1828800" indent="-309562" algn="l">
              <a:lnSpc>
                <a:spcPct val="95000"/>
              </a:lnSpc>
              <a:spcBef>
                <a:spcPts val="375"/>
              </a:spcBef>
              <a:spcAft>
                <a:spcPts val="0"/>
              </a:spcAft>
              <a:buChar char="–"/>
              <a:defRPr/>
            </a:lvl4pPr>
            <a:lvl5pPr marL="2286000" indent="-309562" algn="l">
              <a:lnSpc>
                <a:spcPct val="95000"/>
              </a:lnSpc>
              <a:spcBef>
                <a:spcPts val="375"/>
              </a:spcBef>
              <a:spcAft>
                <a:spcPts val="0"/>
              </a:spcAft>
              <a:buChar char="–"/>
              <a:defRPr/>
            </a:lvl5pPr>
            <a:lvl6pPr marL="2743200" indent="-309562" algn="l">
              <a:lnSpc>
                <a:spcPct val="95000"/>
              </a:lnSpc>
              <a:spcBef>
                <a:spcPts val="375"/>
              </a:spcBef>
              <a:spcAft>
                <a:spcPts val="0"/>
              </a:spcAft>
              <a:buChar char="–"/>
              <a:defRPr/>
            </a:lvl6pPr>
            <a:lvl7pPr marL="3200400" indent="-309562" algn="l">
              <a:lnSpc>
                <a:spcPct val="95000"/>
              </a:lnSpc>
              <a:spcBef>
                <a:spcPts val="375"/>
              </a:spcBef>
              <a:spcAft>
                <a:spcPts val="0"/>
              </a:spcAft>
              <a:buChar char="–"/>
              <a:defRPr/>
            </a:lvl7pPr>
            <a:lvl8pPr marL="3657600" indent="-309562" algn="l">
              <a:lnSpc>
                <a:spcPct val="95000"/>
              </a:lnSpc>
              <a:spcBef>
                <a:spcPts val="375"/>
              </a:spcBef>
              <a:spcAft>
                <a:spcPts val="0"/>
              </a:spcAft>
              <a:buChar char="–"/>
              <a:defRPr/>
            </a:lvl8pPr>
            <a:lvl9pPr marL="4114800" indent="-309562" algn="l">
              <a:lnSpc>
                <a:spcPct val="95000"/>
              </a:lnSpc>
              <a:spcBef>
                <a:spcPts val="375"/>
              </a:spcBef>
              <a:spcAft>
                <a:spcPts val="0"/>
              </a:spcAft>
              <a:buChar char="–"/>
              <a:defRPr/>
            </a:lvl9pPr>
          </a:lstStyle>
          <a:p>
            <a:endParaRPr/>
          </a:p>
        </p:txBody>
      </p:sp>
      <p:sp>
        <p:nvSpPr>
          <p:cNvPr id="299" name="Google Shape;299;p24">
            <a:extLst>
              <a:ext uri="{FF2B5EF4-FFF2-40B4-BE49-F238E27FC236}">
                <a16:creationId xmlns:a16="http://schemas.microsoft.com/office/drawing/2014/main" id="{F3565A91-2CA5-440E-96CF-9ABCFE10E8B3}"/>
              </a:ext>
            </a:extLst>
          </p:cNvPr>
          <p:cNvSpPr>
            <a:spLocks noGrp="1"/>
          </p:cNvSpPr>
          <p:nvPr>
            <p:ph type="dt" idx="10"/>
          </p:nvPr>
        </p:nvSpPr>
        <p:spPr>
          <a:xfrm>
            <a:off x="410766" y="4972050"/>
            <a:ext cx="617934" cy="171450"/>
          </a:xfrm>
          <a:prstGeom prst="rect">
            <a:avLst/>
          </a:prstGeom>
          <a:noFill/>
          <a:ln>
            <a:noFill/>
          </a:ln>
        </p:spPr>
        <p:txBody>
          <a:bodyPr spcFirstLastPara="1" wrap="square" lIns="0" tIns="45700" rIns="0" bIns="45700" anchor="b">
            <a:noAutofit/>
          </a:bodyPr>
          <a:lstStyle>
            <a:lvl1pPr algn="l">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a:endParaRPr/>
          </a:p>
        </p:txBody>
      </p:sp>
      <p:sp>
        <p:nvSpPr>
          <p:cNvPr id="300" name="Google Shape;300;p24">
            <a:extLst>
              <a:ext uri="{FF2B5EF4-FFF2-40B4-BE49-F238E27FC236}">
                <a16:creationId xmlns:a16="http://schemas.microsoft.com/office/drawing/2014/main" id="{9CD67A93-9B17-4A6B-BCDD-0F9C557B705B}"/>
              </a:ext>
            </a:extLst>
          </p:cNvPr>
          <p:cNvSpPr>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oAutofit/>
          </a:bodyPr>
          <a:lstStyle>
            <a:lvl1pPr marL="0" indent="0" algn="r">
              <a:spcBef>
                <a:spcPts val="0"/>
              </a:spcBef>
              <a:spcAft>
                <a:spcPts val="0"/>
              </a:spcAft>
              <a:buNone/>
              <a:defRPr/>
            </a:lvl1pPr>
            <a:lvl2pPr marL="0" indent="0" algn="r">
              <a:spcBef>
                <a:spcPts val="0"/>
              </a:spcBef>
              <a:spcAft>
                <a:spcPts val="0"/>
              </a:spcAft>
              <a:buNone/>
              <a:defRPr/>
            </a:lvl2pPr>
            <a:lvl3pPr marL="0" indent="0" algn="r">
              <a:spcBef>
                <a:spcPts val="0"/>
              </a:spcBef>
              <a:spcAft>
                <a:spcPts val="0"/>
              </a:spcAft>
              <a:buNone/>
              <a:defRPr/>
            </a:lvl3pPr>
            <a:lvl4pPr marL="0" indent="0" algn="r">
              <a:spcBef>
                <a:spcPts val="0"/>
              </a:spcBef>
              <a:spcAft>
                <a:spcPts val="0"/>
              </a:spcAft>
              <a:buNone/>
              <a:defRPr/>
            </a:lvl4pPr>
            <a:lvl5pPr marL="0" indent="0" algn="r">
              <a:spcBef>
                <a:spcPts val="0"/>
              </a:spcBef>
              <a:spcAft>
                <a:spcPts val="0"/>
              </a:spcAft>
              <a:buNone/>
              <a:defRPr/>
            </a:lvl5pPr>
            <a:lvl6pPr marL="0" indent="0" algn="r">
              <a:spcBef>
                <a:spcPts val="0"/>
              </a:spcBef>
              <a:spcAft>
                <a:spcPts val="0"/>
              </a:spcAft>
              <a:buNone/>
              <a:defRPr/>
            </a:lvl6pPr>
            <a:lvl7pPr marL="0" indent="0" algn="r">
              <a:spcBef>
                <a:spcPts val="0"/>
              </a:spcBef>
              <a:spcAft>
                <a:spcPts val="0"/>
              </a:spcAft>
              <a:buNone/>
              <a:defRPr/>
            </a:lvl7pPr>
            <a:lvl8pPr marL="0" indent="0" algn="r">
              <a:spcBef>
                <a:spcPts val="0"/>
              </a:spcBef>
              <a:spcAft>
                <a:spcPts val="0"/>
              </a:spcAft>
              <a:buNone/>
              <a:defRPr/>
            </a:lvl8pPr>
            <a:lvl9pPr marL="0" indent="0" algn="r">
              <a:spcBef>
                <a:spcPts val="0"/>
              </a:spcBef>
              <a:spcAft>
                <a:spcPts val="0"/>
              </a:spcAft>
              <a:buNone/>
              <a:defRPr/>
            </a:lvl9pPr>
          </a:lstStyle>
          <a:p>
            <a:pPr mar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matchingName="Section Header - Half Image">
  <p:cSld name="Section Header - Half Image">
    <p:bg>
      <p:bgPr>
        <a:solidFill>
          <a:srgbClr val="221F20"/>
        </a:solidFill>
        <a:effectLst/>
      </p:bgPr>
    </p:bg>
    <p:spTree>
      <p:nvGrpSpPr>
        <p:cNvPr id="1" name=""/>
        <p:cNvGrpSpPr/>
        <p:nvPr/>
      </p:nvGrpSpPr>
      <p:grpSpPr>
        <a:xfrm>
          <a:off x="0" y="0"/>
          <a:ext cx="0" cy="0"/>
          <a:chOff x="0" y="0"/>
          <a:chExt cx="0" cy="0"/>
        </a:xfrm>
      </p:grpSpPr>
      <p:sp>
        <p:nvSpPr>
          <p:cNvPr id="302" name="Google Shape;302;p25">
            <a:extLst>
              <a:ext uri="{FF2B5EF4-FFF2-40B4-BE49-F238E27FC236}">
                <a16:creationId xmlns:a16="http://schemas.microsoft.com/office/drawing/2014/main" id="{8D1A3D9B-F267-4AF2-BCA3-124F38E31F92}"/>
              </a:ext>
            </a:extLst>
          </p:cNvPr>
          <p:cNvSpPr>
            <a:spLocks noGrp="1"/>
          </p:cNvSpPr>
          <p:nvPr>
            <p:ph type="title"/>
          </p:nvPr>
        </p:nvSpPr>
        <p:spPr>
          <a:xfrm>
            <a:off x="411481" y="308611"/>
            <a:ext cx="4023995" cy="891778"/>
          </a:xfrm>
          <a:prstGeom prst="rect">
            <a:avLst/>
          </a:prstGeom>
          <a:noFill/>
          <a:ln>
            <a:noFill/>
          </a:ln>
        </p:spPr>
        <p:txBody>
          <a:bodyPr spcFirstLastPara="1" wrap="square" lIns="0" tIns="0" rIns="0" bIns="0" anchor="t">
            <a:noAutofit/>
          </a:bodyPr>
          <a:lstStyle>
            <a:lvl1pPr algn="l">
              <a:lnSpc>
                <a:spcPct val="80000"/>
              </a:lnSpc>
              <a:spcBef>
                <a:spcPts val="0"/>
              </a:spcBef>
              <a:spcAft>
                <a:spcPts val="0"/>
              </a:spcAft>
              <a:buNone/>
              <a:defRPr sz="3000">
                <a:solidFill>
                  <a:schemeClr val="lt2"/>
                </a:solidFill>
              </a:defRPr>
            </a:lvl1pPr>
            <a:lvl2pPr>
              <a:spcBef>
                <a:spcPts val="0"/>
              </a:spcBef>
              <a:spcAft>
                <a:spcPts val="0"/>
              </a:spcAft>
              <a:buNone/>
              <a:defRPr/>
            </a:lvl2pPr>
            <a:lvl3pPr>
              <a:spcBef>
                <a:spcPts val="0"/>
              </a:spcBef>
              <a:spcAft>
                <a:spcPts val="0"/>
              </a:spcAft>
              <a:buNone/>
              <a:defRPr/>
            </a:lvl3pPr>
            <a:lvl4pPr>
              <a:spcBef>
                <a:spcPts val="0"/>
              </a:spcBef>
              <a:spcAft>
                <a:spcPts val="0"/>
              </a:spcAft>
              <a:buNone/>
              <a:defRPr/>
            </a:lvl4pPr>
            <a:lvl5pPr>
              <a:spcBef>
                <a:spcPts val="0"/>
              </a:spcBef>
              <a:spcAft>
                <a:spcPts val="0"/>
              </a:spcAft>
              <a:buNone/>
              <a:defRPr/>
            </a:lvl5pPr>
            <a:lvl6pPr>
              <a:spcBef>
                <a:spcPts val="0"/>
              </a:spcBef>
              <a:spcAft>
                <a:spcPts val="0"/>
              </a:spcAft>
              <a:buNone/>
              <a:defRPr/>
            </a:lvl6pPr>
            <a:lvl7pPr>
              <a:spcBef>
                <a:spcPts val="0"/>
              </a:spcBef>
              <a:spcAft>
                <a:spcPts val="0"/>
              </a:spcAft>
              <a:buNone/>
              <a:defRPr/>
            </a:lvl7pPr>
            <a:lvl8pPr>
              <a:spcBef>
                <a:spcPts val="0"/>
              </a:spcBef>
              <a:spcAft>
                <a:spcPts val="0"/>
              </a:spcAft>
              <a:buNone/>
              <a:defRPr/>
            </a:lvl8pPr>
            <a:lvl9pPr>
              <a:spcBef>
                <a:spcPts val="0"/>
              </a:spcBef>
              <a:spcAft>
                <a:spcPts val="0"/>
              </a:spcAft>
              <a:buNone/>
              <a:defRPr/>
            </a:lvl9pPr>
          </a:lstStyle>
          <a:p>
            <a:endParaRPr/>
          </a:p>
        </p:txBody>
      </p:sp>
      <p:sp>
        <p:nvSpPr>
          <p:cNvPr id="303" name="Google Shape;303;p25">
            <a:extLst>
              <a:ext uri="{FF2B5EF4-FFF2-40B4-BE49-F238E27FC236}">
                <a16:creationId xmlns:a16="http://schemas.microsoft.com/office/drawing/2014/main" id="{B0ACF741-C4D9-48DD-A740-A310EAB1F29F}"/>
              </a:ext>
            </a:extLst>
          </p:cNvPr>
          <p:cNvSpPr>
            <a:spLocks noGrp="1"/>
          </p:cNvSpPr>
          <p:nvPr>
            <p:ph type="body" idx="1"/>
          </p:nvPr>
        </p:nvSpPr>
        <p:spPr>
          <a:xfrm>
            <a:off x="411480" y="1611630"/>
            <a:ext cx="4023994" cy="3017520"/>
          </a:xfrm>
          <a:prstGeom prst="rect">
            <a:avLst/>
          </a:prstGeom>
          <a:noFill/>
          <a:ln>
            <a:noFill/>
          </a:ln>
        </p:spPr>
        <p:txBody>
          <a:bodyPr spcFirstLastPara="1" wrap="square" lIns="0" tIns="0" rIns="0" bIns="0" anchor="t">
            <a:noAutofit/>
          </a:bodyPr>
          <a:lstStyle>
            <a:lvl1pPr marL="457200" indent="-228600" algn="l">
              <a:lnSpc>
                <a:spcPct val="95000"/>
              </a:lnSpc>
              <a:spcBef>
                <a:spcPts val="750"/>
              </a:spcBef>
              <a:spcAft>
                <a:spcPts val="0"/>
              </a:spcAft>
              <a:buNone/>
              <a:defRPr/>
            </a:lvl1pPr>
            <a:lvl2pPr marL="914400" indent="-309562" algn="l">
              <a:lnSpc>
                <a:spcPct val="95000"/>
              </a:lnSpc>
              <a:spcBef>
                <a:spcPts val="750"/>
              </a:spcBef>
              <a:spcAft>
                <a:spcPts val="0"/>
              </a:spcAft>
              <a:buChar char="▪"/>
              <a:defRPr/>
            </a:lvl2pPr>
            <a:lvl3pPr marL="1371600" indent="-309562" algn="l">
              <a:lnSpc>
                <a:spcPct val="95000"/>
              </a:lnSpc>
              <a:spcBef>
                <a:spcPts val="375"/>
              </a:spcBef>
              <a:spcAft>
                <a:spcPts val="0"/>
              </a:spcAft>
              <a:buChar char="–"/>
              <a:defRPr/>
            </a:lvl3pPr>
            <a:lvl4pPr marL="1828800" indent="-309562" algn="l">
              <a:lnSpc>
                <a:spcPct val="95000"/>
              </a:lnSpc>
              <a:spcBef>
                <a:spcPts val="375"/>
              </a:spcBef>
              <a:spcAft>
                <a:spcPts val="0"/>
              </a:spcAft>
              <a:buChar char="–"/>
              <a:defRPr/>
            </a:lvl4pPr>
            <a:lvl5pPr marL="2286000" indent="-309562" algn="l">
              <a:lnSpc>
                <a:spcPct val="95000"/>
              </a:lnSpc>
              <a:spcBef>
                <a:spcPts val="375"/>
              </a:spcBef>
              <a:spcAft>
                <a:spcPts val="0"/>
              </a:spcAft>
              <a:buChar char="–"/>
              <a:defRPr/>
            </a:lvl5pPr>
            <a:lvl6pPr marL="2743200" indent="-309562" algn="l">
              <a:lnSpc>
                <a:spcPct val="95000"/>
              </a:lnSpc>
              <a:spcBef>
                <a:spcPts val="375"/>
              </a:spcBef>
              <a:spcAft>
                <a:spcPts val="0"/>
              </a:spcAft>
              <a:buChar char="–"/>
              <a:defRPr/>
            </a:lvl6pPr>
            <a:lvl7pPr marL="3200400" indent="-309562" algn="l">
              <a:lnSpc>
                <a:spcPct val="95000"/>
              </a:lnSpc>
              <a:spcBef>
                <a:spcPts val="375"/>
              </a:spcBef>
              <a:spcAft>
                <a:spcPts val="0"/>
              </a:spcAft>
              <a:buChar char="–"/>
              <a:defRPr/>
            </a:lvl7pPr>
            <a:lvl8pPr marL="3657600" indent="-309562" algn="l">
              <a:lnSpc>
                <a:spcPct val="95000"/>
              </a:lnSpc>
              <a:spcBef>
                <a:spcPts val="375"/>
              </a:spcBef>
              <a:spcAft>
                <a:spcPts val="0"/>
              </a:spcAft>
              <a:buChar char="–"/>
              <a:defRPr/>
            </a:lvl8pPr>
            <a:lvl9pPr marL="4114800" indent="-309562" algn="l">
              <a:lnSpc>
                <a:spcPct val="95000"/>
              </a:lnSpc>
              <a:spcBef>
                <a:spcPts val="375"/>
              </a:spcBef>
              <a:spcAft>
                <a:spcPts val="0"/>
              </a:spcAft>
              <a:buChar char="–"/>
              <a:defRPr/>
            </a:lvl9pPr>
          </a:lstStyle>
          <a:p>
            <a:endParaRPr/>
          </a:p>
        </p:txBody>
      </p:sp>
      <p:sp>
        <p:nvSpPr>
          <p:cNvPr id="304" name="Google Shape;304;p25">
            <a:extLst>
              <a:ext uri="{FF2B5EF4-FFF2-40B4-BE49-F238E27FC236}">
                <a16:creationId xmlns:a16="http://schemas.microsoft.com/office/drawing/2014/main" id="{CC0BC029-F1CF-4B41-939A-D5AFF212128E}"/>
              </a:ext>
            </a:extLst>
          </p:cNvPr>
          <p:cNvSpPr>
            <a:spLocks noGrp="1"/>
          </p:cNvSpPr>
          <p:nvPr>
            <p:ph type="dt" idx="10"/>
          </p:nvPr>
        </p:nvSpPr>
        <p:spPr>
          <a:xfrm>
            <a:off x="410766" y="4972050"/>
            <a:ext cx="617934" cy="171450"/>
          </a:xfrm>
          <a:prstGeom prst="rect">
            <a:avLst/>
          </a:prstGeom>
          <a:noFill/>
          <a:ln>
            <a:noFill/>
          </a:ln>
        </p:spPr>
        <p:txBody>
          <a:bodyPr spcFirstLastPara="1" wrap="square" lIns="0" tIns="45700" rIns="0" bIns="45700" anchor="b">
            <a:noAutofit/>
          </a:bodyPr>
          <a:lstStyle>
            <a:lvl1pPr algn="l">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a:endParaRPr/>
          </a:p>
        </p:txBody>
      </p:sp>
      <p:sp>
        <p:nvSpPr>
          <p:cNvPr id="305" name="Google Shape;305;p25">
            <a:extLst>
              <a:ext uri="{FF2B5EF4-FFF2-40B4-BE49-F238E27FC236}">
                <a16:creationId xmlns:a16="http://schemas.microsoft.com/office/drawing/2014/main" id="{0DDA53F0-B833-48C2-BE51-779024470150}"/>
              </a:ext>
            </a:extLst>
          </p:cNvPr>
          <p:cNvSpPr>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oAutofit/>
          </a:bodyPr>
          <a:lstStyle>
            <a:lvl1pPr marL="0" indent="0" algn="r">
              <a:spcBef>
                <a:spcPts val="0"/>
              </a:spcBef>
              <a:spcAft>
                <a:spcPts val="0"/>
              </a:spcAft>
              <a:buNone/>
              <a:defRPr/>
            </a:lvl1pPr>
            <a:lvl2pPr marL="0" indent="0" algn="r">
              <a:spcBef>
                <a:spcPts val="0"/>
              </a:spcBef>
              <a:spcAft>
                <a:spcPts val="0"/>
              </a:spcAft>
              <a:buNone/>
              <a:defRPr/>
            </a:lvl2pPr>
            <a:lvl3pPr marL="0" indent="0" algn="r">
              <a:spcBef>
                <a:spcPts val="0"/>
              </a:spcBef>
              <a:spcAft>
                <a:spcPts val="0"/>
              </a:spcAft>
              <a:buNone/>
              <a:defRPr/>
            </a:lvl3pPr>
            <a:lvl4pPr marL="0" indent="0" algn="r">
              <a:spcBef>
                <a:spcPts val="0"/>
              </a:spcBef>
              <a:spcAft>
                <a:spcPts val="0"/>
              </a:spcAft>
              <a:buNone/>
              <a:defRPr/>
            </a:lvl4pPr>
            <a:lvl5pPr marL="0" indent="0" algn="r">
              <a:spcBef>
                <a:spcPts val="0"/>
              </a:spcBef>
              <a:spcAft>
                <a:spcPts val="0"/>
              </a:spcAft>
              <a:buNone/>
              <a:defRPr/>
            </a:lvl5pPr>
            <a:lvl6pPr marL="0" indent="0" algn="r">
              <a:spcBef>
                <a:spcPts val="0"/>
              </a:spcBef>
              <a:spcAft>
                <a:spcPts val="0"/>
              </a:spcAft>
              <a:buNone/>
              <a:defRPr/>
            </a:lvl6pPr>
            <a:lvl7pPr marL="0" indent="0" algn="r">
              <a:spcBef>
                <a:spcPts val="0"/>
              </a:spcBef>
              <a:spcAft>
                <a:spcPts val="0"/>
              </a:spcAft>
              <a:buNone/>
              <a:defRPr/>
            </a:lvl7pPr>
            <a:lvl8pPr marL="0" indent="0" algn="r">
              <a:spcBef>
                <a:spcPts val="0"/>
              </a:spcBef>
              <a:spcAft>
                <a:spcPts val="0"/>
              </a:spcAft>
              <a:buNone/>
              <a:defRPr/>
            </a:lvl8pPr>
            <a:lvl9pPr marL="0" indent="0" algn="r">
              <a:spcBef>
                <a:spcPts val="0"/>
              </a:spcBef>
              <a:spcAft>
                <a:spcPts val="0"/>
              </a:spcAft>
              <a:buNone/>
              <a:defRPr/>
            </a:lvl9pPr>
          </a:lstStyle>
          <a:p>
            <a:pPr marL="0" indent="0" algn="r">
              <a:spcBef>
                <a:spcPts val="0"/>
              </a:spcBef>
              <a:spcAft>
                <a:spcPts val="0"/>
              </a:spcAft>
              <a:buNone/>
            </a:pPr>
            <a:fld id="{00000000-1234-1234-1234-123412341234}" type="slidenum">
              <a:t>‹#›</a:t>
            </a:fld>
            <a:endParaRPr/>
          </a:p>
        </p:txBody>
      </p:sp>
      <p:sp>
        <p:nvSpPr>
          <p:cNvPr id="306" name="Google Shape;306;p25">
            <a:extLst>
              <a:ext uri="{FF2B5EF4-FFF2-40B4-BE49-F238E27FC236}">
                <a16:creationId xmlns:a16="http://schemas.microsoft.com/office/drawing/2014/main" id="{32F222EC-0D33-41A6-B435-8EA8AD4D5A51}"/>
              </a:ext>
            </a:extLst>
          </p:cNvPr>
          <p:cNvSpPr>
            <a:spLocks noGrp="1"/>
          </p:cNvSpPr>
          <p:nvPr>
            <p:ph type="pic" idx="2"/>
          </p:nvPr>
        </p:nvSpPr>
        <p:spPr>
          <a:xfrm>
            <a:off x="4708528" y="807244"/>
            <a:ext cx="4024311" cy="3821906"/>
          </a:xfrm>
          <a:prstGeom prst="rect">
            <a:avLst/>
          </a:prstGeom>
          <a:solidFill>
            <a:srgbClr val="D5D5D7"/>
          </a:solidFill>
          <a:ln>
            <a:noFill/>
          </a:ln>
        </p:spPr>
      </p:sp>
      <p:sp>
        <p:nvSpPr>
          <p:cNvPr id="307" name="Google Shape;307;p25">
            <a:extLst>
              <a:ext uri="{FF2B5EF4-FFF2-40B4-BE49-F238E27FC236}">
                <a16:creationId xmlns:a16="http://schemas.microsoft.com/office/drawing/2014/main" id="{FA9D6532-23A8-4754-9440-27A200E159C7}"/>
              </a:ext>
            </a:extLst>
          </p:cNvPr>
          <p:cNvSpPr>
            <a:spLocks noGrp="1"/>
          </p:cNvSpPr>
          <p:nvPr/>
        </p:nvSpPr>
        <p:spPr>
          <a:xfrm>
            <a:off x="1040130" y="4970376"/>
            <a:ext cx="7063740" cy="173124"/>
          </a:xfrm>
          <a:prstGeom prst="rect">
            <a:avLst/>
          </a:prstGeom>
          <a:noFill/>
          <a:ln>
            <a:noFill/>
          </a:ln>
        </p:spPr>
        <p:txBody>
          <a:bodyPr spcFirstLastPara="1" wrap="square" lIns="0" tIns="45700" rIns="0" bIns="45700" anchor="b">
            <a:noAutofit/>
          </a:bodyPr>
          <a:lstStyle/>
          <a:p>
            <a:pPr marL="0" indent="0" algn="ctr">
              <a:spcBef>
                <a:spcPts val="0"/>
              </a:spcBef>
              <a:spcAft>
                <a:spcPts val="0"/>
              </a:spcAft>
              <a:buNone/>
            </a:pPr>
            <a:r>
              <a:rPr sz="525" b="1" i="0" u="none" cap="none">
                <a:solidFill>
                  <a:schemeClr val="lt1"/>
                </a:solidFill>
                <a:latin typeface="Arial"/>
                <a:ea typeface="Arial"/>
                <a:cs typeface="Arial"/>
              </a:rPr>
              <a:t>EDIT CONTROL STATEMENT UNDER &gt; VIEW &gt; SLIDE MASTER &gt; SCROLL TO TOP &gt; CHANGE HEADER AND FOOTER</a:t>
            </a:r>
          </a:p>
        </p:txBody>
      </p:sp>
      <p:sp>
        <p:nvSpPr>
          <p:cNvPr id="308" name="Google Shape;308;p25">
            <a:extLst>
              <a:ext uri="{FF2B5EF4-FFF2-40B4-BE49-F238E27FC236}">
                <a16:creationId xmlns:a16="http://schemas.microsoft.com/office/drawing/2014/main" id="{582AE0AA-ACB7-4F00-9B8A-FE953D32B781}"/>
              </a:ext>
            </a:extLst>
          </p:cNvPr>
          <p:cNvSpPr>
            <a:spLocks noGrp="1"/>
          </p:cNvSpPr>
          <p:nvPr/>
        </p:nvSpPr>
        <p:spPr>
          <a:xfrm>
            <a:off x="1040130" y="0"/>
            <a:ext cx="7063740" cy="173124"/>
          </a:xfrm>
          <a:prstGeom prst="rect">
            <a:avLst/>
          </a:prstGeom>
          <a:noFill/>
          <a:ln>
            <a:noFill/>
          </a:ln>
        </p:spPr>
        <p:txBody>
          <a:bodyPr spcFirstLastPara="1" wrap="square" lIns="91425" tIns="45700" rIns="91425" bIns="45700" anchor="t">
            <a:noAutofit/>
          </a:bodyPr>
          <a:lstStyle/>
          <a:p>
            <a:pPr marL="0" indent="0" algn="ctr">
              <a:spcBef>
                <a:spcPts val="0"/>
              </a:spcBef>
              <a:spcAft>
                <a:spcPts val="0"/>
              </a:spcAft>
              <a:buNone/>
            </a:pPr>
            <a:r>
              <a:rPr sz="525" b="1" i="0" u="none" cap="none">
                <a:solidFill>
                  <a:schemeClr val="lt1"/>
                </a:solidFill>
                <a:latin typeface="Arial"/>
                <a:ea typeface="Arial"/>
                <a:cs typeface="Arial"/>
              </a:rPr>
              <a:t>EDIT CONTROL STATEMENT UNDER &gt; VIEW &gt; SLIDE MASTER &gt; SCROLL TO TOP &gt; CHANGE HEADER AND FOOTER</a:t>
            </a:r>
          </a:p>
        </p:txBody>
      </p:sp>
      <p:pic>
        <p:nvPicPr>
          <p:cNvPr id="309" name="Google Shape;309;p25"/>
          <p:cNvPicPr>
            <a:picLocks noChangeAspect="1"/>
          </p:cNvPicPr>
          <p:nvPr/>
        </p:nvPicPr>
        <p:blipFill rotWithShape="1">
          <a:blip r:embed="rId2">
            <a:alphaModFix/>
          </a:blip>
          <a:srcRect/>
          <a:stretch/>
        </p:blipFill>
        <p:spPr>
          <a:xfrm>
            <a:off x="7503462" y="308372"/>
            <a:ext cx="1222280" cy="358517"/>
          </a:xfrm>
          <a:prstGeom prst="rect">
            <a:avLst/>
          </a:prstGeom>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Section Header - Half Image - White">
  <p:cSld name="Section Header - Half Image - White">
    <p:bg>
      <p:bgPr>
        <a:solidFill>
          <a:schemeClr val="lt1"/>
        </a:solidFill>
        <a:effectLst/>
      </p:bgPr>
    </p:bg>
    <p:spTree>
      <p:nvGrpSpPr>
        <p:cNvPr id="1" name=""/>
        <p:cNvGrpSpPr/>
        <p:nvPr/>
      </p:nvGrpSpPr>
      <p:grpSpPr>
        <a:xfrm>
          <a:off x="0" y="0"/>
          <a:ext cx="0" cy="0"/>
          <a:chOff x="0" y="0"/>
          <a:chExt cx="0" cy="0"/>
        </a:xfrm>
      </p:grpSpPr>
      <p:sp>
        <p:nvSpPr>
          <p:cNvPr id="311" name="Google Shape;311;p26">
            <a:extLst>
              <a:ext uri="{FF2B5EF4-FFF2-40B4-BE49-F238E27FC236}">
                <a16:creationId xmlns:a16="http://schemas.microsoft.com/office/drawing/2014/main" id="{CDC495D5-955B-48E5-8CAC-4D4128B0738C}"/>
              </a:ext>
            </a:extLst>
          </p:cNvPr>
          <p:cNvSpPr>
            <a:spLocks noGrp="1"/>
          </p:cNvSpPr>
          <p:nvPr>
            <p:ph type="title"/>
          </p:nvPr>
        </p:nvSpPr>
        <p:spPr>
          <a:xfrm>
            <a:off x="411481" y="308611"/>
            <a:ext cx="4023995" cy="891778"/>
          </a:xfrm>
          <a:prstGeom prst="rect">
            <a:avLst/>
          </a:prstGeom>
          <a:noFill/>
          <a:ln>
            <a:noFill/>
          </a:ln>
        </p:spPr>
        <p:txBody>
          <a:bodyPr spcFirstLastPara="1" wrap="square" lIns="0" tIns="0" rIns="0" bIns="0" anchor="t">
            <a:noAutofit/>
          </a:bodyPr>
          <a:lstStyle>
            <a:lvl1pPr algn="l">
              <a:lnSpc>
                <a:spcPct val="80000"/>
              </a:lnSpc>
              <a:spcBef>
                <a:spcPts val="0"/>
              </a:spcBef>
              <a:spcAft>
                <a:spcPts val="0"/>
              </a:spcAft>
              <a:buNone/>
              <a:defRPr sz="3000">
                <a:solidFill>
                  <a:schemeClr val="dk2"/>
                </a:solidFill>
              </a:defRPr>
            </a:lvl1pPr>
            <a:lvl2pPr>
              <a:spcBef>
                <a:spcPts val="0"/>
              </a:spcBef>
              <a:spcAft>
                <a:spcPts val="0"/>
              </a:spcAft>
              <a:buNone/>
              <a:defRPr/>
            </a:lvl2pPr>
            <a:lvl3pPr>
              <a:spcBef>
                <a:spcPts val="0"/>
              </a:spcBef>
              <a:spcAft>
                <a:spcPts val="0"/>
              </a:spcAft>
              <a:buNone/>
              <a:defRPr/>
            </a:lvl3pPr>
            <a:lvl4pPr>
              <a:spcBef>
                <a:spcPts val="0"/>
              </a:spcBef>
              <a:spcAft>
                <a:spcPts val="0"/>
              </a:spcAft>
              <a:buNone/>
              <a:defRPr/>
            </a:lvl4pPr>
            <a:lvl5pPr>
              <a:spcBef>
                <a:spcPts val="0"/>
              </a:spcBef>
              <a:spcAft>
                <a:spcPts val="0"/>
              </a:spcAft>
              <a:buNone/>
              <a:defRPr/>
            </a:lvl5pPr>
            <a:lvl6pPr>
              <a:spcBef>
                <a:spcPts val="0"/>
              </a:spcBef>
              <a:spcAft>
                <a:spcPts val="0"/>
              </a:spcAft>
              <a:buNone/>
              <a:defRPr/>
            </a:lvl6pPr>
            <a:lvl7pPr>
              <a:spcBef>
                <a:spcPts val="0"/>
              </a:spcBef>
              <a:spcAft>
                <a:spcPts val="0"/>
              </a:spcAft>
              <a:buNone/>
              <a:defRPr/>
            </a:lvl7pPr>
            <a:lvl8pPr>
              <a:spcBef>
                <a:spcPts val="0"/>
              </a:spcBef>
              <a:spcAft>
                <a:spcPts val="0"/>
              </a:spcAft>
              <a:buNone/>
              <a:defRPr/>
            </a:lvl8pPr>
            <a:lvl9pPr>
              <a:spcBef>
                <a:spcPts val="0"/>
              </a:spcBef>
              <a:spcAft>
                <a:spcPts val="0"/>
              </a:spcAft>
              <a:buNone/>
              <a:defRPr/>
            </a:lvl9pPr>
          </a:lstStyle>
          <a:p>
            <a:endParaRPr/>
          </a:p>
        </p:txBody>
      </p:sp>
      <p:sp>
        <p:nvSpPr>
          <p:cNvPr id="312" name="Google Shape;312;p26">
            <a:extLst>
              <a:ext uri="{FF2B5EF4-FFF2-40B4-BE49-F238E27FC236}">
                <a16:creationId xmlns:a16="http://schemas.microsoft.com/office/drawing/2014/main" id="{BDE3F02B-3D32-442C-A475-F3521655FF7F}"/>
              </a:ext>
            </a:extLst>
          </p:cNvPr>
          <p:cNvSpPr>
            <a:spLocks noGrp="1"/>
          </p:cNvSpPr>
          <p:nvPr>
            <p:ph type="body" idx="1"/>
          </p:nvPr>
        </p:nvSpPr>
        <p:spPr>
          <a:xfrm>
            <a:off x="411480" y="1611630"/>
            <a:ext cx="4023994" cy="3017520"/>
          </a:xfrm>
          <a:prstGeom prst="rect">
            <a:avLst/>
          </a:prstGeom>
          <a:noFill/>
          <a:ln>
            <a:noFill/>
          </a:ln>
        </p:spPr>
        <p:txBody>
          <a:bodyPr spcFirstLastPara="1" wrap="square" lIns="0" tIns="0" rIns="0" bIns="0" anchor="t">
            <a:noAutofit/>
          </a:bodyPr>
          <a:lstStyle>
            <a:lvl1pPr marL="457200" indent="-228600" algn="l">
              <a:lnSpc>
                <a:spcPct val="95000"/>
              </a:lnSpc>
              <a:spcBef>
                <a:spcPts val="750"/>
              </a:spcBef>
              <a:spcAft>
                <a:spcPts val="0"/>
              </a:spcAft>
              <a:buNone/>
              <a:defRPr/>
            </a:lvl1pPr>
            <a:lvl2pPr marL="914400" indent="-309562" algn="l">
              <a:lnSpc>
                <a:spcPct val="95000"/>
              </a:lnSpc>
              <a:spcBef>
                <a:spcPts val="750"/>
              </a:spcBef>
              <a:spcAft>
                <a:spcPts val="0"/>
              </a:spcAft>
              <a:buChar char="▪"/>
              <a:defRPr/>
            </a:lvl2pPr>
            <a:lvl3pPr marL="1371600" indent="-309562" algn="l">
              <a:lnSpc>
                <a:spcPct val="95000"/>
              </a:lnSpc>
              <a:spcBef>
                <a:spcPts val="375"/>
              </a:spcBef>
              <a:spcAft>
                <a:spcPts val="0"/>
              </a:spcAft>
              <a:buChar char="–"/>
              <a:defRPr/>
            </a:lvl3pPr>
            <a:lvl4pPr marL="1828800" indent="-309562" algn="l">
              <a:lnSpc>
                <a:spcPct val="95000"/>
              </a:lnSpc>
              <a:spcBef>
                <a:spcPts val="375"/>
              </a:spcBef>
              <a:spcAft>
                <a:spcPts val="0"/>
              </a:spcAft>
              <a:buChar char="–"/>
              <a:defRPr/>
            </a:lvl4pPr>
            <a:lvl5pPr marL="2286000" indent="-309562" algn="l">
              <a:lnSpc>
                <a:spcPct val="95000"/>
              </a:lnSpc>
              <a:spcBef>
                <a:spcPts val="375"/>
              </a:spcBef>
              <a:spcAft>
                <a:spcPts val="0"/>
              </a:spcAft>
              <a:buChar char="–"/>
              <a:defRPr/>
            </a:lvl5pPr>
            <a:lvl6pPr marL="2743200" indent="-309562" algn="l">
              <a:lnSpc>
                <a:spcPct val="95000"/>
              </a:lnSpc>
              <a:spcBef>
                <a:spcPts val="375"/>
              </a:spcBef>
              <a:spcAft>
                <a:spcPts val="0"/>
              </a:spcAft>
              <a:buChar char="–"/>
              <a:defRPr/>
            </a:lvl6pPr>
            <a:lvl7pPr marL="3200400" indent="-309562" algn="l">
              <a:lnSpc>
                <a:spcPct val="95000"/>
              </a:lnSpc>
              <a:spcBef>
                <a:spcPts val="375"/>
              </a:spcBef>
              <a:spcAft>
                <a:spcPts val="0"/>
              </a:spcAft>
              <a:buChar char="–"/>
              <a:defRPr/>
            </a:lvl7pPr>
            <a:lvl8pPr marL="3657600" indent="-309562" algn="l">
              <a:lnSpc>
                <a:spcPct val="95000"/>
              </a:lnSpc>
              <a:spcBef>
                <a:spcPts val="375"/>
              </a:spcBef>
              <a:spcAft>
                <a:spcPts val="0"/>
              </a:spcAft>
              <a:buChar char="–"/>
              <a:defRPr/>
            </a:lvl8pPr>
            <a:lvl9pPr marL="4114800" indent="-309562" algn="l">
              <a:lnSpc>
                <a:spcPct val="95000"/>
              </a:lnSpc>
              <a:spcBef>
                <a:spcPts val="375"/>
              </a:spcBef>
              <a:spcAft>
                <a:spcPts val="0"/>
              </a:spcAft>
              <a:buChar char="–"/>
              <a:defRPr/>
            </a:lvl9pPr>
          </a:lstStyle>
          <a:p>
            <a:endParaRPr/>
          </a:p>
        </p:txBody>
      </p:sp>
      <p:sp>
        <p:nvSpPr>
          <p:cNvPr id="313" name="Google Shape;313;p26">
            <a:extLst>
              <a:ext uri="{FF2B5EF4-FFF2-40B4-BE49-F238E27FC236}">
                <a16:creationId xmlns:a16="http://schemas.microsoft.com/office/drawing/2014/main" id="{13F69209-4E81-4034-B3D9-1691C8F14B91}"/>
              </a:ext>
            </a:extLst>
          </p:cNvPr>
          <p:cNvSpPr>
            <a:spLocks noGrp="1"/>
          </p:cNvSpPr>
          <p:nvPr>
            <p:ph type="pic" idx="2"/>
          </p:nvPr>
        </p:nvSpPr>
        <p:spPr>
          <a:xfrm>
            <a:off x="4708528" y="807244"/>
            <a:ext cx="4024311" cy="3821906"/>
          </a:xfrm>
          <a:prstGeom prst="rect">
            <a:avLst/>
          </a:prstGeom>
          <a:solidFill>
            <a:srgbClr val="D5D5D7"/>
          </a:solidFill>
          <a:ln>
            <a:noFill/>
          </a:ln>
        </p:spPr>
      </p:sp>
      <p:sp>
        <p:nvSpPr>
          <p:cNvPr id="314" name="Google Shape;314;p26">
            <a:extLst>
              <a:ext uri="{FF2B5EF4-FFF2-40B4-BE49-F238E27FC236}">
                <a16:creationId xmlns:a16="http://schemas.microsoft.com/office/drawing/2014/main" id="{0AEF2EB7-A587-4AA6-94B4-69C2A5608A1D}"/>
              </a:ext>
            </a:extLst>
          </p:cNvPr>
          <p:cNvSpPr>
            <a:spLocks noGrp="1"/>
          </p:cNvSpPr>
          <p:nvPr>
            <p:ph type="dt" idx="10"/>
          </p:nvPr>
        </p:nvSpPr>
        <p:spPr>
          <a:xfrm>
            <a:off x="410766" y="4972050"/>
            <a:ext cx="617934" cy="171450"/>
          </a:xfrm>
          <a:prstGeom prst="rect">
            <a:avLst/>
          </a:prstGeom>
          <a:noFill/>
          <a:ln>
            <a:noFill/>
          </a:ln>
        </p:spPr>
        <p:txBody>
          <a:bodyPr spcFirstLastPara="1" wrap="square" lIns="0" tIns="45700" rIns="0" bIns="45700" anchor="b">
            <a:noAutofit/>
          </a:bodyPr>
          <a:lstStyle>
            <a:lvl1pPr algn="l">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a:endParaRPr/>
          </a:p>
        </p:txBody>
      </p:sp>
      <p:sp>
        <p:nvSpPr>
          <p:cNvPr id="315" name="Google Shape;315;p26">
            <a:extLst>
              <a:ext uri="{FF2B5EF4-FFF2-40B4-BE49-F238E27FC236}">
                <a16:creationId xmlns:a16="http://schemas.microsoft.com/office/drawing/2014/main" id="{D2397873-BBB0-4ED3-9308-6BE882546838}"/>
              </a:ext>
            </a:extLst>
          </p:cNvPr>
          <p:cNvSpPr>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oAutofit/>
          </a:bodyPr>
          <a:lstStyle>
            <a:lvl1pPr marL="0" indent="0" algn="r">
              <a:spcBef>
                <a:spcPts val="0"/>
              </a:spcBef>
              <a:spcAft>
                <a:spcPts val="0"/>
              </a:spcAft>
              <a:buNone/>
              <a:defRPr/>
            </a:lvl1pPr>
            <a:lvl2pPr marL="0" indent="0" algn="r">
              <a:spcBef>
                <a:spcPts val="0"/>
              </a:spcBef>
              <a:spcAft>
                <a:spcPts val="0"/>
              </a:spcAft>
              <a:buNone/>
              <a:defRPr/>
            </a:lvl2pPr>
            <a:lvl3pPr marL="0" indent="0" algn="r">
              <a:spcBef>
                <a:spcPts val="0"/>
              </a:spcBef>
              <a:spcAft>
                <a:spcPts val="0"/>
              </a:spcAft>
              <a:buNone/>
              <a:defRPr/>
            </a:lvl3pPr>
            <a:lvl4pPr marL="0" indent="0" algn="r">
              <a:spcBef>
                <a:spcPts val="0"/>
              </a:spcBef>
              <a:spcAft>
                <a:spcPts val="0"/>
              </a:spcAft>
              <a:buNone/>
              <a:defRPr/>
            </a:lvl4pPr>
            <a:lvl5pPr marL="0" indent="0" algn="r">
              <a:spcBef>
                <a:spcPts val="0"/>
              </a:spcBef>
              <a:spcAft>
                <a:spcPts val="0"/>
              </a:spcAft>
              <a:buNone/>
              <a:defRPr/>
            </a:lvl5pPr>
            <a:lvl6pPr marL="0" indent="0" algn="r">
              <a:spcBef>
                <a:spcPts val="0"/>
              </a:spcBef>
              <a:spcAft>
                <a:spcPts val="0"/>
              </a:spcAft>
              <a:buNone/>
              <a:defRPr/>
            </a:lvl6pPr>
            <a:lvl7pPr marL="0" indent="0" algn="r">
              <a:spcBef>
                <a:spcPts val="0"/>
              </a:spcBef>
              <a:spcAft>
                <a:spcPts val="0"/>
              </a:spcAft>
              <a:buNone/>
              <a:defRPr/>
            </a:lvl7pPr>
            <a:lvl8pPr marL="0" indent="0" algn="r">
              <a:spcBef>
                <a:spcPts val="0"/>
              </a:spcBef>
              <a:spcAft>
                <a:spcPts val="0"/>
              </a:spcAft>
              <a:buNone/>
              <a:defRPr/>
            </a:lvl8pPr>
            <a:lvl9pPr marL="0" indent="0" algn="r">
              <a:spcBef>
                <a:spcPts val="0"/>
              </a:spcBef>
              <a:spcAft>
                <a:spcPts val="0"/>
              </a:spcAft>
              <a:buNone/>
              <a:defRPr/>
            </a:lvl9pPr>
          </a:lstStyle>
          <a:p>
            <a:pPr mar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
        <p:cNvGrpSpPr/>
        <p:nvPr/>
      </p:nvGrpSpPr>
      <p:grpSpPr>
        <a:xfrm>
          <a:off x="0" y="0"/>
          <a:ext cx="0" cy="0"/>
          <a:chOff x="0" y="0"/>
          <a:chExt cx="0" cy="0"/>
        </a:xfrm>
      </p:grpSpPr>
      <p:sp>
        <p:nvSpPr>
          <p:cNvPr id="317" name="Google Shape;317;p27">
            <a:extLst>
              <a:ext uri="{FF2B5EF4-FFF2-40B4-BE49-F238E27FC236}">
                <a16:creationId xmlns:a16="http://schemas.microsoft.com/office/drawing/2014/main" id="{C7187D33-BC50-42F1-85EE-DBCF0455A7CA}"/>
              </a:ext>
            </a:extLst>
          </p:cNvPr>
          <p:cNvSpPr>
            <a:spLocks noGrp="1"/>
          </p:cNvSpPr>
          <p:nvPr>
            <p:ph type="title"/>
          </p:nvPr>
        </p:nvSpPr>
        <p:spPr>
          <a:xfrm>
            <a:off x="411480" y="308611"/>
            <a:ext cx="6173470" cy="685800"/>
          </a:xfrm>
          <a:prstGeom prst="rect">
            <a:avLst/>
          </a:prstGeom>
          <a:noFill/>
          <a:ln>
            <a:noFill/>
          </a:ln>
        </p:spPr>
        <p:txBody>
          <a:bodyPr spcFirstLastPara="1" wrap="square" lIns="0" tIns="0" rIns="0" bIns="0" anchor="t">
            <a:noAutofit/>
          </a:bodyPr>
          <a:lstStyle>
            <a:lvl1pPr algn="l">
              <a:lnSpc>
                <a:spcPct val="90000"/>
              </a:lnSpc>
              <a:spcBef>
                <a:spcPts val="0"/>
              </a:spcBef>
              <a:spcAft>
                <a:spcPts val="0"/>
              </a:spcAft>
              <a:buNone/>
              <a:defRPr/>
            </a:lvl1pPr>
            <a:lvl2pPr>
              <a:spcBef>
                <a:spcPts val="0"/>
              </a:spcBef>
              <a:spcAft>
                <a:spcPts val="0"/>
              </a:spcAft>
              <a:buNone/>
              <a:defRPr/>
            </a:lvl2pPr>
            <a:lvl3pPr>
              <a:spcBef>
                <a:spcPts val="0"/>
              </a:spcBef>
              <a:spcAft>
                <a:spcPts val="0"/>
              </a:spcAft>
              <a:buNone/>
              <a:defRPr/>
            </a:lvl3pPr>
            <a:lvl4pPr>
              <a:spcBef>
                <a:spcPts val="0"/>
              </a:spcBef>
              <a:spcAft>
                <a:spcPts val="0"/>
              </a:spcAft>
              <a:buNone/>
              <a:defRPr/>
            </a:lvl4pPr>
            <a:lvl5pPr>
              <a:spcBef>
                <a:spcPts val="0"/>
              </a:spcBef>
              <a:spcAft>
                <a:spcPts val="0"/>
              </a:spcAft>
              <a:buNone/>
              <a:defRPr/>
            </a:lvl5pPr>
            <a:lvl6pPr>
              <a:spcBef>
                <a:spcPts val="0"/>
              </a:spcBef>
              <a:spcAft>
                <a:spcPts val="0"/>
              </a:spcAft>
              <a:buNone/>
              <a:defRPr/>
            </a:lvl6pPr>
            <a:lvl7pPr>
              <a:spcBef>
                <a:spcPts val="0"/>
              </a:spcBef>
              <a:spcAft>
                <a:spcPts val="0"/>
              </a:spcAft>
              <a:buNone/>
              <a:defRPr/>
            </a:lvl7pPr>
            <a:lvl8pPr>
              <a:spcBef>
                <a:spcPts val="0"/>
              </a:spcBef>
              <a:spcAft>
                <a:spcPts val="0"/>
              </a:spcAft>
              <a:buNone/>
              <a:defRPr/>
            </a:lvl8pPr>
            <a:lvl9pPr>
              <a:spcBef>
                <a:spcPts val="0"/>
              </a:spcBef>
              <a:spcAft>
                <a:spcPts val="0"/>
              </a:spcAft>
              <a:buNone/>
              <a:defRPr/>
            </a:lvl9pPr>
          </a:lstStyle>
          <a:p>
            <a:endParaRPr/>
          </a:p>
        </p:txBody>
      </p:sp>
      <p:sp>
        <p:nvSpPr>
          <p:cNvPr id="318" name="Google Shape;318;p27">
            <a:extLst>
              <a:ext uri="{FF2B5EF4-FFF2-40B4-BE49-F238E27FC236}">
                <a16:creationId xmlns:a16="http://schemas.microsoft.com/office/drawing/2014/main" id="{1EACF1F8-86AE-47AC-820C-BA4019C43ABD}"/>
              </a:ext>
            </a:extLst>
          </p:cNvPr>
          <p:cNvSpPr>
            <a:spLocks noGrp="1"/>
          </p:cNvSpPr>
          <p:nvPr>
            <p:ph type="dt" idx="10"/>
          </p:nvPr>
        </p:nvSpPr>
        <p:spPr>
          <a:xfrm>
            <a:off x="410766" y="4972050"/>
            <a:ext cx="617934" cy="171450"/>
          </a:xfrm>
          <a:prstGeom prst="rect">
            <a:avLst/>
          </a:prstGeom>
          <a:noFill/>
          <a:ln>
            <a:noFill/>
          </a:ln>
        </p:spPr>
        <p:txBody>
          <a:bodyPr spcFirstLastPara="1" wrap="square" lIns="0" tIns="45700" rIns="0" bIns="45700" anchor="b">
            <a:noAutofit/>
          </a:bodyPr>
          <a:lstStyle>
            <a:lvl1pPr algn="l">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a:endParaRPr/>
          </a:p>
        </p:txBody>
      </p:sp>
      <p:sp>
        <p:nvSpPr>
          <p:cNvPr id="319" name="Google Shape;319;p27">
            <a:extLst>
              <a:ext uri="{FF2B5EF4-FFF2-40B4-BE49-F238E27FC236}">
                <a16:creationId xmlns:a16="http://schemas.microsoft.com/office/drawing/2014/main" id="{0EA73763-E6F5-418D-82C0-9327AF900E50}"/>
              </a:ext>
            </a:extLst>
          </p:cNvPr>
          <p:cNvSpPr>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oAutofit/>
          </a:bodyPr>
          <a:lstStyle>
            <a:lvl1pPr marL="0" indent="0" algn="r">
              <a:spcBef>
                <a:spcPts val="0"/>
              </a:spcBef>
              <a:spcAft>
                <a:spcPts val="0"/>
              </a:spcAft>
              <a:buNone/>
              <a:defRPr/>
            </a:lvl1pPr>
            <a:lvl2pPr marL="0" indent="0" algn="r">
              <a:spcBef>
                <a:spcPts val="0"/>
              </a:spcBef>
              <a:spcAft>
                <a:spcPts val="0"/>
              </a:spcAft>
              <a:buNone/>
              <a:defRPr/>
            </a:lvl2pPr>
            <a:lvl3pPr marL="0" indent="0" algn="r">
              <a:spcBef>
                <a:spcPts val="0"/>
              </a:spcBef>
              <a:spcAft>
                <a:spcPts val="0"/>
              </a:spcAft>
              <a:buNone/>
              <a:defRPr/>
            </a:lvl3pPr>
            <a:lvl4pPr marL="0" indent="0" algn="r">
              <a:spcBef>
                <a:spcPts val="0"/>
              </a:spcBef>
              <a:spcAft>
                <a:spcPts val="0"/>
              </a:spcAft>
              <a:buNone/>
              <a:defRPr/>
            </a:lvl4pPr>
            <a:lvl5pPr marL="0" indent="0" algn="r">
              <a:spcBef>
                <a:spcPts val="0"/>
              </a:spcBef>
              <a:spcAft>
                <a:spcPts val="0"/>
              </a:spcAft>
              <a:buNone/>
              <a:defRPr/>
            </a:lvl5pPr>
            <a:lvl6pPr marL="0" indent="0" algn="r">
              <a:spcBef>
                <a:spcPts val="0"/>
              </a:spcBef>
              <a:spcAft>
                <a:spcPts val="0"/>
              </a:spcAft>
              <a:buNone/>
              <a:defRPr/>
            </a:lvl6pPr>
            <a:lvl7pPr marL="0" indent="0" algn="r">
              <a:spcBef>
                <a:spcPts val="0"/>
              </a:spcBef>
              <a:spcAft>
                <a:spcPts val="0"/>
              </a:spcAft>
              <a:buNone/>
              <a:defRPr/>
            </a:lvl7pPr>
            <a:lvl8pPr marL="0" indent="0" algn="r">
              <a:spcBef>
                <a:spcPts val="0"/>
              </a:spcBef>
              <a:spcAft>
                <a:spcPts val="0"/>
              </a:spcAft>
              <a:buNone/>
              <a:defRPr/>
            </a:lvl8pPr>
            <a:lvl9pPr marL="0" indent="0" algn="r">
              <a:spcBef>
                <a:spcPts val="0"/>
              </a:spcBef>
              <a:spcAft>
                <a:spcPts val="0"/>
              </a:spcAft>
              <a:buNone/>
              <a:defRPr/>
            </a:lvl9pPr>
          </a:lstStyle>
          <a:p>
            <a:pPr mar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matchingName="Title Only - Black">
  <p:cSld name="Title Only - Black">
    <p:bg>
      <p:bgPr>
        <a:solidFill>
          <a:srgbClr val="221F20"/>
        </a:solidFill>
        <a:effectLst/>
      </p:bgPr>
    </p:bg>
    <p:spTree>
      <p:nvGrpSpPr>
        <p:cNvPr id="1" name=""/>
        <p:cNvGrpSpPr/>
        <p:nvPr/>
      </p:nvGrpSpPr>
      <p:grpSpPr>
        <a:xfrm>
          <a:off x="0" y="0"/>
          <a:ext cx="0" cy="0"/>
          <a:chOff x="0" y="0"/>
          <a:chExt cx="0" cy="0"/>
        </a:xfrm>
      </p:grpSpPr>
      <p:sp>
        <p:nvSpPr>
          <p:cNvPr id="321" name="Google Shape;321;p28">
            <a:extLst>
              <a:ext uri="{FF2B5EF4-FFF2-40B4-BE49-F238E27FC236}">
                <a16:creationId xmlns:a16="http://schemas.microsoft.com/office/drawing/2014/main" id="{019C0D7E-55A3-4338-B90B-78F5CB0880EA}"/>
              </a:ext>
            </a:extLst>
          </p:cNvPr>
          <p:cNvSpPr>
            <a:spLocks noGrp="1"/>
          </p:cNvSpPr>
          <p:nvPr>
            <p:ph type="title"/>
          </p:nvPr>
        </p:nvSpPr>
        <p:spPr>
          <a:xfrm>
            <a:off x="411480" y="308611"/>
            <a:ext cx="6173470" cy="685800"/>
          </a:xfrm>
          <a:prstGeom prst="rect">
            <a:avLst/>
          </a:prstGeom>
          <a:noFill/>
          <a:ln>
            <a:noFill/>
          </a:ln>
        </p:spPr>
        <p:txBody>
          <a:bodyPr spcFirstLastPara="1" wrap="square" lIns="0" tIns="0" rIns="0" bIns="0" anchor="t">
            <a:noAutofit/>
          </a:bodyPr>
          <a:lstStyle>
            <a:lvl1pPr algn="l">
              <a:lnSpc>
                <a:spcPct val="90000"/>
              </a:lnSpc>
              <a:spcBef>
                <a:spcPts val="0"/>
              </a:spcBef>
              <a:spcAft>
                <a:spcPts val="0"/>
              </a:spcAft>
              <a:buNone/>
              <a:defRPr/>
            </a:lvl1pPr>
            <a:lvl2pPr>
              <a:spcBef>
                <a:spcPts val="0"/>
              </a:spcBef>
              <a:spcAft>
                <a:spcPts val="0"/>
              </a:spcAft>
              <a:buNone/>
              <a:defRPr/>
            </a:lvl2pPr>
            <a:lvl3pPr>
              <a:spcBef>
                <a:spcPts val="0"/>
              </a:spcBef>
              <a:spcAft>
                <a:spcPts val="0"/>
              </a:spcAft>
              <a:buNone/>
              <a:defRPr/>
            </a:lvl3pPr>
            <a:lvl4pPr>
              <a:spcBef>
                <a:spcPts val="0"/>
              </a:spcBef>
              <a:spcAft>
                <a:spcPts val="0"/>
              </a:spcAft>
              <a:buNone/>
              <a:defRPr/>
            </a:lvl4pPr>
            <a:lvl5pPr>
              <a:spcBef>
                <a:spcPts val="0"/>
              </a:spcBef>
              <a:spcAft>
                <a:spcPts val="0"/>
              </a:spcAft>
              <a:buNone/>
              <a:defRPr/>
            </a:lvl5pPr>
            <a:lvl6pPr>
              <a:spcBef>
                <a:spcPts val="0"/>
              </a:spcBef>
              <a:spcAft>
                <a:spcPts val="0"/>
              </a:spcAft>
              <a:buNone/>
              <a:defRPr/>
            </a:lvl6pPr>
            <a:lvl7pPr>
              <a:spcBef>
                <a:spcPts val="0"/>
              </a:spcBef>
              <a:spcAft>
                <a:spcPts val="0"/>
              </a:spcAft>
              <a:buNone/>
              <a:defRPr/>
            </a:lvl7pPr>
            <a:lvl8pPr>
              <a:spcBef>
                <a:spcPts val="0"/>
              </a:spcBef>
              <a:spcAft>
                <a:spcPts val="0"/>
              </a:spcAft>
              <a:buNone/>
              <a:defRPr/>
            </a:lvl8pPr>
            <a:lvl9pPr>
              <a:spcBef>
                <a:spcPts val="0"/>
              </a:spcBef>
              <a:spcAft>
                <a:spcPts val="0"/>
              </a:spcAft>
              <a:buNone/>
              <a:defRPr/>
            </a:lvl9pPr>
          </a:lstStyle>
          <a:p>
            <a:endParaRPr/>
          </a:p>
        </p:txBody>
      </p:sp>
      <p:sp>
        <p:nvSpPr>
          <p:cNvPr id="322" name="Google Shape;322;p28">
            <a:extLst>
              <a:ext uri="{FF2B5EF4-FFF2-40B4-BE49-F238E27FC236}">
                <a16:creationId xmlns:a16="http://schemas.microsoft.com/office/drawing/2014/main" id="{60867D96-4557-458D-92ED-CA036B89A6DA}"/>
              </a:ext>
            </a:extLst>
          </p:cNvPr>
          <p:cNvSpPr>
            <a:spLocks noGrp="1"/>
          </p:cNvSpPr>
          <p:nvPr>
            <p:ph type="dt" idx="10"/>
          </p:nvPr>
        </p:nvSpPr>
        <p:spPr>
          <a:xfrm>
            <a:off x="410766" y="4972050"/>
            <a:ext cx="617934" cy="171450"/>
          </a:xfrm>
          <a:prstGeom prst="rect">
            <a:avLst/>
          </a:prstGeom>
          <a:noFill/>
          <a:ln>
            <a:noFill/>
          </a:ln>
        </p:spPr>
        <p:txBody>
          <a:bodyPr spcFirstLastPara="1" wrap="square" lIns="0" tIns="45700" rIns="0" bIns="45700" anchor="b">
            <a:noAutofit/>
          </a:bodyPr>
          <a:lstStyle>
            <a:lvl1pPr algn="l">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a:endParaRPr/>
          </a:p>
        </p:txBody>
      </p:sp>
      <p:sp>
        <p:nvSpPr>
          <p:cNvPr id="323" name="Google Shape;323;p28">
            <a:extLst>
              <a:ext uri="{FF2B5EF4-FFF2-40B4-BE49-F238E27FC236}">
                <a16:creationId xmlns:a16="http://schemas.microsoft.com/office/drawing/2014/main" id="{0A22E124-96EE-476B-B7CA-DAB054DBB041}"/>
              </a:ext>
            </a:extLst>
          </p:cNvPr>
          <p:cNvSpPr>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oAutofit/>
          </a:bodyPr>
          <a:lstStyle>
            <a:lvl1pPr marL="0" indent="0" algn="r">
              <a:spcBef>
                <a:spcPts val="0"/>
              </a:spcBef>
              <a:spcAft>
                <a:spcPts val="0"/>
              </a:spcAft>
              <a:buNone/>
              <a:defRPr/>
            </a:lvl1pPr>
            <a:lvl2pPr marL="0" indent="0" algn="r">
              <a:spcBef>
                <a:spcPts val="0"/>
              </a:spcBef>
              <a:spcAft>
                <a:spcPts val="0"/>
              </a:spcAft>
              <a:buNone/>
              <a:defRPr/>
            </a:lvl2pPr>
            <a:lvl3pPr marL="0" indent="0" algn="r">
              <a:spcBef>
                <a:spcPts val="0"/>
              </a:spcBef>
              <a:spcAft>
                <a:spcPts val="0"/>
              </a:spcAft>
              <a:buNone/>
              <a:defRPr/>
            </a:lvl3pPr>
            <a:lvl4pPr marL="0" indent="0" algn="r">
              <a:spcBef>
                <a:spcPts val="0"/>
              </a:spcBef>
              <a:spcAft>
                <a:spcPts val="0"/>
              </a:spcAft>
              <a:buNone/>
              <a:defRPr/>
            </a:lvl4pPr>
            <a:lvl5pPr marL="0" indent="0" algn="r">
              <a:spcBef>
                <a:spcPts val="0"/>
              </a:spcBef>
              <a:spcAft>
                <a:spcPts val="0"/>
              </a:spcAft>
              <a:buNone/>
              <a:defRPr/>
            </a:lvl5pPr>
            <a:lvl6pPr marL="0" indent="0" algn="r">
              <a:spcBef>
                <a:spcPts val="0"/>
              </a:spcBef>
              <a:spcAft>
                <a:spcPts val="0"/>
              </a:spcAft>
              <a:buNone/>
              <a:defRPr/>
            </a:lvl6pPr>
            <a:lvl7pPr marL="0" indent="0" algn="r">
              <a:spcBef>
                <a:spcPts val="0"/>
              </a:spcBef>
              <a:spcAft>
                <a:spcPts val="0"/>
              </a:spcAft>
              <a:buNone/>
              <a:defRPr/>
            </a:lvl7pPr>
            <a:lvl8pPr marL="0" indent="0" algn="r">
              <a:spcBef>
                <a:spcPts val="0"/>
              </a:spcBef>
              <a:spcAft>
                <a:spcPts val="0"/>
              </a:spcAft>
              <a:buNone/>
              <a:defRPr/>
            </a:lvl8pPr>
            <a:lvl9pPr marL="0" indent="0" algn="r">
              <a:spcBef>
                <a:spcPts val="0"/>
              </a:spcBef>
              <a:spcAft>
                <a:spcPts val="0"/>
              </a:spcAft>
              <a:buNone/>
              <a:defRPr/>
            </a:lvl9pPr>
          </a:lstStyle>
          <a:p>
            <a:pPr marL="0" indent="0" algn="r">
              <a:spcBef>
                <a:spcPts val="0"/>
              </a:spcBef>
              <a:spcAft>
                <a:spcPts val="0"/>
              </a:spcAft>
              <a:buNone/>
            </a:pPr>
            <a:fld id="{00000000-1234-1234-1234-123412341234}" type="slidenum">
              <a:t>‹#›</a:t>
            </a:fld>
            <a:endParaRPr/>
          </a:p>
        </p:txBody>
      </p:sp>
      <p:sp>
        <p:nvSpPr>
          <p:cNvPr id="324" name="Google Shape;324;p28">
            <a:extLst>
              <a:ext uri="{FF2B5EF4-FFF2-40B4-BE49-F238E27FC236}">
                <a16:creationId xmlns:a16="http://schemas.microsoft.com/office/drawing/2014/main" id="{FBBE7400-B0CC-4111-8EE0-1D324EC0F58F}"/>
              </a:ext>
            </a:extLst>
          </p:cNvPr>
          <p:cNvSpPr>
            <a:spLocks noGrp="1"/>
          </p:cNvSpPr>
          <p:nvPr/>
        </p:nvSpPr>
        <p:spPr>
          <a:xfrm>
            <a:off x="1040130" y="4970376"/>
            <a:ext cx="7063740" cy="173124"/>
          </a:xfrm>
          <a:prstGeom prst="rect">
            <a:avLst/>
          </a:prstGeom>
          <a:noFill/>
          <a:ln>
            <a:noFill/>
          </a:ln>
        </p:spPr>
        <p:txBody>
          <a:bodyPr spcFirstLastPara="1" wrap="square" lIns="0" tIns="45700" rIns="0" bIns="45700" anchor="b">
            <a:noAutofit/>
          </a:bodyPr>
          <a:lstStyle/>
          <a:p>
            <a:pPr marL="0" indent="0" algn="ctr">
              <a:spcBef>
                <a:spcPts val="0"/>
              </a:spcBef>
              <a:spcAft>
                <a:spcPts val="0"/>
              </a:spcAft>
              <a:buNone/>
            </a:pPr>
            <a:r>
              <a:rPr sz="525" b="1" i="0" u="none" cap="none">
                <a:solidFill>
                  <a:schemeClr val="lt1"/>
                </a:solidFill>
                <a:latin typeface="Arial"/>
                <a:ea typeface="Arial"/>
                <a:cs typeface="Arial"/>
              </a:rPr>
              <a:t>EDIT CONTROL STATEMENT UNDER &gt; VIEW &gt; SLIDE MASTER &gt; SCROLL TO TOP &gt; CHANGE HEADER AND FOOTER</a:t>
            </a:r>
          </a:p>
        </p:txBody>
      </p:sp>
      <p:sp>
        <p:nvSpPr>
          <p:cNvPr id="325" name="Google Shape;325;p28">
            <a:extLst>
              <a:ext uri="{FF2B5EF4-FFF2-40B4-BE49-F238E27FC236}">
                <a16:creationId xmlns:a16="http://schemas.microsoft.com/office/drawing/2014/main" id="{5E29CA51-D0B1-4982-8DBC-FD994BEDDA48}"/>
              </a:ext>
            </a:extLst>
          </p:cNvPr>
          <p:cNvSpPr>
            <a:spLocks noGrp="1"/>
          </p:cNvSpPr>
          <p:nvPr/>
        </p:nvSpPr>
        <p:spPr>
          <a:xfrm>
            <a:off x="1040130" y="0"/>
            <a:ext cx="7063740" cy="173124"/>
          </a:xfrm>
          <a:prstGeom prst="rect">
            <a:avLst/>
          </a:prstGeom>
          <a:noFill/>
          <a:ln>
            <a:noFill/>
          </a:ln>
        </p:spPr>
        <p:txBody>
          <a:bodyPr spcFirstLastPara="1" wrap="square" lIns="91425" tIns="45700" rIns="91425" bIns="45700" anchor="t">
            <a:noAutofit/>
          </a:bodyPr>
          <a:lstStyle/>
          <a:p>
            <a:pPr marL="0" indent="0" algn="ctr">
              <a:spcBef>
                <a:spcPts val="0"/>
              </a:spcBef>
              <a:spcAft>
                <a:spcPts val="0"/>
              </a:spcAft>
              <a:buNone/>
            </a:pPr>
            <a:r>
              <a:rPr sz="525" b="1" i="0" u="none" cap="none">
                <a:solidFill>
                  <a:schemeClr val="lt1"/>
                </a:solidFill>
                <a:latin typeface="Arial"/>
                <a:ea typeface="Arial"/>
                <a:cs typeface="Arial"/>
              </a:rPr>
              <a:t>EDIT CONTROL STATEMENT UNDER &gt; VIEW &gt; SLIDE MASTER &gt; SCROLL TO TOP &gt; CHANGE HEADER AND FOOTER</a:t>
            </a:r>
          </a:p>
        </p:txBody>
      </p:sp>
      <p:pic>
        <p:nvPicPr>
          <p:cNvPr id="326" name="Google Shape;326;p28"/>
          <p:cNvPicPr>
            <a:picLocks noChangeAspect="1"/>
          </p:cNvPicPr>
          <p:nvPr/>
        </p:nvPicPr>
        <p:blipFill rotWithShape="1">
          <a:blip r:embed="rId2">
            <a:alphaModFix/>
          </a:blip>
          <a:srcRect/>
          <a:stretch/>
        </p:blipFill>
        <p:spPr>
          <a:xfrm>
            <a:off x="7503462" y="308372"/>
            <a:ext cx="1222280" cy="358517"/>
          </a:xfrm>
          <a:prstGeom prst="rect">
            <a:avLst/>
          </a:prstGeom>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
        <p:cNvGrpSpPr/>
        <p:nvPr/>
      </p:nvGrpSpPr>
      <p:grpSpPr>
        <a:xfrm>
          <a:off x="0" y="0"/>
          <a:ext cx="0" cy="0"/>
          <a:chOff x="0" y="0"/>
          <a:chExt cx="0" cy="0"/>
        </a:xfrm>
      </p:grpSpPr>
      <p:sp>
        <p:nvSpPr>
          <p:cNvPr id="328" name="Google Shape;328;p29">
            <a:extLst>
              <a:ext uri="{FF2B5EF4-FFF2-40B4-BE49-F238E27FC236}">
                <a16:creationId xmlns:a16="http://schemas.microsoft.com/office/drawing/2014/main" id="{47D8C53B-3BAB-4A16-B499-29F42F499695}"/>
              </a:ext>
            </a:extLst>
          </p:cNvPr>
          <p:cNvSpPr>
            <a:spLocks noGrp="1"/>
          </p:cNvSpPr>
          <p:nvPr>
            <p:ph type="dt" idx="10"/>
          </p:nvPr>
        </p:nvSpPr>
        <p:spPr>
          <a:xfrm>
            <a:off x="410766" y="4972050"/>
            <a:ext cx="617934" cy="171450"/>
          </a:xfrm>
          <a:prstGeom prst="rect">
            <a:avLst/>
          </a:prstGeom>
          <a:noFill/>
          <a:ln>
            <a:noFill/>
          </a:ln>
        </p:spPr>
        <p:txBody>
          <a:bodyPr spcFirstLastPara="1" wrap="square" lIns="0" tIns="45700" rIns="0" bIns="45700" anchor="b">
            <a:noAutofit/>
          </a:bodyPr>
          <a:lstStyle>
            <a:lvl1pPr algn="l">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a:endParaRPr/>
          </a:p>
        </p:txBody>
      </p:sp>
      <p:sp>
        <p:nvSpPr>
          <p:cNvPr id="329" name="Google Shape;329;p29">
            <a:extLst>
              <a:ext uri="{FF2B5EF4-FFF2-40B4-BE49-F238E27FC236}">
                <a16:creationId xmlns:a16="http://schemas.microsoft.com/office/drawing/2014/main" id="{B1205E73-73B5-4B89-8E66-45FF50FC163A}"/>
              </a:ext>
            </a:extLst>
          </p:cNvPr>
          <p:cNvSpPr>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oAutofit/>
          </a:bodyPr>
          <a:lstStyle>
            <a:lvl1pPr marL="0" indent="0" algn="r">
              <a:spcBef>
                <a:spcPts val="0"/>
              </a:spcBef>
              <a:spcAft>
                <a:spcPts val="0"/>
              </a:spcAft>
              <a:buNone/>
              <a:defRPr/>
            </a:lvl1pPr>
            <a:lvl2pPr marL="0" indent="0" algn="r">
              <a:spcBef>
                <a:spcPts val="0"/>
              </a:spcBef>
              <a:spcAft>
                <a:spcPts val="0"/>
              </a:spcAft>
              <a:buNone/>
              <a:defRPr/>
            </a:lvl2pPr>
            <a:lvl3pPr marL="0" indent="0" algn="r">
              <a:spcBef>
                <a:spcPts val="0"/>
              </a:spcBef>
              <a:spcAft>
                <a:spcPts val="0"/>
              </a:spcAft>
              <a:buNone/>
              <a:defRPr/>
            </a:lvl3pPr>
            <a:lvl4pPr marL="0" indent="0" algn="r">
              <a:spcBef>
                <a:spcPts val="0"/>
              </a:spcBef>
              <a:spcAft>
                <a:spcPts val="0"/>
              </a:spcAft>
              <a:buNone/>
              <a:defRPr/>
            </a:lvl4pPr>
            <a:lvl5pPr marL="0" indent="0" algn="r">
              <a:spcBef>
                <a:spcPts val="0"/>
              </a:spcBef>
              <a:spcAft>
                <a:spcPts val="0"/>
              </a:spcAft>
              <a:buNone/>
              <a:defRPr/>
            </a:lvl5pPr>
            <a:lvl6pPr marL="0" indent="0" algn="r">
              <a:spcBef>
                <a:spcPts val="0"/>
              </a:spcBef>
              <a:spcAft>
                <a:spcPts val="0"/>
              </a:spcAft>
              <a:buNone/>
              <a:defRPr/>
            </a:lvl6pPr>
            <a:lvl7pPr marL="0" indent="0" algn="r">
              <a:spcBef>
                <a:spcPts val="0"/>
              </a:spcBef>
              <a:spcAft>
                <a:spcPts val="0"/>
              </a:spcAft>
              <a:buNone/>
              <a:defRPr/>
            </a:lvl7pPr>
            <a:lvl8pPr marL="0" indent="0" algn="r">
              <a:spcBef>
                <a:spcPts val="0"/>
              </a:spcBef>
              <a:spcAft>
                <a:spcPts val="0"/>
              </a:spcAft>
              <a:buNone/>
              <a:defRPr/>
            </a:lvl8pPr>
            <a:lvl9pPr marL="0" indent="0" algn="r">
              <a:spcBef>
                <a:spcPts val="0"/>
              </a:spcBef>
              <a:spcAft>
                <a:spcPts val="0"/>
              </a:spcAft>
              <a:buNone/>
              <a:defRPr/>
            </a:lvl9pPr>
          </a:lstStyle>
          <a:p>
            <a:pPr mar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matchingName="Blank - Black">
  <p:cSld name="Blank - Black">
    <p:bg>
      <p:bgPr>
        <a:solidFill>
          <a:srgbClr val="221F20"/>
        </a:solidFill>
        <a:effectLst/>
      </p:bgPr>
    </p:bg>
    <p:spTree>
      <p:nvGrpSpPr>
        <p:cNvPr id="1" name=""/>
        <p:cNvGrpSpPr/>
        <p:nvPr/>
      </p:nvGrpSpPr>
      <p:grpSpPr>
        <a:xfrm>
          <a:off x="0" y="0"/>
          <a:ext cx="0" cy="0"/>
          <a:chOff x="0" y="0"/>
          <a:chExt cx="0" cy="0"/>
        </a:xfrm>
      </p:grpSpPr>
      <p:sp>
        <p:nvSpPr>
          <p:cNvPr id="331" name="Google Shape;331;p30">
            <a:extLst>
              <a:ext uri="{FF2B5EF4-FFF2-40B4-BE49-F238E27FC236}">
                <a16:creationId xmlns:a16="http://schemas.microsoft.com/office/drawing/2014/main" id="{3F8332F0-3EB8-405B-8ED2-1C9040B9505B}"/>
              </a:ext>
            </a:extLst>
          </p:cNvPr>
          <p:cNvSpPr>
            <a:spLocks noGrp="1"/>
          </p:cNvSpPr>
          <p:nvPr>
            <p:ph type="dt" idx="10"/>
          </p:nvPr>
        </p:nvSpPr>
        <p:spPr>
          <a:xfrm>
            <a:off x="410766" y="4972050"/>
            <a:ext cx="617934" cy="171450"/>
          </a:xfrm>
          <a:prstGeom prst="rect">
            <a:avLst/>
          </a:prstGeom>
          <a:noFill/>
          <a:ln>
            <a:noFill/>
          </a:ln>
        </p:spPr>
        <p:txBody>
          <a:bodyPr spcFirstLastPara="1" wrap="square" lIns="0" tIns="45700" rIns="0" bIns="45700" anchor="b">
            <a:noAutofit/>
          </a:bodyPr>
          <a:lstStyle>
            <a:lvl1pPr algn="l">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a:endParaRPr/>
          </a:p>
        </p:txBody>
      </p:sp>
      <p:sp>
        <p:nvSpPr>
          <p:cNvPr id="332" name="Google Shape;332;p30">
            <a:extLst>
              <a:ext uri="{FF2B5EF4-FFF2-40B4-BE49-F238E27FC236}">
                <a16:creationId xmlns:a16="http://schemas.microsoft.com/office/drawing/2014/main" id="{2501243C-5A42-47BB-8C27-189AD563EB72}"/>
              </a:ext>
            </a:extLst>
          </p:cNvPr>
          <p:cNvSpPr>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oAutofit/>
          </a:bodyPr>
          <a:lstStyle>
            <a:lvl1pPr marL="0" indent="0" algn="r">
              <a:spcBef>
                <a:spcPts val="0"/>
              </a:spcBef>
              <a:spcAft>
                <a:spcPts val="0"/>
              </a:spcAft>
              <a:buNone/>
              <a:defRPr/>
            </a:lvl1pPr>
            <a:lvl2pPr marL="0" indent="0" algn="r">
              <a:spcBef>
                <a:spcPts val="0"/>
              </a:spcBef>
              <a:spcAft>
                <a:spcPts val="0"/>
              </a:spcAft>
              <a:buNone/>
              <a:defRPr/>
            </a:lvl2pPr>
            <a:lvl3pPr marL="0" indent="0" algn="r">
              <a:spcBef>
                <a:spcPts val="0"/>
              </a:spcBef>
              <a:spcAft>
                <a:spcPts val="0"/>
              </a:spcAft>
              <a:buNone/>
              <a:defRPr/>
            </a:lvl3pPr>
            <a:lvl4pPr marL="0" indent="0" algn="r">
              <a:spcBef>
                <a:spcPts val="0"/>
              </a:spcBef>
              <a:spcAft>
                <a:spcPts val="0"/>
              </a:spcAft>
              <a:buNone/>
              <a:defRPr/>
            </a:lvl4pPr>
            <a:lvl5pPr marL="0" indent="0" algn="r">
              <a:spcBef>
                <a:spcPts val="0"/>
              </a:spcBef>
              <a:spcAft>
                <a:spcPts val="0"/>
              </a:spcAft>
              <a:buNone/>
              <a:defRPr/>
            </a:lvl5pPr>
            <a:lvl6pPr marL="0" indent="0" algn="r">
              <a:spcBef>
                <a:spcPts val="0"/>
              </a:spcBef>
              <a:spcAft>
                <a:spcPts val="0"/>
              </a:spcAft>
              <a:buNone/>
              <a:defRPr/>
            </a:lvl6pPr>
            <a:lvl7pPr marL="0" indent="0" algn="r">
              <a:spcBef>
                <a:spcPts val="0"/>
              </a:spcBef>
              <a:spcAft>
                <a:spcPts val="0"/>
              </a:spcAft>
              <a:buNone/>
              <a:defRPr/>
            </a:lvl7pPr>
            <a:lvl8pPr marL="0" indent="0" algn="r">
              <a:spcBef>
                <a:spcPts val="0"/>
              </a:spcBef>
              <a:spcAft>
                <a:spcPts val="0"/>
              </a:spcAft>
              <a:buNone/>
              <a:defRPr/>
            </a:lvl8pPr>
            <a:lvl9pPr marL="0" indent="0" algn="r">
              <a:spcBef>
                <a:spcPts val="0"/>
              </a:spcBef>
              <a:spcAft>
                <a:spcPts val="0"/>
              </a:spcAft>
              <a:buNone/>
              <a:defRPr/>
            </a:lvl9pPr>
          </a:lstStyle>
          <a:p>
            <a:pPr marL="0" indent="0" algn="r">
              <a:spcBef>
                <a:spcPts val="0"/>
              </a:spcBef>
              <a:spcAft>
                <a:spcPts val="0"/>
              </a:spcAft>
              <a:buNone/>
            </a:pPr>
            <a:fld id="{00000000-1234-1234-1234-123412341234}" type="slidenum">
              <a:t>‹#›</a:t>
            </a:fld>
            <a:endParaRPr/>
          </a:p>
        </p:txBody>
      </p:sp>
      <p:sp>
        <p:nvSpPr>
          <p:cNvPr id="333" name="Google Shape;333;p30">
            <a:extLst>
              <a:ext uri="{FF2B5EF4-FFF2-40B4-BE49-F238E27FC236}">
                <a16:creationId xmlns:a16="http://schemas.microsoft.com/office/drawing/2014/main" id="{AEDB4251-2AAA-41EF-A3B5-626D42D4EBE8}"/>
              </a:ext>
            </a:extLst>
          </p:cNvPr>
          <p:cNvSpPr>
            <a:spLocks noGrp="1"/>
          </p:cNvSpPr>
          <p:nvPr/>
        </p:nvSpPr>
        <p:spPr>
          <a:xfrm>
            <a:off x="1040130" y="4970376"/>
            <a:ext cx="7063740" cy="173124"/>
          </a:xfrm>
          <a:prstGeom prst="rect">
            <a:avLst/>
          </a:prstGeom>
          <a:noFill/>
          <a:ln>
            <a:noFill/>
          </a:ln>
        </p:spPr>
        <p:txBody>
          <a:bodyPr spcFirstLastPara="1" wrap="square" lIns="0" tIns="45700" rIns="0" bIns="45700" anchor="b">
            <a:noAutofit/>
          </a:bodyPr>
          <a:lstStyle/>
          <a:p>
            <a:pPr marL="0" indent="0" algn="ctr">
              <a:spcBef>
                <a:spcPts val="0"/>
              </a:spcBef>
              <a:spcAft>
                <a:spcPts val="0"/>
              </a:spcAft>
              <a:buNone/>
            </a:pPr>
            <a:r>
              <a:rPr sz="525" b="1" i="0" u="none" cap="none">
                <a:solidFill>
                  <a:schemeClr val="lt1"/>
                </a:solidFill>
                <a:latin typeface="Arial"/>
                <a:ea typeface="Arial"/>
                <a:cs typeface="Arial"/>
              </a:rPr>
              <a:t>EDIT CONTROL STATEMENT UNDER &gt; VIEW &gt; SLIDE MASTER &gt; SCROLL TO TOP &gt; CHANGE HEADER AND FOOTER</a:t>
            </a:r>
          </a:p>
        </p:txBody>
      </p:sp>
      <p:sp>
        <p:nvSpPr>
          <p:cNvPr id="334" name="Google Shape;334;p30">
            <a:extLst>
              <a:ext uri="{FF2B5EF4-FFF2-40B4-BE49-F238E27FC236}">
                <a16:creationId xmlns:a16="http://schemas.microsoft.com/office/drawing/2014/main" id="{E7994B3F-FC78-4151-AAA4-96E552619908}"/>
              </a:ext>
            </a:extLst>
          </p:cNvPr>
          <p:cNvSpPr>
            <a:spLocks noGrp="1"/>
          </p:cNvSpPr>
          <p:nvPr/>
        </p:nvSpPr>
        <p:spPr>
          <a:xfrm>
            <a:off x="1040130" y="0"/>
            <a:ext cx="7063740" cy="173124"/>
          </a:xfrm>
          <a:prstGeom prst="rect">
            <a:avLst/>
          </a:prstGeom>
          <a:noFill/>
          <a:ln>
            <a:noFill/>
          </a:ln>
        </p:spPr>
        <p:txBody>
          <a:bodyPr spcFirstLastPara="1" wrap="square" lIns="91425" tIns="45700" rIns="91425" bIns="45700" anchor="t">
            <a:noAutofit/>
          </a:bodyPr>
          <a:lstStyle/>
          <a:p>
            <a:pPr marL="0" indent="0" algn="ctr">
              <a:spcBef>
                <a:spcPts val="0"/>
              </a:spcBef>
              <a:spcAft>
                <a:spcPts val="0"/>
              </a:spcAft>
              <a:buNone/>
            </a:pPr>
            <a:r>
              <a:rPr sz="525" b="1" i="0" u="none" cap="none">
                <a:solidFill>
                  <a:schemeClr val="lt1"/>
                </a:solidFill>
                <a:latin typeface="Arial"/>
                <a:ea typeface="Arial"/>
                <a:cs typeface="Arial"/>
              </a:rPr>
              <a:t>EDIT CONTROL STATEMENT UNDER &gt; VIEW &gt; SLIDE MASTER &gt; SCROLL TO TOP &gt; CHANGE HEADER AND FOOTER</a:t>
            </a:r>
          </a:p>
        </p:txBody>
      </p:sp>
      <p:pic>
        <p:nvPicPr>
          <p:cNvPr id="335" name="Google Shape;335;p30"/>
          <p:cNvPicPr>
            <a:picLocks noChangeAspect="1"/>
          </p:cNvPicPr>
          <p:nvPr/>
        </p:nvPicPr>
        <p:blipFill rotWithShape="1">
          <a:blip r:embed="rId2">
            <a:alphaModFix/>
          </a:blip>
          <a:srcRect/>
          <a:stretch/>
        </p:blipFill>
        <p:spPr>
          <a:xfrm>
            <a:off x="7503462" y="308372"/>
            <a:ext cx="1222280" cy="358517"/>
          </a:xfrm>
          <a:prstGeom prst="rect">
            <a:avLst/>
          </a:prstGeom>
          <a:ln>
            <a:noFill/>
          </a:ln>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matchingName="Thank You">
  <p:cSld name="Thank You">
    <p:bg>
      <p:bgPr>
        <a:solidFill>
          <a:srgbClr val="221F20"/>
        </a:solidFill>
        <a:effectLst/>
      </p:bgPr>
    </p:bg>
    <p:spTree>
      <p:nvGrpSpPr>
        <p:cNvPr id="1" name=""/>
        <p:cNvGrpSpPr/>
        <p:nvPr/>
      </p:nvGrpSpPr>
      <p:grpSpPr>
        <a:xfrm>
          <a:off x="0" y="0"/>
          <a:ext cx="0" cy="0"/>
          <a:chOff x="0" y="0"/>
          <a:chExt cx="0" cy="0"/>
        </a:xfrm>
      </p:grpSpPr>
      <p:sp>
        <p:nvSpPr>
          <p:cNvPr id="337" name="Google Shape;337;p31">
            <a:extLst>
              <a:ext uri="{FF2B5EF4-FFF2-40B4-BE49-F238E27FC236}">
                <a16:creationId xmlns:a16="http://schemas.microsoft.com/office/drawing/2014/main" id="{F0CE2C26-2683-456B-985E-21497A00F4C1}"/>
              </a:ext>
            </a:extLst>
          </p:cNvPr>
          <p:cNvSpPr>
            <a:spLocks noGrp="1"/>
          </p:cNvSpPr>
          <p:nvPr/>
        </p:nvSpPr>
        <p:spPr>
          <a:xfrm>
            <a:off x="411162" y="1611630"/>
            <a:ext cx="8321040" cy="1028700"/>
          </a:xfrm>
          <a:prstGeom prst="rect">
            <a:avLst/>
          </a:prstGeom>
          <a:noFill/>
          <a:ln>
            <a:noFill/>
          </a:ln>
        </p:spPr>
        <p:txBody>
          <a:bodyPr spcFirstLastPara="1" wrap="square" lIns="0" tIns="0" rIns="0" bIns="0" anchor="t">
            <a:noAutofit/>
          </a:bodyPr>
          <a:lstStyle/>
          <a:p>
            <a:pPr marL="0" indent="0" algn="l">
              <a:lnSpc>
                <a:spcPct val="90000"/>
              </a:lnSpc>
              <a:spcBef>
                <a:spcPts val="0"/>
              </a:spcBef>
              <a:spcAft>
                <a:spcPts val="0"/>
              </a:spcAft>
              <a:buNone/>
            </a:pPr>
            <a:r>
              <a:rPr sz="3600" b="0" i="0" u="none" cap="none">
                <a:solidFill>
                  <a:srgbClr val="FFCC01"/>
                </a:solidFill>
                <a:latin typeface="Arial"/>
                <a:ea typeface="Arial"/>
                <a:cs typeface="Arial"/>
              </a:rPr>
              <a:t>THANK YOU.</a:t>
            </a:r>
          </a:p>
        </p:txBody>
      </p:sp>
      <p:sp>
        <p:nvSpPr>
          <p:cNvPr id="338" name="Google Shape;338;p31">
            <a:extLst>
              <a:ext uri="{FF2B5EF4-FFF2-40B4-BE49-F238E27FC236}">
                <a16:creationId xmlns:a16="http://schemas.microsoft.com/office/drawing/2014/main" id="{F359FA0B-144D-4D61-8F14-3BE42463447D}"/>
              </a:ext>
            </a:extLst>
          </p:cNvPr>
          <p:cNvSpPr>
            <a:spLocks noGrp="1"/>
          </p:cNvSpPr>
          <p:nvPr>
            <p:ph type="body" idx="1"/>
          </p:nvPr>
        </p:nvSpPr>
        <p:spPr>
          <a:xfrm>
            <a:off x="411164" y="3614561"/>
            <a:ext cx="4024312" cy="1028699"/>
          </a:xfrm>
          <a:prstGeom prst="rect">
            <a:avLst/>
          </a:prstGeom>
          <a:noFill/>
          <a:ln>
            <a:noFill/>
          </a:ln>
        </p:spPr>
        <p:txBody>
          <a:bodyPr spcFirstLastPara="1" wrap="square" lIns="0" tIns="0" rIns="0" bIns="0" anchor="b">
            <a:noAutofit/>
          </a:bodyPr>
          <a:lstStyle>
            <a:lvl1pPr marL="457200" indent="-228600" algn="l">
              <a:lnSpc>
                <a:spcPct val="95000"/>
              </a:lnSpc>
              <a:spcBef>
                <a:spcPts val="0"/>
              </a:spcBef>
              <a:spcAft>
                <a:spcPts val="0"/>
              </a:spcAft>
              <a:buNone/>
              <a:defRPr sz="900"/>
            </a:lvl1pPr>
            <a:lvl2pPr marL="914400" indent="-228600" algn="l">
              <a:lnSpc>
                <a:spcPct val="95000"/>
              </a:lnSpc>
              <a:spcBef>
                <a:spcPts val="0"/>
              </a:spcBef>
              <a:spcAft>
                <a:spcPts val="0"/>
              </a:spcAft>
              <a:buNone/>
              <a:defRPr sz="900"/>
            </a:lvl2pPr>
            <a:lvl3pPr marL="1371600" indent="-228600" algn="l">
              <a:lnSpc>
                <a:spcPct val="95000"/>
              </a:lnSpc>
              <a:spcBef>
                <a:spcPts val="0"/>
              </a:spcBef>
              <a:spcAft>
                <a:spcPts val="0"/>
              </a:spcAft>
              <a:buNone/>
              <a:defRPr sz="900"/>
            </a:lvl3pPr>
            <a:lvl4pPr marL="1828800" indent="-228600" algn="l">
              <a:lnSpc>
                <a:spcPct val="95000"/>
              </a:lnSpc>
              <a:spcBef>
                <a:spcPts val="0"/>
              </a:spcBef>
              <a:spcAft>
                <a:spcPts val="0"/>
              </a:spcAft>
              <a:buNone/>
              <a:defRPr sz="900"/>
            </a:lvl4pPr>
            <a:lvl5pPr marL="2286000" indent="-228600" algn="l">
              <a:lnSpc>
                <a:spcPct val="95000"/>
              </a:lnSpc>
              <a:spcBef>
                <a:spcPts val="0"/>
              </a:spcBef>
              <a:spcAft>
                <a:spcPts val="0"/>
              </a:spcAft>
              <a:buNone/>
              <a:defRPr sz="900"/>
            </a:lvl5pPr>
            <a:lvl6pPr marL="2743200" indent="-228600" algn="l">
              <a:lnSpc>
                <a:spcPct val="95000"/>
              </a:lnSpc>
              <a:spcBef>
                <a:spcPts val="0"/>
              </a:spcBef>
              <a:spcAft>
                <a:spcPts val="0"/>
              </a:spcAft>
              <a:buNone/>
              <a:defRPr sz="900"/>
            </a:lvl6pPr>
            <a:lvl7pPr marL="3200400" indent="-228600" algn="l">
              <a:lnSpc>
                <a:spcPct val="95000"/>
              </a:lnSpc>
              <a:spcBef>
                <a:spcPts val="0"/>
              </a:spcBef>
              <a:spcAft>
                <a:spcPts val="0"/>
              </a:spcAft>
              <a:buNone/>
              <a:defRPr sz="900"/>
            </a:lvl7pPr>
            <a:lvl8pPr marL="3657600" indent="-228600" algn="l">
              <a:lnSpc>
                <a:spcPct val="95000"/>
              </a:lnSpc>
              <a:spcBef>
                <a:spcPts val="0"/>
              </a:spcBef>
              <a:spcAft>
                <a:spcPts val="0"/>
              </a:spcAft>
              <a:buNone/>
              <a:defRPr sz="900"/>
            </a:lvl8pPr>
            <a:lvl9pPr marL="4114800" indent="-228600" algn="l">
              <a:lnSpc>
                <a:spcPct val="95000"/>
              </a:lnSpc>
              <a:spcBef>
                <a:spcPts val="0"/>
              </a:spcBef>
              <a:spcAft>
                <a:spcPts val="0"/>
              </a:spcAft>
              <a:buNone/>
              <a:defRPr sz="900"/>
            </a:lvl9pPr>
          </a:lstStyle>
          <a:p>
            <a:endParaRPr/>
          </a:p>
        </p:txBody>
      </p:sp>
      <p:sp>
        <p:nvSpPr>
          <p:cNvPr id="339" name="Google Shape;339;p31">
            <a:extLst>
              <a:ext uri="{FF2B5EF4-FFF2-40B4-BE49-F238E27FC236}">
                <a16:creationId xmlns:a16="http://schemas.microsoft.com/office/drawing/2014/main" id="{4B55DD86-2B2D-4F7C-B54B-C32F67D2E0B4}"/>
              </a:ext>
            </a:extLst>
          </p:cNvPr>
          <p:cNvSpPr>
            <a:spLocks noGrp="1"/>
          </p:cNvSpPr>
          <p:nvPr>
            <p:ph type="dt" idx="10"/>
          </p:nvPr>
        </p:nvSpPr>
        <p:spPr>
          <a:xfrm>
            <a:off x="410766" y="4972050"/>
            <a:ext cx="617934" cy="171450"/>
          </a:xfrm>
          <a:prstGeom prst="rect">
            <a:avLst/>
          </a:prstGeom>
          <a:noFill/>
          <a:ln>
            <a:noFill/>
          </a:ln>
        </p:spPr>
        <p:txBody>
          <a:bodyPr spcFirstLastPara="1" wrap="square" lIns="0" tIns="45700" rIns="0" bIns="45700" anchor="b">
            <a:noAutofit/>
          </a:bodyPr>
          <a:lstStyle>
            <a:lvl1pPr algn="l">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a:endParaRPr/>
          </a:p>
        </p:txBody>
      </p:sp>
      <p:sp>
        <p:nvSpPr>
          <p:cNvPr id="340" name="Google Shape;340;p31">
            <a:extLst>
              <a:ext uri="{FF2B5EF4-FFF2-40B4-BE49-F238E27FC236}">
                <a16:creationId xmlns:a16="http://schemas.microsoft.com/office/drawing/2014/main" id="{D6549E87-8E9F-42C0-8A80-38D4FD7143DC}"/>
              </a:ext>
            </a:extLst>
          </p:cNvPr>
          <p:cNvSpPr>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oAutofit/>
          </a:bodyPr>
          <a:lstStyle>
            <a:lvl1pPr marL="0" indent="0" algn="r">
              <a:spcBef>
                <a:spcPts val="0"/>
              </a:spcBef>
              <a:spcAft>
                <a:spcPts val="0"/>
              </a:spcAft>
              <a:buNone/>
              <a:defRPr/>
            </a:lvl1pPr>
            <a:lvl2pPr marL="0" indent="0" algn="r">
              <a:spcBef>
                <a:spcPts val="0"/>
              </a:spcBef>
              <a:spcAft>
                <a:spcPts val="0"/>
              </a:spcAft>
              <a:buNone/>
              <a:defRPr/>
            </a:lvl2pPr>
            <a:lvl3pPr marL="0" indent="0" algn="r">
              <a:spcBef>
                <a:spcPts val="0"/>
              </a:spcBef>
              <a:spcAft>
                <a:spcPts val="0"/>
              </a:spcAft>
              <a:buNone/>
              <a:defRPr/>
            </a:lvl3pPr>
            <a:lvl4pPr marL="0" indent="0" algn="r">
              <a:spcBef>
                <a:spcPts val="0"/>
              </a:spcBef>
              <a:spcAft>
                <a:spcPts val="0"/>
              </a:spcAft>
              <a:buNone/>
              <a:defRPr/>
            </a:lvl4pPr>
            <a:lvl5pPr marL="0" indent="0" algn="r">
              <a:spcBef>
                <a:spcPts val="0"/>
              </a:spcBef>
              <a:spcAft>
                <a:spcPts val="0"/>
              </a:spcAft>
              <a:buNone/>
              <a:defRPr/>
            </a:lvl5pPr>
            <a:lvl6pPr marL="0" indent="0" algn="r">
              <a:spcBef>
                <a:spcPts val="0"/>
              </a:spcBef>
              <a:spcAft>
                <a:spcPts val="0"/>
              </a:spcAft>
              <a:buNone/>
              <a:defRPr/>
            </a:lvl6pPr>
            <a:lvl7pPr marL="0" indent="0" algn="r">
              <a:spcBef>
                <a:spcPts val="0"/>
              </a:spcBef>
              <a:spcAft>
                <a:spcPts val="0"/>
              </a:spcAft>
              <a:buNone/>
              <a:defRPr/>
            </a:lvl7pPr>
            <a:lvl8pPr marL="0" indent="0" algn="r">
              <a:spcBef>
                <a:spcPts val="0"/>
              </a:spcBef>
              <a:spcAft>
                <a:spcPts val="0"/>
              </a:spcAft>
              <a:buNone/>
              <a:defRPr/>
            </a:lvl8pPr>
            <a:lvl9pPr marL="0" indent="0" algn="r">
              <a:spcBef>
                <a:spcPts val="0"/>
              </a:spcBef>
              <a:spcAft>
                <a:spcPts val="0"/>
              </a:spcAft>
              <a:buNone/>
              <a:defRPr/>
            </a:lvl9pPr>
          </a:lstStyle>
          <a:p>
            <a:pPr marL="0" indent="0" algn="r">
              <a:spcBef>
                <a:spcPts val="0"/>
              </a:spcBef>
              <a:spcAft>
                <a:spcPts val="0"/>
              </a:spcAft>
              <a:buNone/>
            </a:pPr>
            <a:fld id="{00000000-1234-1234-1234-123412341234}" type="slidenum">
              <a:t>‹#›</a:t>
            </a:fld>
            <a:endParaRPr/>
          </a:p>
        </p:txBody>
      </p:sp>
      <p:pic>
        <p:nvPicPr>
          <p:cNvPr id="341" name="Google Shape;341;p31"/>
          <p:cNvPicPr>
            <a:picLocks noChangeAspect="1"/>
          </p:cNvPicPr>
          <p:nvPr/>
        </p:nvPicPr>
        <p:blipFill rotWithShape="1">
          <a:blip r:embed="rId2">
            <a:alphaModFix/>
          </a:blip>
          <a:srcRect/>
          <a:stretch/>
        </p:blipFill>
        <p:spPr>
          <a:xfrm>
            <a:off x="7503462" y="308372"/>
            <a:ext cx="1222280" cy="358517"/>
          </a:xfrm>
          <a:prstGeom prst="rect">
            <a:avLst/>
          </a:prstGeom>
          <a:ln>
            <a:noFill/>
          </a:ln>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matchingName="Logo">
  <p:cSld name="Logo">
    <p:bg>
      <p:bgPr>
        <a:solidFill>
          <a:srgbClr val="221F20"/>
        </a:solidFill>
        <a:effectLst/>
      </p:bgPr>
    </p:bg>
    <p:spTree>
      <p:nvGrpSpPr>
        <p:cNvPr id="1" name=""/>
        <p:cNvGrpSpPr/>
        <p:nvPr/>
      </p:nvGrpSpPr>
      <p:grpSpPr>
        <a:xfrm>
          <a:off x="0" y="0"/>
          <a:ext cx="0" cy="0"/>
          <a:chOff x="0" y="0"/>
          <a:chExt cx="0" cy="0"/>
        </a:xfrm>
      </p:grpSpPr>
      <p:pic>
        <p:nvPicPr>
          <p:cNvPr id="2" name="Google Shape;343;p32"/>
          <p:cNvPicPr>
            <a:picLocks noChangeAspect="1"/>
          </p:cNvPicPr>
          <p:nvPr/>
        </p:nvPicPr>
        <p:blipFill rotWithShape="1">
          <a:blip r:embed="rId2">
            <a:alphaModFix/>
          </a:blip>
          <a:srcRect/>
          <a:stretch/>
        </p:blipFill>
        <p:spPr>
          <a:xfrm>
            <a:off x="2120265" y="1645920"/>
            <a:ext cx="4903470" cy="1851660"/>
          </a:xfrm>
          <a:prstGeom prst="rect">
            <a:avLst/>
          </a:prstGeom>
          <a:ln>
            <a:noFill/>
          </a:ln>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accent3"/>
        </a:solidFill>
        <a:effectLst/>
      </p:bgPr>
    </p:bg>
    <p:spTree>
      <p:nvGrpSpPr>
        <p:cNvPr id="1" name=""/>
        <p:cNvGrpSpPr/>
        <p:nvPr/>
      </p:nvGrpSpPr>
      <p:grpSpPr>
        <a:xfrm>
          <a:off x="0" y="0"/>
          <a:ext cx="0" cy="0"/>
          <a:chOff x="0" y="0"/>
          <a:chExt cx="0" cy="0"/>
        </a:xfrm>
      </p:grpSpPr>
      <p:sp>
        <p:nvSpPr>
          <p:cNvPr id="345" name="Google Shape;345;p33">
            <a:extLst>
              <a:ext uri="{FF2B5EF4-FFF2-40B4-BE49-F238E27FC236}">
                <a16:creationId xmlns:a16="http://schemas.microsoft.com/office/drawing/2014/main" id="{88A6409E-95DE-4D5D-9C62-CFFA19EB8CB6}"/>
              </a:ext>
            </a:extLst>
          </p:cNvPr>
          <p:cNvSpPr>
            <a:spLocks noGrp="1"/>
          </p:cNvSpPr>
          <p:nvPr>
            <p:ph type="title"/>
          </p:nvPr>
        </p:nvSpPr>
        <p:spPr>
          <a:xfrm>
            <a:off x="311700" y="539725"/>
            <a:ext cx="8520600" cy="1282500"/>
          </a:xfrm>
          <a:prstGeom prst="rect">
            <a:avLst/>
          </a:prstGeom>
          <a:noFill/>
          <a:ln>
            <a:noFill/>
          </a:ln>
        </p:spPr>
        <p:txBody>
          <a:bodyPr spcFirstLastPara="1" wrap="square" lIns="91425" tIns="91425" rIns="91425" bIns="91425" anchor="t">
            <a:normAutofit/>
          </a:bodyPr>
          <a:lstStyle>
            <a:lvl1pPr algn="l">
              <a:lnSpc>
                <a:spcPct val="100000"/>
              </a:lnSpc>
              <a:spcBef>
                <a:spcPts val="0"/>
              </a:spcBef>
              <a:spcAft>
                <a:spcPts val="0"/>
              </a:spcAft>
              <a:buNone/>
              <a:defRPr sz="3600"/>
            </a:lvl1pPr>
            <a:lvl2pPr algn="l">
              <a:lnSpc>
                <a:spcPct val="100000"/>
              </a:lnSpc>
              <a:spcBef>
                <a:spcPts val="0"/>
              </a:spcBef>
              <a:spcAft>
                <a:spcPts val="0"/>
              </a:spcAft>
              <a:buNone/>
              <a:defRPr sz="3600"/>
            </a:lvl2pPr>
            <a:lvl3pPr algn="l">
              <a:lnSpc>
                <a:spcPct val="100000"/>
              </a:lnSpc>
              <a:spcBef>
                <a:spcPts val="0"/>
              </a:spcBef>
              <a:spcAft>
                <a:spcPts val="0"/>
              </a:spcAft>
              <a:buNone/>
              <a:defRPr sz="3600"/>
            </a:lvl3pPr>
            <a:lvl4pPr algn="l">
              <a:lnSpc>
                <a:spcPct val="100000"/>
              </a:lnSpc>
              <a:spcBef>
                <a:spcPts val="0"/>
              </a:spcBef>
              <a:spcAft>
                <a:spcPts val="0"/>
              </a:spcAft>
              <a:buNone/>
              <a:defRPr sz="3600"/>
            </a:lvl4pPr>
            <a:lvl5pPr algn="l">
              <a:lnSpc>
                <a:spcPct val="100000"/>
              </a:lnSpc>
              <a:spcBef>
                <a:spcPts val="0"/>
              </a:spcBef>
              <a:spcAft>
                <a:spcPts val="0"/>
              </a:spcAft>
              <a:buNone/>
              <a:defRPr sz="3600"/>
            </a:lvl5pPr>
            <a:lvl6pPr algn="l">
              <a:lnSpc>
                <a:spcPct val="100000"/>
              </a:lnSpc>
              <a:spcBef>
                <a:spcPts val="0"/>
              </a:spcBef>
              <a:spcAft>
                <a:spcPts val="0"/>
              </a:spcAft>
              <a:buNone/>
              <a:defRPr sz="3600"/>
            </a:lvl6pPr>
            <a:lvl7pPr algn="l">
              <a:lnSpc>
                <a:spcPct val="100000"/>
              </a:lnSpc>
              <a:spcBef>
                <a:spcPts val="0"/>
              </a:spcBef>
              <a:spcAft>
                <a:spcPts val="0"/>
              </a:spcAft>
              <a:buNone/>
              <a:defRPr sz="3600"/>
            </a:lvl7pPr>
            <a:lvl8pPr algn="l">
              <a:lnSpc>
                <a:spcPct val="100000"/>
              </a:lnSpc>
              <a:spcBef>
                <a:spcPts val="0"/>
              </a:spcBef>
              <a:spcAft>
                <a:spcPts val="0"/>
              </a:spcAft>
              <a:buNone/>
              <a:defRPr sz="3600"/>
            </a:lvl8pPr>
            <a:lvl9pPr algn="l">
              <a:lnSpc>
                <a:spcPct val="100000"/>
              </a:lnSpc>
              <a:spcBef>
                <a:spcPts val="0"/>
              </a:spcBef>
              <a:spcAft>
                <a:spcPts val="0"/>
              </a:spcAft>
              <a:buNone/>
              <a:defRPr sz="3600"/>
            </a:lvl9pPr>
          </a:lstStyle>
          <a:p>
            <a:endParaRPr/>
          </a:p>
        </p:txBody>
      </p:sp>
      <p:sp>
        <p:nvSpPr>
          <p:cNvPr id="346" name="Google Shape;346;p33">
            <a:extLst>
              <a:ext uri="{FF2B5EF4-FFF2-40B4-BE49-F238E27FC236}">
                <a16:creationId xmlns:a16="http://schemas.microsoft.com/office/drawing/2014/main" id="{35FC3384-482E-4869-9B71-C70062673191}"/>
              </a:ext>
            </a:extLst>
          </p:cNvPr>
          <p:cNvSpPr>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ormAutofit/>
          </a:bodyPr>
          <a:lstStyle>
            <a:lvl1pPr marL="0" indent="0" algn="r">
              <a:lnSpc>
                <a:spcPct val="100000"/>
              </a:lnSpc>
              <a:spcBef>
                <a:spcPts val="0"/>
              </a:spcBef>
              <a:spcAft>
                <a:spcPts val="0"/>
              </a:spcAft>
              <a:buNone/>
              <a:defRPr sz="1000" b="0" i="0" u="none" cap="none">
                <a:solidFill>
                  <a:schemeClr val="accent1"/>
                </a:solidFill>
                <a:latin typeface="Roboto"/>
                <a:ea typeface="Roboto"/>
                <a:cs typeface="Roboto"/>
              </a:defRPr>
            </a:lvl1pPr>
            <a:lvl2pPr marL="0" indent="0" algn="r">
              <a:lnSpc>
                <a:spcPct val="100000"/>
              </a:lnSpc>
              <a:spcBef>
                <a:spcPts val="0"/>
              </a:spcBef>
              <a:spcAft>
                <a:spcPts val="0"/>
              </a:spcAft>
              <a:buNone/>
              <a:defRPr sz="1000" b="0" i="0" u="none" cap="none">
                <a:solidFill>
                  <a:schemeClr val="accent1"/>
                </a:solidFill>
                <a:latin typeface="Roboto"/>
                <a:ea typeface="Roboto"/>
                <a:cs typeface="Roboto"/>
              </a:defRPr>
            </a:lvl2pPr>
            <a:lvl3pPr marL="0" indent="0" algn="r">
              <a:lnSpc>
                <a:spcPct val="100000"/>
              </a:lnSpc>
              <a:spcBef>
                <a:spcPts val="0"/>
              </a:spcBef>
              <a:spcAft>
                <a:spcPts val="0"/>
              </a:spcAft>
              <a:buNone/>
              <a:defRPr sz="1000" b="0" i="0" u="none" cap="none">
                <a:solidFill>
                  <a:schemeClr val="accent1"/>
                </a:solidFill>
                <a:latin typeface="Roboto"/>
                <a:ea typeface="Roboto"/>
                <a:cs typeface="Roboto"/>
              </a:defRPr>
            </a:lvl3pPr>
            <a:lvl4pPr marL="0" indent="0" algn="r">
              <a:lnSpc>
                <a:spcPct val="100000"/>
              </a:lnSpc>
              <a:spcBef>
                <a:spcPts val="0"/>
              </a:spcBef>
              <a:spcAft>
                <a:spcPts val="0"/>
              </a:spcAft>
              <a:buNone/>
              <a:defRPr sz="1000" b="0" i="0" u="none" cap="none">
                <a:solidFill>
                  <a:schemeClr val="accent1"/>
                </a:solidFill>
                <a:latin typeface="Roboto"/>
                <a:ea typeface="Roboto"/>
                <a:cs typeface="Roboto"/>
              </a:defRPr>
            </a:lvl4pPr>
            <a:lvl5pPr marL="0" indent="0" algn="r">
              <a:lnSpc>
                <a:spcPct val="100000"/>
              </a:lnSpc>
              <a:spcBef>
                <a:spcPts val="0"/>
              </a:spcBef>
              <a:spcAft>
                <a:spcPts val="0"/>
              </a:spcAft>
              <a:buNone/>
              <a:defRPr sz="1000" b="0" i="0" u="none" cap="none">
                <a:solidFill>
                  <a:schemeClr val="accent1"/>
                </a:solidFill>
                <a:latin typeface="Roboto"/>
                <a:ea typeface="Roboto"/>
                <a:cs typeface="Roboto"/>
              </a:defRPr>
            </a:lvl5pPr>
            <a:lvl6pPr marL="0" indent="0" algn="r">
              <a:lnSpc>
                <a:spcPct val="100000"/>
              </a:lnSpc>
              <a:spcBef>
                <a:spcPts val="0"/>
              </a:spcBef>
              <a:spcAft>
                <a:spcPts val="0"/>
              </a:spcAft>
              <a:buNone/>
              <a:defRPr sz="1000" b="0" i="0" u="none" cap="none">
                <a:solidFill>
                  <a:schemeClr val="accent1"/>
                </a:solidFill>
                <a:latin typeface="Roboto"/>
                <a:ea typeface="Roboto"/>
                <a:cs typeface="Roboto"/>
              </a:defRPr>
            </a:lvl6pPr>
            <a:lvl7pPr marL="0" indent="0" algn="r">
              <a:lnSpc>
                <a:spcPct val="100000"/>
              </a:lnSpc>
              <a:spcBef>
                <a:spcPts val="0"/>
              </a:spcBef>
              <a:spcAft>
                <a:spcPts val="0"/>
              </a:spcAft>
              <a:buNone/>
              <a:defRPr sz="1000" b="0" i="0" u="none" cap="none">
                <a:solidFill>
                  <a:schemeClr val="accent1"/>
                </a:solidFill>
                <a:latin typeface="Roboto"/>
                <a:ea typeface="Roboto"/>
                <a:cs typeface="Roboto"/>
              </a:defRPr>
            </a:lvl7pPr>
            <a:lvl8pPr marL="0" indent="0" algn="r">
              <a:lnSpc>
                <a:spcPct val="100000"/>
              </a:lnSpc>
              <a:spcBef>
                <a:spcPts val="0"/>
              </a:spcBef>
              <a:spcAft>
                <a:spcPts val="0"/>
              </a:spcAft>
              <a:buNone/>
              <a:defRPr sz="1000" b="0" i="0" u="none" cap="none">
                <a:solidFill>
                  <a:schemeClr val="accent1"/>
                </a:solidFill>
                <a:latin typeface="Roboto"/>
                <a:ea typeface="Roboto"/>
                <a:cs typeface="Roboto"/>
              </a:defRPr>
            </a:lvl8pPr>
            <a:lvl9pPr marL="0" indent="0" algn="r">
              <a:lnSpc>
                <a:spcPct val="100000"/>
              </a:lnSpc>
              <a:spcBef>
                <a:spcPts val="0"/>
              </a:spcBef>
              <a:spcAft>
                <a:spcPts val="0"/>
              </a:spcAft>
              <a:buNone/>
              <a:defRPr sz="1000" b="0" i="0" u="none" cap="none">
                <a:solidFill>
                  <a:schemeClr val="accent1"/>
                </a:solidFill>
                <a:latin typeface="Roboto"/>
                <a:ea typeface="Roboto"/>
                <a:cs typeface="Roboto"/>
              </a:defRPr>
            </a:lvl9pPr>
          </a:lstStyle>
          <a:p>
            <a:pPr mar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
        <p:cNvGrpSpPr/>
        <p:nvPr/>
      </p:nvGrpSpPr>
      <p:grpSpPr>
        <a:xfrm>
          <a:off x="0" y="0"/>
          <a:ext cx="0" cy="0"/>
          <a:chOff x="0" y="0"/>
          <a:chExt cx="0" cy="0"/>
        </a:xfrm>
      </p:grpSpPr>
      <p:sp>
        <p:nvSpPr>
          <p:cNvPr id="348" name="Google Shape;348;p34">
            <a:extLst>
              <a:ext uri="{FF2B5EF4-FFF2-40B4-BE49-F238E27FC236}">
                <a16:creationId xmlns:a16="http://schemas.microsoft.com/office/drawing/2014/main" id="{E594F835-FB3B-4740-AF56-2CE2EEE75D6C}"/>
              </a:ext>
            </a:extLst>
          </p:cNvPr>
          <p:cNvSpPr>
            <a:spLocks noGrp="1"/>
          </p:cNvSpPr>
          <p:nvPr>
            <p:ph type="title"/>
          </p:nvPr>
        </p:nvSpPr>
        <p:spPr>
          <a:xfrm>
            <a:off x="311725" y="500925"/>
            <a:ext cx="8520600" cy="623700"/>
          </a:xfrm>
          <a:prstGeom prst="rect">
            <a:avLst/>
          </a:prstGeom>
          <a:noFill/>
          <a:ln>
            <a:noFill/>
          </a:ln>
        </p:spPr>
        <p:txBody>
          <a:bodyPr spcFirstLastPara="1" wrap="square" lIns="91425" tIns="91425" rIns="91425" bIns="91425" anchor="t">
            <a:normAutofit/>
          </a:bodyPr>
          <a:lstStyle>
            <a:lvl1pPr algn="l">
              <a:lnSpc>
                <a:spcPct val="100000"/>
              </a:lnSpc>
              <a:spcBef>
                <a:spcPts val="0"/>
              </a:spcBef>
              <a:spcAft>
                <a:spcPts val="0"/>
              </a:spcAft>
              <a:buNone/>
              <a:defRPr>
                <a:solidFill>
                  <a:schemeClr val="lt1"/>
                </a:solidFill>
              </a:defRPr>
            </a:lvl1pPr>
            <a:lvl2pPr algn="l">
              <a:lnSpc>
                <a:spcPct val="100000"/>
              </a:lnSpc>
              <a:spcBef>
                <a:spcPts val="0"/>
              </a:spcBef>
              <a:spcAft>
                <a:spcPts val="0"/>
              </a:spcAft>
              <a:buNone/>
              <a:defRPr>
                <a:solidFill>
                  <a:schemeClr val="lt1"/>
                </a:solidFill>
              </a:defRPr>
            </a:lvl2pPr>
            <a:lvl3pPr algn="l">
              <a:lnSpc>
                <a:spcPct val="100000"/>
              </a:lnSpc>
              <a:spcBef>
                <a:spcPts val="0"/>
              </a:spcBef>
              <a:spcAft>
                <a:spcPts val="0"/>
              </a:spcAft>
              <a:buNone/>
              <a:defRPr>
                <a:solidFill>
                  <a:schemeClr val="lt1"/>
                </a:solidFill>
              </a:defRPr>
            </a:lvl3pPr>
            <a:lvl4pPr algn="l">
              <a:lnSpc>
                <a:spcPct val="100000"/>
              </a:lnSpc>
              <a:spcBef>
                <a:spcPts val="0"/>
              </a:spcBef>
              <a:spcAft>
                <a:spcPts val="0"/>
              </a:spcAft>
              <a:buNone/>
              <a:defRPr>
                <a:solidFill>
                  <a:schemeClr val="lt1"/>
                </a:solidFill>
              </a:defRPr>
            </a:lvl4pPr>
            <a:lvl5pPr algn="l">
              <a:lnSpc>
                <a:spcPct val="100000"/>
              </a:lnSpc>
              <a:spcBef>
                <a:spcPts val="0"/>
              </a:spcBef>
              <a:spcAft>
                <a:spcPts val="0"/>
              </a:spcAft>
              <a:buNone/>
              <a:defRPr>
                <a:solidFill>
                  <a:schemeClr val="lt1"/>
                </a:solidFill>
              </a:defRPr>
            </a:lvl5pPr>
            <a:lvl6pPr algn="l">
              <a:lnSpc>
                <a:spcPct val="100000"/>
              </a:lnSpc>
              <a:spcBef>
                <a:spcPts val="0"/>
              </a:spcBef>
              <a:spcAft>
                <a:spcPts val="0"/>
              </a:spcAft>
              <a:buNone/>
              <a:defRPr>
                <a:solidFill>
                  <a:schemeClr val="lt1"/>
                </a:solidFill>
              </a:defRPr>
            </a:lvl6pPr>
            <a:lvl7pPr algn="l">
              <a:lnSpc>
                <a:spcPct val="100000"/>
              </a:lnSpc>
              <a:spcBef>
                <a:spcPts val="0"/>
              </a:spcBef>
              <a:spcAft>
                <a:spcPts val="0"/>
              </a:spcAft>
              <a:buNone/>
              <a:defRPr>
                <a:solidFill>
                  <a:schemeClr val="lt1"/>
                </a:solidFill>
              </a:defRPr>
            </a:lvl7pPr>
            <a:lvl8pPr algn="l">
              <a:lnSpc>
                <a:spcPct val="100000"/>
              </a:lnSpc>
              <a:spcBef>
                <a:spcPts val="0"/>
              </a:spcBef>
              <a:spcAft>
                <a:spcPts val="0"/>
              </a:spcAft>
              <a:buNone/>
              <a:defRPr>
                <a:solidFill>
                  <a:schemeClr val="lt1"/>
                </a:solidFill>
              </a:defRPr>
            </a:lvl8pPr>
            <a:lvl9pPr algn="l">
              <a:lnSpc>
                <a:spcPct val="100000"/>
              </a:lnSpc>
              <a:spcBef>
                <a:spcPts val="0"/>
              </a:spcBef>
              <a:spcAft>
                <a:spcPts val="0"/>
              </a:spcAft>
              <a:buNone/>
              <a:defRPr>
                <a:solidFill>
                  <a:schemeClr val="lt1"/>
                </a:solidFill>
              </a:defRPr>
            </a:lvl9pPr>
          </a:lstStyle>
          <a:p>
            <a:endParaRPr/>
          </a:p>
        </p:txBody>
      </p:sp>
      <p:sp>
        <p:nvSpPr>
          <p:cNvPr id="349" name="Google Shape;349;p34">
            <a:extLst>
              <a:ext uri="{FF2B5EF4-FFF2-40B4-BE49-F238E27FC236}">
                <a16:creationId xmlns:a16="http://schemas.microsoft.com/office/drawing/2014/main" id="{686D1D42-053F-4A57-9638-F1C96D0382B9}"/>
              </a:ext>
            </a:extLst>
          </p:cNvPr>
          <p:cNvSpPr>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ormAutofit/>
          </a:bodyPr>
          <a:lstStyle>
            <a:lvl1pPr marL="0" indent="0" algn="r">
              <a:lnSpc>
                <a:spcPct val="100000"/>
              </a:lnSpc>
              <a:spcBef>
                <a:spcPts val="0"/>
              </a:spcBef>
              <a:spcAft>
                <a:spcPts val="0"/>
              </a:spcAft>
              <a:buNone/>
              <a:defRPr sz="1000" b="0" i="0" u="none" cap="none">
                <a:solidFill>
                  <a:schemeClr val="dk2"/>
                </a:solidFill>
                <a:latin typeface="Roboto"/>
                <a:ea typeface="Roboto"/>
                <a:cs typeface="Roboto"/>
              </a:defRPr>
            </a:lvl1pPr>
            <a:lvl2pPr marL="0" indent="0" algn="r">
              <a:lnSpc>
                <a:spcPct val="100000"/>
              </a:lnSpc>
              <a:spcBef>
                <a:spcPts val="0"/>
              </a:spcBef>
              <a:spcAft>
                <a:spcPts val="0"/>
              </a:spcAft>
              <a:buNone/>
              <a:defRPr sz="1000" b="0" i="0" u="none" cap="none">
                <a:solidFill>
                  <a:schemeClr val="dk2"/>
                </a:solidFill>
                <a:latin typeface="Roboto"/>
                <a:ea typeface="Roboto"/>
                <a:cs typeface="Roboto"/>
              </a:defRPr>
            </a:lvl2pPr>
            <a:lvl3pPr marL="0" indent="0" algn="r">
              <a:lnSpc>
                <a:spcPct val="100000"/>
              </a:lnSpc>
              <a:spcBef>
                <a:spcPts val="0"/>
              </a:spcBef>
              <a:spcAft>
                <a:spcPts val="0"/>
              </a:spcAft>
              <a:buNone/>
              <a:defRPr sz="1000" b="0" i="0" u="none" cap="none">
                <a:solidFill>
                  <a:schemeClr val="dk2"/>
                </a:solidFill>
                <a:latin typeface="Roboto"/>
                <a:ea typeface="Roboto"/>
                <a:cs typeface="Roboto"/>
              </a:defRPr>
            </a:lvl3pPr>
            <a:lvl4pPr marL="0" indent="0" algn="r">
              <a:lnSpc>
                <a:spcPct val="100000"/>
              </a:lnSpc>
              <a:spcBef>
                <a:spcPts val="0"/>
              </a:spcBef>
              <a:spcAft>
                <a:spcPts val="0"/>
              </a:spcAft>
              <a:buNone/>
              <a:defRPr sz="1000" b="0" i="0" u="none" cap="none">
                <a:solidFill>
                  <a:schemeClr val="dk2"/>
                </a:solidFill>
                <a:latin typeface="Roboto"/>
                <a:ea typeface="Roboto"/>
                <a:cs typeface="Roboto"/>
              </a:defRPr>
            </a:lvl4pPr>
            <a:lvl5pPr marL="0" indent="0" algn="r">
              <a:lnSpc>
                <a:spcPct val="100000"/>
              </a:lnSpc>
              <a:spcBef>
                <a:spcPts val="0"/>
              </a:spcBef>
              <a:spcAft>
                <a:spcPts val="0"/>
              </a:spcAft>
              <a:buNone/>
              <a:defRPr sz="1000" b="0" i="0" u="none" cap="none">
                <a:solidFill>
                  <a:schemeClr val="dk2"/>
                </a:solidFill>
                <a:latin typeface="Roboto"/>
                <a:ea typeface="Roboto"/>
                <a:cs typeface="Roboto"/>
              </a:defRPr>
            </a:lvl5pPr>
            <a:lvl6pPr marL="0" indent="0" algn="r">
              <a:lnSpc>
                <a:spcPct val="100000"/>
              </a:lnSpc>
              <a:spcBef>
                <a:spcPts val="0"/>
              </a:spcBef>
              <a:spcAft>
                <a:spcPts val="0"/>
              </a:spcAft>
              <a:buNone/>
              <a:defRPr sz="1000" b="0" i="0" u="none" cap="none">
                <a:solidFill>
                  <a:schemeClr val="dk2"/>
                </a:solidFill>
                <a:latin typeface="Roboto"/>
                <a:ea typeface="Roboto"/>
                <a:cs typeface="Roboto"/>
              </a:defRPr>
            </a:lvl6pPr>
            <a:lvl7pPr marL="0" indent="0" algn="r">
              <a:lnSpc>
                <a:spcPct val="100000"/>
              </a:lnSpc>
              <a:spcBef>
                <a:spcPts val="0"/>
              </a:spcBef>
              <a:spcAft>
                <a:spcPts val="0"/>
              </a:spcAft>
              <a:buNone/>
              <a:defRPr sz="1000" b="0" i="0" u="none" cap="none">
                <a:solidFill>
                  <a:schemeClr val="dk2"/>
                </a:solidFill>
                <a:latin typeface="Roboto"/>
                <a:ea typeface="Roboto"/>
                <a:cs typeface="Roboto"/>
              </a:defRPr>
            </a:lvl7pPr>
            <a:lvl8pPr marL="0" indent="0" algn="r">
              <a:lnSpc>
                <a:spcPct val="100000"/>
              </a:lnSpc>
              <a:spcBef>
                <a:spcPts val="0"/>
              </a:spcBef>
              <a:spcAft>
                <a:spcPts val="0"/>
              </a:spcAft>
              <a:buNone/>
              <a:defRPr sz="1000" b="0" i="0" u="none" cap="none">
                <a:solidFill>
                  <a:schemeClr val="dk2"/>
                </a:solidFill>
                <a:latin typeface="Roboto"/>
                <a:ea typeface="Roboto"/>
                <a:cs typeface="Roboto"/>
              </a:defRPr>
            </a:lvl8pPr>
            <a:lvl9pPr marL="0" indent="0" algn="r">
              <a:lnSpc>
                <a:spcPct val="100000"/>
              </a:lnSpc>
              <a:spcBef>
                <a:spcPts val="0"/>
              </a:spcBef>
              <a:spcAft>
                <a:spcPts val="0"/>
              </a:spcAft>
              <a:buNone/>
              <a:defRPr sz="1000" b="0" i="0" u="none" cap="none">
                <a:solidFill>
                  <a:schemeClr val="dk2"/>
                </a:solidFill>
                <a:latin typeface="Roboto"/>
                <a:ea typeface="Roboto"/>
                <a:cs typeface="Roboto"/>
              </a:defRPr>
            </a:lvl9pPr>
          </a:lstStyle>
          <a:p>
            <a:pPr mar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and body">
  <p:cSld name="TITLE_AND_BODY">
    <p:spTree>
      <p:nvGrpSpPr>
        <p:cNvPr id="1" name=""/>
        <p:cNvGrpSpPr/>
        <p:nvPr/>
      </p:nvGrpSpPr>
      <p:grpSpPr>
        <a:xfrm>
          <a:off x="0" y="0"/>
          <a:ext cx="0" cy="0"/>
          <a:chOff x="0" y="0"/>
          <a:chExt cx="0" cy="0"/>
        </a:xfrm>
      </p:grpSpPr>
      <p:sp>
        <p:nvSpPr>
          <p:cNvPr id="351" name="Google Shape;351;p35">
            <a:extLst>
              <a:ext uri="{FF2B5EF4-FFF2-40B4-BE49-F238E27FC236}">
                <a16:creationId xmlns:a16="http://schemas.microsoft.com/office/drawing/2014/main" id="{D5EFAB00-DF48-41BD-861B-6D29911B3019}"/>
              </a:ext>
            </a:extLst>
          </p:cNvPr>
          <p:cNvSpPr>
            <a:spLocks noGrp="1"/>
          </p:cNvSpPr>
          <p:nvPr>
            <p:ph type="title"/>
          </p:nvPr>
        </p:nvSpPr>
        <p:spPr>
          <a:xfrm>
            <a:off x="311725" y="500925"/>
            <a:ext cx="3706500" cy="2508900"/>
          </a:xfrm>
          <a:prstGeom prst="rect">
            <a:avLst/>
          </a:prstGeom>
          <a:noFill/>
          <a:ln>
            <a:noFill/>
          </a:ln>
        </p:spPr>
        <p:txBody>
          <a:bodyPr spcFirstLastPara="1" wrap="square" lIns="91425" tIns="91425" rIns="91425" bIns="91425" anchor="t">
            <a:normAutofit/>
          </a:bodyPr>
          <a:lstStyle>
            <a:lvl1pPr algn="l">
              <a:lnSpc>
                <a:spcPct val="100000"/>
              </a:lnSpc>
              <a:spcBef>
                <a:spcPts val="0"/>
              </a:spcBef>
              <a:spcAft>
                <a:spcPts val="0"/>
              </a:spcAft>
              <a:buNone/>
              <a:defRPr>
                <a:solidFill>
                  <a:schemeClr val="lt1"/>
                </a:solidFill>
              </a:defRPr>
            </a:lvl1pPr>
            <a:lvl2pPr algn="l">
              <a:lnSpc>
                <a:spcPct val="100000"/>
              </a:lnSpc>
              <a:spcBef>
                <a:spcPts val="0"/>
              </a:spcBef>
              <a:spcAft>
                <a:spcPts val="0"/>
              </a:spcAft>
              <a:buNone/>
              <a:defRPr>
                <a:solidFill>
                  <a:schemeClr val="lt1"/>
                </a:solidFill>
              </a:defRPr>
            </a:lvl2pPr>
            <a:lvl3pPr algn="l">
              <a:lnSpc>
                <a:spcPct val="100000"/>
              </a:lnSpc>
              <a:spcBef>
                <a:spcPts val="0"/>
              </a:spcBef>
              <a:spcAft>
                <a:spcPts val="0"/>
              </a:spcAft>
              <a:buNone/>
              <a:defRPr>
                <a:solidFill>
                  <a:schemeClr val="lt1"/>
                </a:solidFill>
              </a:defRPr>
            </a:lvl3pPr>
            <a:lvl4pPr algn="l">
              <a:lnSpc>
                <a:spcPct val="100000"/>
              </a:lnSpc>
              <a:spcBef>
                <a:spcPts val="0"/>
              </a:spcBef>
              <a:spcAft>
                <a:spcPts val="0"/>
              </a:spcAft>
              <a:buNone/>
              <a:defRPr>
                <a:solidFill>
                  <a:schemeClr val="lt1"/>
                </a:solidFill>
              </a:defRPr>
            </a:lvl4pPr>
            <a:lvl5pPr algn="l">
              <a:lnSpc>
                <a:spcPct val="100000"/>
              </a:lnSpc>
              <a:spcBef>
                <a:spcPts val="0"/>
              </a:spcBef>
              <a:spcAft>
                <a:spcPts val="0"/>
              </a:spcAft>
              <a:buNone/>
              <a:defRPr>
                <a:solidFill>
                  <a:schemeClr val="lt1"/>
                </a:solidFill>
              </a:defRPr>
            </a:lvl5pPr>
            <a:lvl6pPr algn="l">
              <a:lnSpc>
                <a:spcPct val="100000"/>
              </a:lnSpc>
              <a:spcBef>
                <a:spcPts val="0"/>
              </a:spcBef>
              <a:spcAft>
                <a:spcPts val="0"/>
              </a:spcAft>
              <a:buNone/>
              <a:defRPr>
                <a:solidFill>
                  <a:schemeClr val="lt1"/>
                </a:solidFill>
              </a:defRPr>
            </a:lvl6pPr>
            <a:lvl7pPr algn="l">
              <a:lnSpc>
                <a:spcPct val="100000"/>
              </a:lnSpc>
              <a:spcBef>
                <a:spcPts val="0"/>
              </a:spcBef>
              <a:spcAft>
                <a:spcPts val="0"/>
              </a:spcAft>
              <a:buNone/>
              <a:defRPr>
                <a:solidFill>
                  <a:schemeClr val="lt1"/>
                </a:solidFill>
              </a:defRPr>
            </a:lvl7pPr>
            <a:lvl8pPr algn="l">
              <a:lnSpc>
                <a:spcPct val="100000"/>
              </a:lnSpc>
              <a:spcBef>
                <a:spcPts val="0"/>
              </a:spcBef>
              <a:spcAft>
                <a:spcPts val="0"/>
              </a:spcAft>
              <a:buNone/>
              <a:defRPr>
                <a:solidFill>
                  <a:schemeClr val="lt1"/>
                </a:solidFill>
              </a:defRPr>
            </a:lvl8pPr>
            <a:lvl9pPr algn="l">
              <a:lnSpc>
                <a:spcPct val="100000"/>
              </a:lnSpc>
              <a:spcBef>
                <a:spcPts val="0"/>
              </a:spcBef>
              <a:spcAft>
                <a:spcPts val="0"/>
              </a:spcAft>
              <a:buNone/>
              <a:defRPr>
                <a:solidFill>
                  <a:schemeClr val="lt1"/>
                </a:solidFill>
              </a:defRPr>
            </a:lvl9pPr>
          </a:lstStyle>
          <a:p>
            <a:endParaRPr/>
          </a:p>
        </p:txBody>
      </p:sp>
      <p:sp>
        <p:nvSpPr>
          <p:cNvPr id="352" name="Google Shape;352;p35">
            <a:extLst>
              <a:ext uri="{FF2B5EF4-FFF2-40B4-BE49-F238E27FC236}">
                <a16:creationId xmlns:a16="http://schemas.microsoft.com/office/drawing/2014/main" id="{40E1C762-EAC1-4917-BEBC-EC5DCABCEDF3}"/>
              </a:ext>
            </a:extLst>
          </p:cNvPr>
          <p:cNvSpPr>
            <a:spLocks noGrp="1"/>
          </p:cNvSpPr>
          <p:nvPr>
            <p:ph type="body" idx="1"/>
          </p:nvPr>
        </p:nvSpPr>
        <p:spPr>
          <a:xfrm>
            <a:off x="4644675" y="500925"/>
            <a:ext cx="4166400" cy="4098600"/>
          </a:xfrm>
          <a:prstGeom prst="rect">
            <a:avLst/>
          </a:prstGeom>
          <a:noFill/>
          <a:ln>
            <a:noFill/>
          </a:ln>
        </p:spPr>
        <p:txBody>
          <a:bodyPr spcFirstLastPara="1" wrap="square" lIns="91425" tIns="91425" rIns="91425" bIns="91425" anchor="t">
            <a:normAutofit/>
          </a:bodyPr>
          <a:lstStyle>
            <a:lvl1pPr marL="457200" indent="-311150" algn="l">
              <a:lnSpc>
                <a:spcPct val="115000"/>
              </a:lnSpc>
              <a:spcBef>
                <a:spcPts val="0"/>
              </a:spcBef>
              <a:spcAft>
                <a:spcPts val="0"/>
              </a:spcAft>
              <a:buChar char="●"/>
              <a:defRPr/>
            </a:lvl1pPr>
            <a:lvl2pPr marL="914400" indent="-298450" algn="l">
              <a:lnSpc>
                <a:spcPct val="115000"/>
              </a:lnSpc>
              <a:spcBef>
                <a:spcPts val="0"/>
              </a:spcBef>
              <a:spcAft>
                <a:spcPts val="0"/>
              </a:spcAft>
              <a:buChar char="○"/>
              <a:defRPr/>
            </a:lvl2pPr>
            <a:lvl3pPr marL="1371600" indent="-298450" algn="l">
              <a:lnSpc>
                <a:spcPct val="115000"/>
              </a:lnSpc>
              <a:spcBef>
                <a:spcPts val="0"/>
              </a:spcBef>
              <a:spcAft>
                <a:spcPts val="0"/>
              </a:spcAft>
              <a:buChar char="■"/>
              <a:defRPr/>
            </a:lvl3pPr>
            <a:lvl4pPr marL="1828800" indent="-298450" algn="l">
              <a:lnSpc>
                <a:spcPct val="115000"/>
              </a:lnSpc>
              <a:spcBef>
                <a:spcPts val="0"/>
              </a:spcBef>
              <a:spcAft>
                <a:spcPts val="0"/>
              </a:spcAft>
              <a:buChar char="●"/>
              <a:defRPr/>
            </a:lvl4pPr>
            <a:lvl5pPr marL="2286000" indent="-298450" algn="l">
              <a:lnSpc>
                <a:spcPct val="115000"/>
              </a:lnSpc>
              <a:spcBef>
                <a:spcPts val="0"/>
              </a:spcBef>
              <a:spcAft>
                <a:spcPts val="0"/>
              </a:spcAft>
              <a:buChar char="○"/>
              <a:defRPr/>
            </a:lvl5pPr>
            <a:lvl6pPr marL="2743200" indent="-298450" algn="l">
              <a:lnSpc>
                <a:spcPct val="115000"/>
              </a:lnSpc>
              <a:spcBef>
                <a:spcPts val="0"/>
              </a:spcBef>
              <a:spcAft>
                <a:spcPts val="0"/>
              </a:spcAft>
              <a:buChar char="■"/>
              <a:defRPr/>
            </a:lvl6pPr>
            <a:lvl7pPr marL="3200400" indent="-298450" algn="l">
              <a:lnSpc>
                <a:spcPct val="115000"/>
              </a:lnSpc>
              <a:spcBef>
                <a:spcPts val="0"/>
              </a:spcBef>
              <a:spcAft>
                <a:spcPts val="0"/>
              </a:spcAft>
              <a:buChar char="●"/>
              <a:defRPr/>
            </a:lvl7pPr>
            <a:lvl8pPr marL="3657600" indent="-298450" algn="l">
              <a:lnSpc>
                <a:spcPct val="115000"/>
              </a:lnSpc>
              <a:spcBef>
                <a:spcPts val="0"/>
              </a:spcBef>
              <a:spcAft>
                <a:spcPts val="0"/>
              </a:spcAft>
              <a:buChar char="○"/>
              <a:defRPr/>
            </a:lvl8pPr>
            <a:lvl9pPr marL="4114800" indent="-298450" algn="l">
              <a:lnSpc>
                <a:spcPct val="115000"/>
              </a:lnSpc>
              <a:spcBef>
                <a:spcPts val="0"/>
              </a:spcBef>
              <a:spcAft>
                <a:spcPts val="0"/>
              </a:spcAft>
              <a:buChar char="■"/>
              <a:defRPr/>
            </a:lvl9pPr>
          </a:lstStyle>
          <a:p>
            <a:endParaRPr/>
          </a:p>
        </p:txBody>
      </p:sp>
      <p:sp>
        <p:nvSpPr>
          <p:cNvPr id="353" name="Google Shape;353;p35">
            <a:extLst>
              <a:ext uri="{FF2B5EF4-FFF2-40B4-BE49-F238E27FC236}">
                <a16:creationId xmlns:a16="http://schemas.microsoft.com/office/drawing/2014/main" id="{25C91B43-07D7-45EF-9081-E6CBD8FE1ADB}"/>
              </a:ext>
            </a:extLst>
          </p:cNvPr>
          <p:cNvSpPr>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ormAutofit/>
          </a:bodyPr>
          <a:lstStyle>
            <a:lvl1pPr marL="0" indent="0" algn="r">
              <a:lnSpc>
                <a:spcPct val="100000"/>
              </a:lnSpc>
              <a:spcBef>
                <a:spcPts val="0"/>
              </a:spcBef>
              <a:spcAft>
                <a:spcPts val="0"/>
              </a:spcAft>
              <a:buNone/>
              <a:defRPr sz="1000" b="0" i="0" u="none" cap="none">
                <a:solidFill>
                  <a:schemeClr val="dk2"/>
                </a:solidFill>
                <a:latin typeface="Roboto"/>
                <a:ea typeface="Roboto"/>
                <a:cs typeface="Roboto"/>
              </a:defRPr>
            </a:lvl1pPr>
            <a:lvl2pPr marL="0" indent="0" algn="r">
              <a:lnSpc>
                <a:spcPct val="100000"/>
              </a:lnSpc>
              <a:spcBef>
                <a:spcPts val="0"/>
              </a:spcBef>
              <a:spcAft>
                <a:spcPts val="0"/>
              </a:spcAft>
              <a:buNone/>
              <a:defRPr sz="1000" b="0" i="0" u="none" cap="none">
                <a:solidFill>
                  <a:schemeClr val="dk2"/>
                </a:solidFill>
                <a:latin typeface="Roboto"/>
                <a:ea typeface="Roboto"/>
                <a:cs typeface="Roboto"/>
              </a:defRPr>
            </a:lvl2pPr>
            <a:lvl3pPr marL="0" indent="0" algn="r">
              <a:lnSpc>
                <a:spcPct val="100000"/>
              </a:lnSpc>
              <a:spcBef>
                <a:spcPts val="0"/>
              </a:spcBef>
              <a:spcAft>
                <a:spcPts val="0"/>
              </a:spcAft>
              <a:buNone/>
              <a:defRPr sz="1000" b="0" i="0" u="none" cap="none">
                <a:solidFill>
                  <a:schemeClr val="dk2"/>
                </a:solidFill>
                <a:latin typeface="Roboto"/>
                <a:ea typeface="Roboto"/>
                <a:cs typeface="Roboto"/>
              </a:defRPr>
            </a:lvl3pPr>
            <a:lvl4pPr marL="0" indent="0" algn="r">
              <a:lnSpc>
                <a:spcPct val="100000"/>
              </a:lnSpc>
              <a:spcBef>
                <a:spcPts val="0"/>
              </a:spcBef>
              <a:spcAft>
                <a:spcPts val="0"/>
              </a:spcAft>
              <a:buNone/>
              <a:defRPr sz="1000" b="0" i="0" u="none" cap="none">
                <a:solidFill>
                  <a:schemeClr val="dk2"/>
                </a:solidFill>
                <a:latin typeface="Roboto"/>
                <a:ea typeface="Roboto"/>
                <a:cs typeface="Roboto"/>
              </a:defRPr>
            </a:lvl4pPr>
            <a:lvl5pPr marL="0" indent="0" algn="r">
              <a:lnSpc>
                <a:spcPct val="100000"/>
              </a:lnSpc>
              <a:spcBef>
                <a:spcPts val="0"/>
              </a:spcBef>
              <a:spcAft>
                <a:spcPts val="0"/>
              </a:spcAft>
              <a:buNone/>
              <a:defRPr sz="1000" b="0" i="0" u="none" cap="none">
                <a:solidFill>
                  <a:schemeClr val="dk2"/>
                </a:solidFill>
                <a:latin typeface="Roboto"/>
                <a:ea typeface="Roboto"/>
                <a:cs typeface="Roboto"/>
              </a:defRPr>
            </a:lvl5pPr>
            <a:lvl6pPr marL="0" indent="0" algn="r">
              <a:lnSpc>
                <a:spcPct val="100000"/>
              </a:lnSpc>
              <a:spcBef>
                <a:spcPts val="0"/>
              </a:spcBef>
              <a:spcAft>
                <a:spcPts val="0"/>
              </a:spcAft>
              <a:buNone/>
              <a:defRPr sz="1000" b="0" i="0" u="none" cap="none">
                <a:solidFill>
                  <a:schemeClr val="dk2"/>
                </a:solidFill>
                <a:latin typeface="Roboto"/>
                <a:ea typeface="Roboto"/>
                <a:cs typeface="Roboto"/>
              </a:defRPr>
            </a:lvl6pPr>
            <a:lvl7pPr marL="0" indent="0" algn="r">
              <a:lnSpc>
                <a:spcPct val="100000"/>
              </a:lnSpc>
              <a:spcBef>
                <a:spcPts val="0"/>
              </a:spcBef>
              <a:spcAft>
                <a:spcPts val="0"/>
              </a:spcAft>
              <a:buNone/>
              <a:defRPr sz="1000" b="0" i="0" u="none" cap="none">
                <a:solidFill>
                  <a:schemeClr val="dk2"/>
                </a:solidFill>
                <a:latin typeface="Roboto"/>
                <a:ea typeface="Roboto"/>
                <a:cs typeface="Roboto"/>
              </a:defRPr>
            </a:lvl7pPr>
            <a:lvl8pPr marL="0" indent="0" algn="r">
              <a:lnSpc>
                <a:spcPct val="100000"/>
              </a:lnSpc>
              <a:spcBef>
                <a:spcPts val="0"/>
              </a:spcBef>
              <a:spcAft>
                <a:spcPts val="0"/>
              </a:spcAft>
              <a:buNone/>
              <a:defRPr sz="1000" b="0" i="0" u="none" cap="none">
                <a:solidFill>
                  <a:schemeClr val="dk2"/>
                </a:solidFill>
                <a:latin typeface="Roboto"/>
                <a:ea typeface="Roboto"/>
                <a:cs typeface="Roboto"/>
              </a:defRPr>
            </a:lvl8pPr>
            <a:lvl9pPr marL="0" indent="0" algn="r">
              <a:lnSpc>
                <a:spcPct val="100000"/>
              </a:lnSpc>
              <a:spcBef>
                <a:spcPts val="0"/>
              </a:spcBef>
              <a:spcAft>
                <a:spcPts val="0"/>
              </a:spcAft>
              <a:buNone/>
              <a:defRPr sz="1000" b="0" i="0" u="none" cap="none">
                <a:solidFill>
                  <a:schemeClr val="dk2"/>
                </a:solidFill>
                <a:latin typeface="Roboto"/>
                <a:ea typeface="Roboto"/>
                <a:cs typeface="Roboto"/>
              </a:defRPr>
            </a:lvl9pPr>
          </a:lstStyle>
          <a:p>
            <a:pPr mar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
        <p:cNvGrpSpPr/>
        <p:nvPr/>
      </p:nvGrpSpPr>
      <p:grpSpPr>
        <a:xfrm>
          <a:off x="0" y="0"/>
          <a:ext cx="0" cy="0"/>
          <a:chOff x="0" y="0"/>
          <a:chExt cx="0" cy="0"/>
        </a:xfrm>
      </p:grpSpPr>
      <p:sp>
        <p:nvSpPr>
          <p:cNvPr id="355" name="Google Shape;355;p36">
            <a:extLst>
              <a:ext uri="{FF2B5EF4-FFF2-40B4-BE49-F238E27FC236}">
                <a16:creationId xmlns:a16="http://schemas.microsoft.com/office/drawing/2014/main" id="{F68011D1-FBDA-41EC-B3CD-A3D9E49A58F9}"/>
              </a:ext>
            </a:extLst>
          </p:cNvPr>
          <p:cNvSpPr>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ormAutofit/>
          </a:bodyPr>
          <a:lstStyle>
            <a:lvl1pPr marL="0" indent="0" algn="r">
              <a:lnSpc>
                <a:spcPct val="100000"/>
              </a:lnSpc>
              <a:spcBef>
                <a:spcPts val="0"/>
              </a:spcBef>
              <a:spcAft>
                <a:spcPts val="0"/>
              </a:spcAft>
              <a:buNone/>
              <a:defRPr sz="1000" b="0" i="0" u="none" cap="none">
                <a:solidFill>
                  <a:schemeClr val="dk2"/>
                </a:solidFill>
                <a:latin typeface="Roboto"/>
                <a:ea typeface="Roboto"/>
                <a:cs typeface="Roboto"/>
              </a:defRPr>
            </a:lvl1pPr>
            <a:lvl2pPr marL="0" indent="0" algn="r">
              <a:lnSpc>
                <a:spcPct val="100000"/>
              </a:lnSpc>
              <a:spcBef>
                <a:spcPts val="0"/>
              </a:spcBef>
              <a:spcAft>
                <a:spcPts val="0"/>
              </a:spcAft>
              <a:buNone/>
              <a:defRPr sz="1000" b="0" i="0" u="none" cap="none">
                <a:solidFill>
                  <a:schemeClr val="dk2"/>
                </a:solidFill>
                <a:latin typeface="Roboto"/>
                <a:ea typeface="Roboto"/>
                <a:cs typeface="Roboto"/>
              </a:defRPr>
            </a:lvl2pPr>
            <a:lvl3pPr marL="0" indent="0" algn="r">
              <a:lnSpc>
                <a:spcPct val="100000"/>
              </a:lnSpc>
              <a:spcBef>
                <a:spcPts val="0"/>
              </a:spcBef>
              <a:spcAft>
                <a:spcPts val="0"/>
              </a:spcAft>
              <a:buNone/>
              <a:defRPr sz="1000" b="0" i="0" u="none" cap="none">
                <a:solidFill>
                  <a:schemeClr val="dk2"/>
                </a:solidFill>
                <a:latin typeface="Roboto"/>
                <a:ea typeface="Roboto"/>
                <a:cs typeface="Roboto"/>
              </a:defRPr>
            </a:lvl3pPr>
            <a:lvl4pPr marL="0" indent="0" algn="r">
              <a:lnSpc>
                <a:spcPct val="100000"/>
              </a:lnSpc>
              <a:spcBef>
                <a:spcPts val="0"/>
              </a:spcBef>
              <a:spcAft>
                <a:spcPts val="0"/>
              </a:spcAft>
              <a:buNone/>
              <a:defRPr sz="1000" b="0" i="0" u="none" cap="none">
                <a:solidFill>
                  <a:schemeClr val="dk2"/>
                </a:solidFill>
                <a:latin typeface="Roboto"/>
                <a:ea typeface="Roboto"/>
                <a:cs typeface="Roboto"/>
              </a:defRPr>
            </a:lvl4pPr>
            <a:lvl5pPr marL="0" indent="0" algn="r">
              <a:lnSpc>
                <a:spcPct val="100000"/>
              </a:lnSpc>
              <a:spcBef>
                <a:spcPts val="0"/>
              </a:spcBef>
              <a:spcAft>
                <a:spcPts val="0"/>
              </a:spcAft>
              <a:buNone/>
              <a:defRPr sz="1000" b="0" i="0" u="none" cap="none">
                <a:solidFill>
                  <a:schemeClr val="dk2"/>
                </a:solidFill>
                <a:latin typeface="Roboto"/>
                <a:ea typeface="Roboto"/>
                <a:cs typeface="Roboto"/>
              </a:defRPr>
            </a:lvl5pPr>
            <a:lvl6pPr marL="0" indent="0" algn="r">
              <a:lnSpc>
                <a:spcPct val="100000"/>
              </a:lnSpc>
              <a:spcBef>
                <a:spcPts val="0"/>
              </a:spcBef>
              <a:spcAft>
                <a:spcPts val="0"/>
              </a:spcAft>
              <a:buNone/>
              <a:defRPr sz="1000" b="0" i="0" u="none" cap="none">
                <a:solidFill>
                  <a:schemeClr val="dk2"/>
                </a:solidFill>
                <a:latin typeface="Roboto"/>
                <a:ea typeface="Roboto"/>
                <a:cs typeface="Roboto"/>
              </a:defRPr>
            </a:lvl6pPr>
            <a:lvl7pPr marL="0" indent="0" algn="r">
              <a:lnSpc>
                <a:spcPct val="100000"/>
              </a:lnSpc>
              <a:spcBef>
                <a:spcPts val="0"/>
              </a:spcBef>
              <a:spcAft>
                <a:spcPts val="0"/>
              </a:spcAft>
              <a:buNone/>
              <a:defRPr sz="1000" b="0" i="0" u="none" cap="none">
                <a:solidFill>
                  <a:schemeClr val="dk2"/>
                </a:solidFill>
                <a:latin typeface="Roboto"/>
                <a:ea typeface="Roboto"/>
                <a:cs typeface="Roboto"/>
              </a:defRPr>
            </a:lvl7pPr>
            <a:lvl8pPr marL="0" indent="0" algn="r">
              <a:lnSpc>
                <a:spcPct val="100000"/>
              </a:lnSpc>
              <a:spcBef>
                <a:spcPts val="0"/>
              </a:spcBef>
              <a:spcAft>
                <a:spcPts val="0"/>
              </a:spcAft>
              <a:buNone/>
              <a:defRPr sz="1000" b="0" i="0" u="none" cap="none">
                <a:solidFill>
                  <a:schemeClr val="dk2"/>
                </a:solidFill>
                <a:latin typeface="Roboto"/>
                <a:ea typeface="Roboto"/>
                <a:cs typeface="Roboto"/>
              </a:defRPr>
            </a:lvl8pPr>
            <a:lvl9pPr marL="0" indent="0" algn="r">
              <a:lnSpc>
                <a:spcPct val="100000"/>
              </a:lnSpc>
              <a:spcBef>
                <a:spcPts val="0"/>
              </a:spcBef>
              <a:spcAft>
                <a:spcPts val="0"/>
              </a:spcAft>
              <a:buNone/>
              <a:defRPr sz="1000" b="0" i="0" u="none" cap="none">
                <a:solidFill>
                  <a:schemeClr val="dk2"/>
                </a:solidFill>
                <a:latin typeface="Roboto"/>
                <a:ea typeface="Roboto"/>
                <a:cs typeface="Roboto"/>
              </a:defRPr>
            </a:lvl9pPr>
          </a:lstStyle>
          <a:p>
            <a:pPr mar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22EDDB-CE85-4B99-A523-77BDF6327884}"/>
              </a:ext>
            </a:extLst>
          </p:cNvPr>
          <p:cNvSpPr>
            <a:spLocks noGrp="1"/>
          </p:cNvSpPr>
          <p:nvPr>
            <p:ph type="title"/>
          </p:nvPr>
        </p:nvSpPr>
        <p:spPr>
          <a:xfrm>
            <a:off x="381000" y="0"/>
            <a:ext cx="8382000" cy="857250"/>
          </a:xfrm>
        </p:spPr>
        <p:txBody>
          <a:bodyPr/>
          <a:lstStyle/>
          <a:p>
            <a:r>
              <a:t>Click to edit Master title style</a:t>
            </a:r>
          </a:p>
        </p:txBody>
      </p:sp>
      <p:sp>
        <p:nvSpPr>
          <p:cNvPr id="3" name="Content Placeholder 2">
            <a:extLst>
              <a:ext uri="{FF2B5EF4-FFF2-40B4-BE49-F238E27FC236}">
                <a16:creationId xmlns:a16="http://schemas.microsoft.com/office/drawing/2014/main" id="{DE98E087-FE2A-4CE2-B417-64EC9F2FE50B}"/>
              </a:ext>
            </a:extLst>
          </p:cNvPr>
          <p:cNvSpPr>
            <a:spLocks noGrp="1"/>
          </p:cNvSpPr>
          <p:nvPr>
            <p:ph idx="1"/>
          </p:nvPr>
        </p:nvSpPr>
        <p:spPr>
          <a:xfrm>
            <a:off x="381000" y="857250"/>
            <a:ext cx="8382000" cy="3771900"/>
          </a:xfrm>
        </p:spPr>
        <p:txBody>
          <a:bodyPr/>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4" name="Slide Number Placeholder 1">
            <a:extLst>
              <a:ext uri="{FF2B5EF4-FFF2-40B4-BE49-F238E27FC236}">
                <a16:creationId xmlns:a16="http://schemas.microsoft.com/office/drawing/2014/main" id="{BF840045-53C2-449D-82F0-164420CD5D22}"/>
              </a:ext>
            </a:extLst>
          </p:cNvPr>
          <p:cNvSpPr>
            <a:spLocks noGrp="1"/>
          </p:cNvSpPr>
          <p:nvPr>
            <p:ph type="sldNum" idx="4"/>
          </p:nvPr>
        </p:nvSpPr>
        <p:spPr>
          <a:xfrm>
            <a:off x="7086600" y="-2164"/>
            <a:ext cx="2057400" cy="273844"/>
          </a:xfrm>
          <a:prstGeom prst="rect">
            <a:avLst/>
          </a:prstGeom>
        </p:spPr>
        <p:txBody>
          <a:bodyPr vert="horz" lIns="91440" tIns="45720" rIns="91440" bIns="45720" anchor="ctr"/>
          <a:lstStyle>
            <a:lvl1pPr algn="r">
              <a:buNone/>
              <a:defRPr sz="900">
                <a:solidFill>
                  <a:schemeClr val="tx1">
                    <a:tint val="75000"/>
                  </a:schemeClr>
                </a:solidFill>
                <a:latin typeface="+mn-lt"/>
                <a:ea typeface="+mn-lt"/>
                <a:cs typeface="+mn-lt"/>
              </a:defRPr>
            </a:lvl1pPr>
          </a:lstStyle>
          <a:p>
            <a:fld id="{A48AF087-BD35-42CD-BDE1-5464FFCAAE3F}"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image" Target="../media/image2.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image" Target="../media/image1.png"/><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2" name="Google Shape;6;p1"/>
          <p:cNvPicPr>
            <a:picLocks noChangeAspect="1"/>
          </p:cNvPicPr>
          <p:nvPr/>
        </p:nvPicPr>
        <p:blipFill rotWithShape="1">
          <a:blip r:embed="rId35">
            <a:alphaModFix/>
          </a:blip>
          <a:srcRect l="26274" t="67"/>
          <a:stretch/>
        </p:blipFill>
        <p:spPr>
          <a:xfrm>
            <a:off x="7821386" y="308611"/>
            <a:ext cx="911133" cy="358278"/>
          </a:xfrm>
          <a:prstGeom prst="rect">
            <a:avLst/>
          </a:prstGeom>
          <a:ln>
            <a:noFill/>
          </a:ln>
        </p:spPr>
      </p:pic>
      <p:sp>
        <p:nvSpPr>
          <p:cNvPr id="7" name="Google Shape;7;p1">
            <a:extLst>
              <a:ext uri="{FF2B5EF4-FFF2-40B4-BE49-F238E27FC236}">
                <a16:creationId xmlns:a16="http://schemas.microsoft.com/office/drawing/2014/main" id="{62DDD35F-9B7F-4F92-BDF6-F9FBFED74741}"/>
              </a:ext>
            </a:extLst>
          </p:cNvPr>
          <p:cNvSpPr>
            <a:spLocks noGrp="1"/>
          </p:cNvSpPr>
          <p:nvPr>
            <p:ph type="title"/>
          </p:nvPr>
        </p:nvSpPr>
        <p:spPr>
          <a:xfrm>
            <a:off x="411480" y="308611"/>
            <a:ext cx="6173470" cy="685800"/>
          </a:xfrm>
          <a:prstGeom prst="rect">
            <a:avLst/>
          </a:prstGeom>
          <a:noFill/>
          <a:ln>
            <a:noFill/>
          </a:ln>
        </p:spPr>
        <p:txBody>
          <a:bodyPr spcFirstLastPara="1" wrap="square" lIns="0" tIns="0" rIns="0" bIns="0" anchor="t">
            <a:noAutofit/>
          </a:bodyPr>
          <a:lstStyle>
            <a:lvl1pPr algn="l">
              <a:lnSpc>
                <a:spcPct val="90000"/>
              </a:lnSpc>
              <a:spcBef>
                <a:spcPts val="0"/>
              </a:spcBef>
              <a:spcAft>
                <a:spcPts val="0"/>
              </a:spcAft>
              <a:buNone/>
              <a:defRPr sz="2400" b="0" i="0" u="none" cap="none">
                <a:solidFill>
                  <a:schemeClr val="dk1"/>
                </a:solidFill>
                <a:latin typeface="Arial"/>
                <a:ea typeface="Arial"/>
                <a:cs typeface="Arial"/>
              </a:defRPr>
            </a:lvl1pPr>
            <a:lvl2pPr>
              <a:spcBef>
                <a:spcPts val="0"/>
              </a:spcBef>
              <a:spcAft>
                <a:spcPts val="0"/>
              </a:spcAft>
              <a:buNone/>
              <a:defRPr sz="1800"/>
            </a:lvl2pPr>
            <a:lvl3pPr>
              <a:spcBef>
                <a:spcPts val="0"/>
              </a:spcBef>
              <a:spcAft>
                <a:spcPts val="0"/>
              </a:spcAft>
              <a:buNone/>
              <a:defRPr sz="1800"/>
            </a:lvl3pPr>
            <a:lvl4pPr>
              <a:spcBef>
                <a:spcPts val="0"/>
              </a:spcBef>
              <a:spcAft>
                <a:spcPts val="0"/>
              </a:spcAft>
              <a:buNone/>
              <a:defRPr sz="1800"/>
            </a:lvl4pPr>
            <a:lvl5pPr>
              <a:spcBef>
                <a:spcPts val="0"/>
              </a:spcBef>
              <a:spcAft>
                <a:spcPts val="0"/>
              </a:spcAft>
              <a:buNone/>
              <a:defRPr sz="1800"/>
            </a:lvl5pPr>
            <a:lvl6pPr>
              <a:spcBef>
                <a:spcPts val="0"/>
              </a:spcBef>
              <a:spcAft>
                <a:spcPts val="0"/>
              </a:spcAft>
              <a:buNone/>
              <a:defRPr sz="1800"/>
            </a:lvl6pPr>
            <a:lvl7pPr>
              <a:spcBef>
                <a:spcPts val="0"/>
              </a:spcBef>
              <a:spcAft>
                <a:spcPts val="0"/>
              </a:spcAft>
              <a:buNone/>
              <a:defRPr sz="1800"/>
            </a:lvl7pPr>
            <a:lvl8pPr>
              <a:spcBef>
                <a:spcPts val="0"/>
              </a:spcBef>
              <a:spcAft>
                <a:spcPts val="0"/>
              </a:spcAft>
              <a:buNone/>
              <a:defRPr sz="1800"/>
            </a:lvl8pPr>
            <a:lvl9pPr>
              <a:spcBef>
                <a:spcPts val="0"/>
              </a:spcBef>
              <a:spcAft>
                <a:spcPts val="0"/>
              </a:spcAft>
              <a:buNone/>
              <a:defRPr sz="1800"/>
            </a:lvl9pPr>
          </a:lstStyle>
          <a:p>
            <a:endParaRPr/>
          </a:p>
        </p:txBody>
      </p:sp>
      <p:sp>
        <p:nvSpPr>
          <p:cNvPr id="8" name="Google Shape;8;p1">
            <a:extLst>
              <a:ext uri="{FF2B5EF4-FFF2-40B4-BE49-F238E27FC236}">
                <a16:creationId xmlns:a16="http://schemas.microsoft.com/office/drawing/2014/main" id="{5BB7AB48-0B11-4E9D-955E-A9B1F20E2EA3}"/>
              </a:ext>
            </a:extLst>
          </p:cNvPr>
          <p:cNvSpPr>
            <a:spLocks noGrp="1"/>
          </p:cNvSpPr>
          <p:nvPr>
            <p:ph type="body" idx="1"/>
          </p:nvPr>
        </p:nvSpPr>
        <p:spPr>
          <a:xfrm>
            <a:off x="411479" y="1200149"/>
            <a:ext cx="8321040" cy="3429000"/>
          </a:xfrm>
          <a:prstGeom prst="rect">
            <a:avLst/>
          </a:prstGeom>
          <a:noFill/>
          <a:ln>
            <a:noFill/>
          </a:ln>
        </p:spPr>
        <p:txBody>
          <a:bodyPr spcFirstLastPara="1" wrap="square" lIns="0" tIns="0" rIns="0" bIns="0" anchor="t">
            <a:noAutofit/>
          </a:bodyPr>
          <a:lstStyle>
            <a:lvl1pPr marL="457200" indent="-309562" algn="l">
              <a:lnSpc>
                <a:spcPct val="95000"/>
              </a:lnSpc>
              <a:spcBef>
                <a:spcPts val="750"/>
              </a:spcBef>
              <a:spcAft>
                <a:spcPts val="0"/>
              </a:spcAft>
              <a:buChar char="▪"/>
              <a:defRPr sz="1275" b="0" i="0" u="none" cap="none">
                <a:solidFill>
                  <a:schemeClr val="dk1"/>
                </a:solidFill>
                <a:latin typeface="Arial"/>
                <a:ea typeface="Arial"/>
                <a:cs typeface="Arial"/>
              </a:defRPr>
            </a:lvl1pPr>
            <a:lvl2pPr marL="914400" indent="-309562" algn="l">
              <a:lnSpc>
                <a:spcPct val="95000"/>
              </a:lnSpc>
              <a:spcBef>
                <a:spcPts val="375"/>
              </a:spcBef>
              <a:spcAft>
                <a:spcPts val="0"/>
              </a:spcAft>
              <a:buChar char="–"/>
              <a:defRPr sz="1275" b="0" i="0" u="none" cap="none">
                <a:solidFill>
                  <a:schemeClr val="dk1"/>
                </a:solidFill>
                <a:latin typeface="Arial"/>
                <a:ea typeface="Arial"/>
                <a:cs typeface="Arial"/>
              </a:defRPr>
            </a:lvl2pPr>
            <a:lvl3pPr marL="1371600" indent="-309562" algn="l">
              <a:lnSpc>
                <a:spcPct val="95000"/>
              </a:lnSpc>
              <a:spcBef>
                <a:spcPts val="375"/>
              </a:spcBef>
              <a:spcAft>
                <a:spcPts val="0"/>
              </a:spcAft>
              <a:buChar char="–"/>
              <a:defRPr sz="1275" b="0" i="0" u="none" cap="none">
                <a:solidFill>
                  <a:schemeClr val="dk1"/>
                </a:solidFill>
                <a:latin typeface="Arial"/>
                <a:ea typeface="Arial"/>
                <a:cs typeface="Arial"/>
              </a:defRPr>
            </a:lvl3pPr>
            <a:lvl4pPr marL="1828800" indent="-309562" algn="l">
              <a:lnSpc>
                <a:spcPct val="95000"/>
              </a:lnSpc>
              <a:spcBef>
                <a:spcPts val="375"/>
              </a:spcBef>
              <a:spcAft>
                <a:spcPts val="0"/>
              </a:spcAft>
              <a:buChar char="–"/>
              <a:defRPr sz="1275" b="0" i="0" u="none" cap="none">
                <a:solidFill>
                  <a:schemeClr val="dk1"/>
                </a:solidFill>
                <a:latin typeface="Arial"/>
                <a:ea typeface="Arial"/>
                <a:cs typeface="Arial"/>
              </a:defRPr>
            </a:lvl4pPr>
            <a:lvl5pPr marL="2286000" indent="-309562" algn="l">
              <a:lnSpc>
                <a:spcPct val="95000"/>
              </a:lnSpc>
              <a:spcBef>
                <a:spcPts val="375"/>
              </a:spcBef>
              <a:spcAft>
                <a:spcPts val="0"/>
              </a:spcAft>
              <a:buChar char="–"/>
              <a:defRPr sz="1275" b="0" i="0" u="none" cap="none">
                <a:solidFill>
                  <a:schemeClr val="dk1"/>
                </a:solidFill>
                <a:latin typeface="Arial"/>
                <a:ea typeface="Arial"/>
                <a:cs typeface="Arial"/>
              </a:defRPr>
            </a:lvl5pPr>
            <a:lvl6pPr marL="2743200" indent="-309562" algn="l">
              <a:lnSpc>
                <a:spcPct val="95000"/>
              </a:lnSpc>
              <a:spcBef>
                <a:spcPts val="375"/>
              </a:spcBef>
              <a:spcAft>
                <a:spcPts val="0"/>
              </a:spcAft>
              <a:buChar char="–"/>
              <a:defRPr sz="1275" b="0" i="0" u="none" cap="none">
                <a:solidFill>
                  <a:schemeClr val="dk1"/>
                </a:solidFill>
                <a:latin typeface="Arial"/>
                <a:ea typeface="Arial"/>
                <a:cs typeface="Arial"/>
              </a:defRPr>
            </a:lvl6pPr>
            <a:lvl7pPr marL="3200400" indent="-309562" algn="l">
              <a:lnSpc>
                <a:spcPct val="95000"/>
              </a:lnSpc>
              <a:spcBef>
                <a:spcPts val="375"/>
              </a:spcBef>
              <a:spcAft>
                <a:spcPts val="0"/>
              </a:spcAft>
              <a:buChar char="–"/>
              <a:defRPr sz="1275" b="0" i="0" u="none" cap="none">
                <a:solidFill>
                  <a:schemeClr val="dk1"/>
                </a:solidFill>
                <a:latin typeface="Arial"/>
                <a:ea typeface="Arial"/>
                <a:cs typeface="Arial"/>
              </a:defRPr>
            </a:lvl7pPr>
            <a:lvl8pPr marL="3657600" indent="-309562" algn="l">
              <a:lnSpc>
                <a:spcPct val="95000"/>
              </a:lnSpc>
              <a:spcBef>
                <a:spcPts val="375"/>
              </a:spcBef>
              <a:spcAft>
                <a:spcPts val="0"/>
              </a:spcAft>
              <a:buChar char="–"/>
              <a:defRPr sz="1275" b="0" i="0" u="none" cap="none">
                <a:solidFill>
                  <a:schemeClr val="dk1"/>
                </a:solidFill>
                <a:latin typeface="Arial"/>
                <a:ea typeface="Arial"/>
                <a:cs typeface="Arial"/>
              </a:defRPr>
            </a:lvl8pPr>
            <a:lvl9pPr marL="4114800" indent="-309562" algn="l">
              <a:lnSpc>
                <a:spcPct val="95000"/>
              </a:lnSpc>
              <a:spcBef>
                <a:spcPts val="375"/>
              </a:spcBef>
              <a:spcAft>
                <a:spcPts val="0"/>
              </a:spcAft>
              <a:buChar char="–"/>
              <a:defRPr sz="1275" b="0" i="0" u="none" cap="none">
                <a:solidFill>
                  <a:schemeClr val="dk1"/>
                </a:solidFill>
                <a:latin typeface="Arial"/>
                <a:ea typeface="Arial"/>
                <a:cs typeface="Arial"/>
              </a:defRPr>
            </a:lvl9pPr>
          </a:lstStyle>
          <a:p>
            <a:endParaRPr/>
          </a:p>
        </p:txBody>
      </p:sp>
      <p:sp>
        <p:nvSpPr>
          <p:cNvPr id="9" name="Google Shape;9;p1">
            <a:extLst>
              <a:ext uri="{FF2B5EF4-FFF2-40B4-BE49-F238E27FC236}">
                <a16:creationId xmlns:a16="http://schemas.microsoft.com/office/drawing/2014/main" id="{1CD16143-ABD9-4D53-A892-CB1B1E9B0532}"/>
              </a:ext>
            </a:extLst>
          </p:cNvPr>
          <p:cNvSpPr>
            <a:spLocks noGrp="1"/>
          </p:cNvSpPr>
          <p:nvPr/>
        </p:nvSpPr>
        <p:spPr>
          <a:xfrm>
            <a:off x="1040130" y="4970376"/>
            <a:ext cx="7063740" cy="173124"/>
          </a:xfrm>
          <a:prstGeom prst="rect">
            <a:avLst/>
          </a:prstGeom>
          <a:noFill/>
          <a:ln>
            <a:noFill/>
          </a:ln>
        </p:spPr>
        <p:txBody>
          <a:bodyPr spcFirstLastPara="1" wrap="square" lIns="0" tIns="45700" rIns="0" bIns="45700" anchor="b">
            <a:noAutofit/>
          </a:bodyPr>
          <a:lstStyle/>
          <a:p>
            <a:pPr marL="0" indent="0" algn="ctr">
              <a:spcBef>
                <a:spcPts val="0"/>
              </a:spcBef>
              <a:spcAft>
                <a:spcPts val="0"/>
              </a:spcAft>
              <a:buNone/>
            </a:pPr>
            <a:r>
              <a:rPr sz="525" b="1" i="0" u="none" cap="none">
                <a:solidFill>
                  <a:srgbClr val="2DAA27"/>
                </a:solidFill>
                <a:latin typeface="Arial"/>
                <a:ea typeface="Arial"/>
                <a:cs typeface="Arial"/>
              </a:rPr>
              <a:t>UNCLASSIFIED / GENERAL</a:t>
            </a:r>
          </a:p>
        </p:txBody>
      </p:sp>
      <p:sp>
        <p:nvSpPr>
          <p:cNvPr id="10" name="Google Shape;10;p1">
            <a:extLst>
              <a:ext uri="{FF2B5EF4-FFF2-40B4-BE49-F238E27FC236}">
                <a16:creationId xmlns:a16="http://schemas.microsoft.com/office/drawing/2014/main" id="{D07393E2-03B2-451F-AA22-69B7FFC637EE}"/>
              </a:ext>
            </a:extLst>
          </p:cNvPr>
          <p:cNvSpPr>
            <a:spLocks noGrp="1"/>
          </p:cNvSpPr>
          <p:nvPr/>
        </p:nvSpPr>
        <p:spPr>
          <a:xfrm>
            <a:off x="1040130" y="0"/>
            <a:ext cx="7063740" cy="173124"/>
          </a:xfrm>
          <a:prstGeom prst="rect">
            <a:avLst/>
          </a:prstGeom>
          <a:noFill/>
          <a:ln>
            <a:noFill/>
          </a:ln>
        </p:spPr>
        <p:txBody>
          <a:bodyPr spcFirstLastPara="1" wrap="square" lIns="91425" tIns="45700" rIns="91425" bIns="45700" anchor="t">
            <a:noAutofit/>
          </a:bodyPr>
          <a:lstStyle/>
          <a:p>
            <a:pPr marL="0" indent="0" algn="ctr">
              <a:spcBef>
                <a:spcPts val="0"/>
              </a:spcBef>
              <a:spcAft>
                <a:spcPts val="0"/>
              </a:spcAft>
              <a:buNone/>
            </a:pPr>
            <a:r>
              <a:rPr sz="525" b="1" i="0" u="none" cap="none">
                <a:solidFill>
                  <a:srgbClr val="2DAA27"/>
                </a:solidFill>
                <a:latin typeface="Arial"/>
                <a:ea typeface="Arial"/>
                <a:cs typeface="Arial"/>
              </a:rPr>
              <a:t>UNCLASSIFIED / GENERAL</a:t>
            </a:r>
          </a:p>
        </p:txBody>
      </p:sp>
      <p:sp>
        <p:nvSpPr>
          <p:cNvPr id="11" name="Google Shape;11;p1">
            <a:extLst>
              <a:ext uri="{FF2B5EF4-FFF2-40B4-BE49-F238E27FC236}">
                <a16:creationId xmlns:a16="http://schemas.microsoft.com/office/drawing/2014/main" id="{0FBD7101-FE79-49E3-B308-30BF56D51057}"/>
              </a:ext>
            </a:extLst>
          </p:cNvPr>
          <p:cNvSpPr>
            <a:spLocks noGrp="1"/>
          </p:cNvSpPr>
          <p:nvPr>
            <p:ph type="dt" idx="10"/>
          </p:nvPr>
        </p:nvSpPr>
        <p:spPr>
          <a:xfrm>
            <a:off x="410766" y="4972050"/>
            <a:ext cx="617934" cy="171450"/>
          </a:xfrm>
          <a:prstGeom prst="rect">
            <a:avLst/>
          </a:prstGeom>
          <a:noFill/>
          <a:ln>
            <a:noFill/>
          </a:ln>
        </p:spPr>
        <p:txBody>
          <a:bodyPr spcFirstLastPara="1" wrap="square" lIns="0" tIns="45700" rIns="0" bIns="45700" anchor="b">
            <a:noAutofit/>
          </a:bodyPr>
          <a:lstStyle>
            <a:lvl1pPr algn="l">
              <a:spcBef>
                <a:spcPts val="0"/>
              </a:spcBef>
              <a:spcAft>
                <a:spcPts val="0"/>
              </a:spcAft>
              <a:buNone/>
              <a:defRPr sz="525" b="1" i="0" u="none" cap="none">
                <a:solidFill>
                  <a:schemeClr val="dk1"/>
                </a:solidFill>
                <a:latin typeface="Arial"/>
                <a:ea typeface="Arial"/>
                <a:cs typeface="Arial"/>
              </a:defRPr>
            </a:lvl1pPr>
            <a:lvl2pPr algn="l">
              <a:spcBef>
                <a:spcPts val="0"/>
              </a:spcBef>
              <a:spcAft>
                <a:spcPts val="0"/>
              </a:spcAft>
              <a:buNone/>
              <a:defRPr sz="1800" b="0" i="0" u="none" cap="none">
                <a:solidFill>
                  <a:schemeClr val="dk1"/>
                </a:solidFill>
                <a:latin typeface="Arial"/>
                <a:ea typeface="Arial"/>
                <a:cs typeface="Arial"/>
              </a:defRPr>
            </a:lvl2pPr>
            <a:lvl3pPr algn="l">
              <a:spcBef>
                <a:spcPts val="0"/>
              </a:spcBef>
              <a:spcAft>
                <a:spcPts val="0"/>
              </a:spcAft>
              <a:buNone/>
              <a:defRPr sz="1800" b="0" i="0" u="none" cap="none">
                <a:solidFill>
                  <a:schemeClr val="dk1"/>
                </a:solidFill>
                <a:latin typeface="Arial"/>
                <a:ea typeface="Arial"/>
                <a:cs typeface="Arial"/>
              </a:defRPr>
            </a:lvl3pPr>
            <a:lvl4pPr algn="l">
              <a:spcBef>
                <a:spcPts val="0"/>
              </a:spcBef>
              <a:spcAft>
                <a:spcPts val="0"/>
              </a:spcAft>
              <a:buNone/>
              <a:defRPr sz="1800" b="0" i="0" u="none" cap="none">
                <a:solidFill>
                  <a:schemeClr val="dk1"/>
                </a:solidFill>
                <a:latin typeface="Arial"/>
                <a:ea typeface="Arial"/>
                <a:cs typeface="Arial"/>
              </a:defRPr>
            </a:lvl4pPr>
            <a:lvl5pPr algn="l">
              <a:spcBef>
                <a:spcPts val="0"/>
              </a:spcBef>
              <a:spcAft>
                <a:spcPts val="0"/>
              </a:spcAft>
              <a:buNone/>
              <a:defRPr sz="1800" b="0" i="0" u="none" cap="none">
                <a:solidFill>
                  <a:schemeClr val="dk1"/>
                </a:solidFill>
                <a:latin typeface="Arial"/>
                <a:ea typeface="Arial"/>
                <a:cs typeface="Arial"/>
              </a:defRPr>
            </a:lvl5pPr>
            <a:lvl6pPr algn="l">
              <a:spcBef>
                <a:spcPts val="0"/>
              </a:spcBef>
              <a:spcAft>
                <a:spcPts val="0"/>
              </a:spcAft>
              <a:buNone/>
              <a:defRPr sz="1800" b="0" i="0" u="none" cap="none">
                <a:solidFill>
                  <a:schemeClr val="dk1"/>
                </a:solidFill>
                <a:latin typeface="Arial"/>
                <a:ea typeface="Arial"/>
                <a:cs typeface="Arial"/>
              </a:defRPr>
            </a:lvl6pPr>
            <a:lvl7pPr algn="l">
              <a:spcBef>
                <a:spcPts val="0"/>
              </a:spcBef>
              <a:spcAft>
                <a:spcPts val="0"/>
              </a:spcAft>
              <a:buNone/>
              <a:defRPr sz="1800" b="0" i="0" u="none" cap="none">
                <a:solidFill>
                  <a:schemeClr val="dk1"/>
                </a:solidFill>
                <a:latin typeface="Arial"/>
                <a:ea typeface="Arial"/>
                <a:cs typeface="Arial"/>
              </a:defRPr>
            </a:lvl7pPr>
            <a:lvl8pPr algn="l">
              <a:spcBef>
                <a:spcPts val="0"/>
              </a:spcBef>
              <a:spcAft>
                <a:spcPts val="0"/>
              </a:spcAft>
              <a:buNone/>
              <a:defRPr sz="1800" b="0" i="0" u="none" cap="none">
                <a:solidFill>
                  <a:schemeClr val="dk1"/>
                </a:solidFill>
                <a:latin typeface="Arial"/>
                <a:ea typeface="Arial"/>
                <a:cs typeface="Arial"/>
              </a:defRPr>
            </a:lvl8pPr>
            <a:lvl9pPr algn="l">
              <a:spcBef>
                <a:spcPts val="0"/>
              </a:spcBef>
              <a:spcAft>
                <a:spcPts val="0"/>
              </a:spcAft>
              <a:buNone/>
              <a:defRPr sz="1800" b="0" i="0" u="none" cap="none">
                <a:solidFill>
                  <a:schemeClr val="dk1"/>
                </a:solidFill>
                <a:latin typeface="Arial"/>
                <a:ea typeface="Arial"/>
                <a:cs typeface="Arial"/>
              </a:defRPr>
            </a:lvl9pPr>
          </a:lstStyle>
          <a:p>
            <a:endParaRPr/>
          </a:p>
        </p:txBody>
      </p:sp>
      <p:sp>
        <p:nvSpPr>
          <p:cNvPr id="12" name="Google Shape;12;p1">
            <a:extLst>
              <a:ext uri="{FF2B5EF4-FFF2-40B4-BE49-F238E27FC236}">
                <a16:creationId xmlns:a16="http://schemas.microsoft.com/office/drawing/2014/main" id="{3A4FB636-DEC7-4202-A0B2-7380BCAC89FD}"/>
              </a:ext>
            </a:extLst>
          </p:cNvPr>
          <p:cNvSpPr>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oAutofit/>
          </a:bodyPr>
          <a:lstStyle>
            <a:lvl1pPr marL="0" indent="0" algn="r">
              <a:spcBef>
                <a:spcPts val="0"/>
              </a:spcBef>
              <a:spcAft>
                <a:spcPts val="0"/>
              </a:spcAft>
              <a:buNone/>
              <a:defRPr sz="525" b="1" i="0" u="none" cap="none">
                <a:solidFill>
                  <a:schemeClr val="dk1"/>
                </a:solidFill>
                <a:latin typeface="Arial"/>
                <a:ea typeface="Arial"/>
                <a:cs typeface="Arial"/>
              </a:defRPr>
            </a:lvl1pPr>
            <a:lvl2pPr marL="0" indent="0" algn="r">
              <a:spcBef>
                <a:spcPts val="0"/>
              </a:spcBef>
              <a:spcAft>
                <a:spcPts val="0"/>
              </a:spcAft>
              <a:buNone/>
              <a:defRPr sz="525" b="1" i="0" u="none" cap="none">
                <a:solidFill>
                  <a:schemeClr val="dk1"/>
                </a:solidFill>
                <a:latin typeface="Arial"/>
                <a:ea typeface="Arial"/>
                <a:cs typeface="Arial"/>
              </a:defRPr>
            </a:lvl2pPr>
            <a:lvl3pPr marL="0" indent="0" algn="r">
              <a:spcBef>
                <a:spcPts val="0"/>
              </a:spcBef>
              <a:spcAft>
                <a:spcPts val="0"/>
              </a:spcAft>
              <a:buNone/>
              <a:defRPr sz="525" b="1" i="0" u="none" cap="none">
                <a:solidFill>
                  <a:schemeClr val="dk1"/>
                </a:solidFill>
                <a:latin typeface="Arial"/>
                <a:ea typeface="Arial"/>
                <a:cs typeface="Arial"/>
              </a:defRPr>
            </a:lvl3pPr>
            <a:lvl4pPr marL="0" indent="0" algn="r">
              <a:spcBef>
                <a:spcPts val="0"/>
              </a:spcBef>
              <a:spcAft>
                <a:spcPts val="0"/>
              </a:spcAft>
              <a:buNone/>
              <a:defRPr sz="525" b="1" i="0" u="none" cap="none">
                <a:solidFill>
                  <a:schemeClr val="dk1"/>
                </a:solidFill>
                <a:latin typeface="Arial"/>
                <a:ea typeface="Arial"/>
                <a:cs typeface="Arial"/>
              </a:defRPr>
            </a:lvl4pPr>
            <a:lvl5pPr marL="0" indent="0" algn="r">
              <a:spcBef>
                <a:spcPts val="0"/>
              </a:spcBef>
              <a:spcAft>
                <a:spcPts val="0"/>
              </a:spcAft>
              <a:buNone/>
              <a:defRPr sz="525" b="1" i="0" u="none" cap="none">
                <a:solidFill>
                  <a:schemeClr val="dk1"/>
                </a:solidFill>
                <a:latin typeface="Arial"/>
                <a:ea typeface="Arial"/>
                <a:cs typeface="Arial"/>
              </a:defRPr>
            </a:lvl5pPr>
            <a:lvl6pPr marL="0" indent="0" algn="r">
              <a:spcBef>
                <a:spcPts val="0"/>
              </a:spcBef>
              <a:spcAft>
                <a:spcPts val="0"/>
              </a:spcAft>
              <a:buNone/>
              <a:defRPr sz="525" b="1" i="0" u="none" cap="none">
                <a:solidFill>
                  <a:schemeClr val="dk1"/>
                </a:solidFill>
                <a:latin typeface="Arial"/>
                <a:ea typeface="Arial"/>
                <a:cs typeface="Arial"/>
              </a:defRPr>
            </a:lvl6pPr>
            <a:lvl7pPr marL="0" indent="0" algn="r">
              <a:spcBef>
                <a:spcPts val="0"/>
              </a:spcBef>
              <a:spcAft>
                <a:spcPts val="0"/>
              </a:spcAft>
              <a:buNone/>
              <a:defRPr sz="525" b="1" i="0" u="none" cap="none">
                <a:solidFill>
                  <a:schemeClr val="dk1"/>
                </a:solidFill>
                <a:latin typeface="Arial"/>
                <a:ea typeface="Arial"/>
                <a:cs typeface="Arial"/>
              </a:defRPr>
            </a:lvl7pPr>
            <a:lvl8pPr marL="0" indent="0" algn="r">
              <a:spcBef>
                <a:spcPts val="0"/>
              </a:spcBef>
              <a:spcAft>
                <a:spcPts val="0"/>
              </a:spcAft>
              <a:buNone/>
              <a:defRPr sz="525" b="1" i="0" u="none" cap="none">
                <a:solidFill>
                  <a:schemeClr val="dk1"/>
                </a:solidFill>
                <a:latin typeface="Arial"/>
                <a:ea typeface="Arial"/>
                <a:cs typeface="Arial"/>
              </a:defRPr>
            </a:lvl8pPr>
            <a:lvl9pPr marL="0" indent="0" algn="r">
              <a:spcBef>
                <a:spcPts val="0"/>
              </a:spcBef>
              <a:spcAft>
                <a:spcPts val="0"/>
              </a:spcAft>
              <a:buNone/>
              <a:defRPr sz="525" b="1" i="0" u="none" cap="none">
                <a:solidFill>
                  <a:schemeClr val="dk1"/>
                </a:solidFill>
                <a:latin typeface="Arial"/>
                <a:ea typeface="Arial"/>
                <a:cs typeface="Arial"/>
              </a:defRPr>
            </a:lvl9pPr>
          </a:lstStyle>
          <a:p>
            <a:pPr marL="0" indent="0" algn="r">
              <a:spcBef>
                <a:spcPts val="0"/>
              </a:spcBef>
              <a:spcAft>
                <a:spcPts val="0"/>
              </a:spcAft>
              <a:buNone/>
            </a:pPr>
            <a:fld id="{00000000-1234-1234-1234-123412341234}" type="slidenum">
              <a:t>‹#›</a:t>
            </a:fld>
            <a:endParaRPr/>
          </a:p>
        </p:txBody>
      </p:sp>
      <p:pic>
        <p:nvPicPr>
          <p:cNvPr id="13" name="Google Shape;13;p1"/>
          <p:cNvPicPr>
            <a:picLocks noChangeAspect="1"/>
          </p:cNvPicPr>
          <p:nvPr/>
        </p:nvPicPr>
        <p:blipFill rotWithShape="1">
          <a:blip r:embed="rId36">
            <a:alphaModFix/>
          </a:blip>
          <a:srcRect/>
          <a:stretch/>
        </p:blipFill>
        <p:spPr>
          <a:xfrm>
            <a:off x="7444515" y="318065"/>
            <a:ext cx="376871" cy="358278"/>
          </a:xfrm>
          <a:prstGeom prst="rect">
            <a:avLst/>
          </a:prstGeom>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Lst>
  <p:hf sldNum="0" hdr="0" ftr="0" dt="0"/>
  <p:txStyles>
    <p:titleStyle>
      <a:lvl1pPr algn="l">
        <a:lnSpc>
          <a:spcPct val="100000"/>
        </a:lnSpc>
        <a:spcBef>
          <a:spcPts val="0"/>
        </a:spcBef>
        <a:spcAft>
          <a:spcPts val="0"/>
        </a:spcAft>
        <a:buNone/>
        <a:defRPr sz="1400" b="0" i="0" u="none" cap="none">
          <a:solidFill>
            <a:srgbClr val="000000"/>
          </a:solidFill>
          <a:latin typeface="Arial"/>
          <a:ea typeface="Arial"/>
          <a:cs typeface="Arial"/>
        </a:defRPr>
      </a:lvl1pPr>
      <a:lvl2pPr algn="l">
        <a:lnSpc>
          <a:spcPct val="100000"/>
        </a:lnSpc>
        <a:spcBef>
          <a:spcPts val="0"/>
        </a:spcBef>
        <a:spcAft>
          <a:spcPts val="0"/>
        </a:spcAft>
        <a:buNone/>
        <a:defRPr sz="1400" b="0" i="0" u="none" cap="none">
          <a:solidFill>
            <a:srgbClr val="000000"/>
          </a:solidFill>
          <a:latin typeface="Arial"/>
          <a:ea typeface="Arial"/>
          <a:cs typeface="Arial"/>
        </a:defRPr>
      </a:lvl2pPr>
      <a:lvl3pPr algn="l">
        <a:lnSpc>
          <a:spcPct val="100000"/>
        </a:lnSpc>
        <a:spcBef>
          <a:spcPts val="0"/>
        </a:spcBef>
        <a:spcAft>
          <a:spcPts val="0"/>
        </a:spcAft>
        <a:buNone/>
        <a:defRPr sz="1400" b="0" i="0" u="none" cap="none">
          <a:solidFill>
            <a:srgbClr val="000000"/>
          </a:solidFill>
          <a:latin typeface="Arial"/>
          <a:ea typeface="Arial"/>
          <a:cs typeface="Arial"/>
        </a:defRPr>
      </a:lvl3pPr>
      <a:lvl4pPr algn="l">
        <a:lnSpc>
          <a:spcPct val="100000"/>
        </a:lnSpc>
        <a:spcBef>
          <a:spcPts val="0"/>
        </a:spcBef>
        <a:spcAft>
          <a:spcPts val="0"/>
        </a:spcAft>
        <a:buNone/>
        <a:defRPr sz="1400" b="0" i="0" u="none" cap="none">
          <a:solidFill>
            <a:srgbClr val="000000"/>
          </a:solidFill>
          <a:latin typeface="Arial"/>
          <a:ea typeface="Arial"/>
          <a:cs typeface="Arial"/>
        </a:defRPr>
      </a:lvl4pPr>
      <a:lvl5pPr algn="l">
        <a:lnSpc>
          <a:spcPct val="100000"/>
        </a:lnSpc>
        <a:spcBef>
          <a:spcPts val="0"/>
        </a:spcBef>
        <a:spcAft>
          <a:spcPts val="0"/>
        </a:spcAft>
        <a:buNone/>
        <a:defRPr sz="1400" b="0" i="0" u="none" cap="none">
          <a:solidFill>
            <a:srgbClr val="000000"/>
          </a:solidFill>
          <a:latin typeface="Arial"/>
          <a:ea typeface="Arial"/>
          <a:cs typeface="Arial"/>
        </a:defRPr>
      </a:lvl5pPr>
      <a:lvl6pPr algn="l">
        <a:lnSpc>
          <a:spcPct val="100000"/>
        </a:lnSpc>
        <a:spcBef>
          <a:spcPts val="0"/>
        </a:spcBef>
        <a:spcAft>
          <a:spcPts val="0"/>
        </a:spcAft>
        <a:buNone/>
        <a:defRPr sz="1400" b="0" i="0" u="none" cap="none">
          <a:solidFill>
            <a:srgbClr val="000000"/>
          </a:solidFill>
          <a:latin typeface="Arial"/>
          <a:ea typeface="Arial"/>
          <a:cs typeface="Arial"/>
        </a:defRPr>
      </a:lvl6pPr>
      <a:lvl7pPr algn="l">
        <a:lnSpc>
          <a:spcPct val="100000"/>
        </a:lnSpc>
        <a:spcBef>
          <a:spcPts val="0"/>
        </a:spcBef>
        <a:spcAft>
          <a:spcPts val="0"/>
        </a:spcAft>
        <a:buNone/>
        <a:defRPr sz="1400" b="0" i="0" u="none" cap="none">
          <a:solidFill>
            <a:srgbClr val="000000"/>
          </a:solidFill>
          <a:latin typeface="Arial"/>
          <a:ea typeface="Arial"/>
          <a:cs typeface="Arial"/>
        </a:defRPr>
      </a:lvl7pPr>
      <a:lvl8pPr algn="l">
        <a:lnSpc>
          <a:spcPct val="100000"/>
        </a:lnSpc>
        <a:spcBef>
          <a:spcPts val="0"/>
        </a:spcBef>
        <a:spcAft>
          <a:spcPts val="0"/>
        </a:spcAft>
        <a:buNone/>
        <a:defRPr sz="1400" b="0" i="0" u="none" cap="none">
          <a:solidFill>
            <a:srgbClr val="000000"/>
          </a:solidFill>
          <a:latin typeface="Arial"/>
          <a:ea typeface="Arial"/>
          <a:cs typeface="Arial"/>
        </a:defRPr>
      </a:lvl8pPr>
      <a:lvl9pPr algn="l">
        <a:lnSpc>
          <a:spcPct val="100000"/>
        </a:lnSpc>
        <a:spcBef>
          <a:spcPts val="0"/>
        </a:spcBef>
        <a:spcAft>
          <a:spcPts val="0"/>
        </a:spcAft>
        <a:buNone/>
        <a:defRPr sz="1400" b="0" i="0" u="none" cap="none">
          <a:solidFill>
            <a:srgbClr val="000000"/>
          </a:solidFill>
          <a:latin typeface="Arial"/>
          <a:ea typeface="Arial"/>
          <a:cs typeface="Arial"/>
        </a:defRPr>
      </a:lvl9pPr>
    </p:titleStyle>
    <p:bodyStyle>
      <a:lvl1pPr algn="l">
        <a:lnSpc>
          <a:spcPct val="100000"/>
        </a:lnSpc>
        <a:spcBef>
          <a:spcPts val="0"/>
        </a:spcBef>
        <a:spcAft>
          <a:spcPts val="0"/>
        </a:spcAft>
        <a:buNone/>
        <a:defRPr sz="1400" b="0" i="0" u="none" cap="none">
          <a:solidFill>
            <a:srgbClr val="000000"/>
          </a:solidFill>
          <a:latin typeface="Arial"/>
          <a:ea typeface="Arial"/>
          <a:cs typeface="Arial"/>
        </a:defRPr>
      </a:lvl1pPr>
      <a:lvl2pPr algn="l">
        <a:lnSpc>
          <a:spcPct val="100000"/>
        </a:lnSpc>
        <a:spcBef>
          <a:spcPts val="0"/>
        </a:spcBef>
        <a:spcAft>
          <a:spcPts val="0"/>
        </a:spcAft>
        <a:buNone/>
        <a:defRPr sz="1400" b="0" i="0" u="none" cap="none">
          <a:solidFill>
            <a:srgbClr val="000000"/>
          </a:solidFill>
          <a:latin typeface="Arial"/>
          <a:ea typeface="Arial"/>
          <a:cs typeface="Arial"/>
        </a:defRPr>
      </a:lvl2pPr>
      <a:lvl3pPr algn="l">
        <a:lnSpc>
          <a:spcPct val="100000"/>
        </a:lnSpc>
        <a:spcBef>
          <a:spcPts val="0"/>
        </a:spcBef>
        <a:spcAft>
          <a:spcPts val="0"/>
        </a:spcAft>
        <a:buNone/>
        <a:defRPr sz="1400" b="0" i="0" u="none" cap="none">
          <a:solidFill>
            <a:srgbClr val="000000"/>
          </a:solidFill>
          <a:latin typeface="Arial"/>
          <a:ea typeface="Arial"/>
          <a:cs typeface="Arial"/>
        </a:defRPr>
      </a:lvl3pPr>
      <a:lvl4pPr algn="l">
        <a:lnSpc>
          <a:spcPct val="100000"/>
        </a:lnSpc>
        <a:spcBef>
          <a:spcPts val="0"/>
        </a:spcBef>
        <a:spcAft>
          <a:spcPts val="0"/>
        </a:spcAft>
        <a:buNone/>
        <a:defRPr sz="1400" b="0" i="0" u="none" cap="none">
          <a:solidFill>
            <a:srgbClr val="000000"/>
          </a:solidFill>
          <a:latin typeface="Arial"/>
          <a:ea typeface="Arial"/>
          <a:cs typeface="Arial"/>
        </a:defRPr>
      </a:lvl4pPr>
      <a:lvl5pPr algn="l">
        <a:lnSpc>
          <a:spcPct val="100000"/>
        </a:lnSpc>
        <a:spcBef>
          <a:spcPts val="0"/>
        </a:spcBef>
        <a:spcAft>
          <a:spcPts val="0"/>
        </a:spcAft>
        <a:buNone/>
        <a:defRPr sz="1400" b="0" i="0" u="none" cap="none">
          <a:solidFill>
            <a:srgbClr val="000000"/>
          </a:solidFill>
          <a:latin typeface="Arial"/>
          <a:ea typeface="Arial"/>
          <a:cs typeface="Arial"/>
        </a:defRPr>
      </a:lvl5pPr>
      <a:lvl6pPr algn="l">
        <a:lnSpc>
          <a:spcPct val="100000"/>
        </a:lnSpc>
        <a:spcBef>
          <a:spcPts val="0"/>
        </a:spcBef>
        <a:spcAft>
          <a:spcPts val="0"/>
        </a:spcAft>
        <a:buNone/>
        <a:defRPr sz="1400" b="0" i="0" u="none" cap="none">
          <a:solidFill>
            <a:srgbClr val="000000"/>
          </a:solidFill>
          <a:latin typeface="Arial"/>
          <a:ea typeface="Arial"/>
          <a:cs typeface="Arial"/>
        </a:defRPr>
      </a:lvl6pPr>
      <a:lvl7pPr algn="l">
        <a:lnSpc>
          <a:spcPct val="100000"/>
        </a:lnSpc>
        <a:spcBef>
          <a:spcPts val="0"/>
        </a:spcBef>
        <a:spcAft>
          <a:spcPts val="0"/>
        </a:spcAft>
        <a:buNone/>
        <a:defRPr sz="1400" b="0" i="0" u="none" cap="none">
          <a:solidFill>
            <a:srgbClr val="000000"/>
          </a:solidFill>
          <a:latin typeface="Arial"/>
          <a:ea typeface="Arial"/>
          <a:cs typeface="Arial"/>
        </a:defRPr>
      </a:lvl7pPr>
      <a:lvl8pPr algn="l">
        <a:lnSpc>
          <a:spcPct val="100000"/>
        </a:lnSpc>
        <a:spcBef>
          <a:spcPts val="0"/>
        </a:spcBef>
        <a:spcAft>
          <a:spcPts val="0"/>
        </a:spcAft>
        <a:buNone/>
        <a:defRPr sz="1400" b="0" i="0" u="none" cap="none">
          <a:solidFill>
            <a:srgbClr val="000000"/>
          </a:solidFill>
          <a:latin typeface="Arial"/>
          <a:ea typeface="Arial"/>
          <a:cs typeface="Arial"/>
        </a:defRPr>
      </a:lvl8pPr>
      <a:lvl9pPr algn="l">
        <a:lnSpc>
          <a:spcPct val="100000"/>
        </a:lnSpc>
        <a:spcBef>
          <a:spcPts val="0"/>
        </a:spcBef>
        <a:spcAft>
          <a:spcPts val="0"/>
        </a:spcAft>
        <a:buNone/>
        <a:defRPr sz="1400" b="0" i="0" u="none" cap="none">
          <a:solidFill>
            <a:srgbClr val="000000"/>
          </a:solidFill>
          <a:latin typeface="Arial"/>
          <a:ea typeface="Arial"/>
          <a:cs typeface="Arial"/>
        </a:defRPr>
      </a:lvl9pPr>
    </p:bodyStyle>
    <p:otherStyle>
      <a:lvl1pPr algn="l">
        <a:lnSpc>
          <a:spcPct val="100000"/>
        </a:lnSpc>
        <a:spcBef>
          <a:spcPts val="0"/>
        </a:spcBef>
        <a:spcAft>
          <a:spcPts val="0"/>
        </a:spcAft>
        <a:buNone/>
        <a:defRPr sz="1400" b="0" i="0" u="none" cap="none">
          <a:solidFill>
            <a:srgbClr val="000000"/>
          </a:solidFill>
          <a:latin typeface="Arial"/>
          <a:ea typeface="Arial"/>
          <a:cs typeface="Arial"/>
        </a:defRPr>
      </a:lvl1pPr>
      <a:lvl2pPr algn="l">
        <a:lnSpc>
          <a:spcPct val="100000"/>
        </a:lnSpc>
        <a:spcBef>
          <a:spcPts val="0"/>
        </a:spcBef>
        <a:spcAft>
          <a:spcPts val="0"/>
        </a:spcAft>
        <a:buNone/>
        <a:defRPr sz="1400" b="0" i="0" u="none" cap="none">
          <a:solidFill>
            <a:srgbClr val="000000"/>
          </a:solidFill>
          <a:latin typeface="Arial"/>
          <a:ea typeface="Arial"/>
          <a:cs typeface="Arial"/>
        </a:defRPr>
      </a:lvl2pPr>
      <a:lvl3pPr algn="l">
        <a:lnSpc>
          <a:spcPct val="100000"/>
        </a:lnSpc>
        <a:spcBef>
          <a:spcPts val="0"/>
        </a:spcBef>
        <a:spcAft>
          <a:spcPts val="0"/>
        </a:spcAft>
        <a:buNone/>
        <a:defRPr sz="1400" b="0" i="0" u="none" cap="none">
          <a:solidFill>
            <a:srgbClr val="000000"/>
          </a:solidFill>
          <a:latin typeface="Arial"/>
          <a:ea typeface="Arial"/>
          <a:cs typeface="Arial"/>
        </a:defRPr>
      </a:lvl3pPr>
      <a:lvl4pPr algn="l">
        <a:lnSpc>
          <a:spcPct val="100000"/>
        </a:lnSpc>
        <a:spcBef>
          <a:spcPts val="0"/>
        </a:spcBef>
        <a:spcAft>
          <a:spcPts val="0"/>
        </a:spcAft>
        <a:buNone/>
        <a:defRPr sz="1400" b="0" i="0" u="none" cap="none">
          <a:solidFill>
            <a:srgbClr val="000000"/>
          </a:solidFill>
          <a:latin typeface="Arial"/>
          <a:ea typeface="Arial"/>
          <a:cs typeface="Arial"/>
        </a:defRPr>
      </a:lvl4pPr>
      <a:lvl5pPr algn="l">
        <a:lnSpc>
          <a:spcPct val="100000"/>
        </a:lnSpc>
        <a:spcBef>
          <a:spcPts val="0"/>
        </a:spcBef>
        <a:spcAft>
          <a:spcPts val="0"/>
        </a:spcAft>
        <a:buNone/>
        <a:defRPr sz="1400" b="0" i="0" u="none" cap="none">
          <a:solidFill>
            <a:srgbClr val="000000"/>
          </a:solidFill>
          <a:latin typeface="Arial"/>
          <a:ea typeface="Arial"/>
          <a:cs typeface="Arial"/>
        </a:defRPr>
      </a:lvl5pPr>
      <a:lvl6pPr algn="l">
        <a:lnSpc>
          <a:spcPct val="100000"/>
        </a:lnSpc>
        <a:spcBef>
          <a:spcPts val="0"/>
        </a:spcBef>
        <a:spcAft>
          <a:spcPts val="0"/>
        </a:spcAft>
        <a:buNone/>
        <a:defRPr sz="1400" b="0" i="0" u="none" cap="none">
          <a:solidFill>
            <a:srgbClr val="000000"/>
          </a:solidFill>
          <a:latin typeface="Arial"/>
          <a:ea typeface="Arial"/>
          <a:cs typeface="Arial"/>
        </a:defRPr>
      </a:lvl6pPr>
      <a:lvl7pPr algn="l">
        <a:lnSpc>
          <a:spcPct val="100000"/>
        </a:lnSpc>
        <a:spcBef>
          <a:spcPts val="0"/>
        </a:spcBef>
        <a:spcAft>
          <a:spcPts val="0"/>
        </a:spcAft>
        <a:buNone/>
        <a:defRPr sz="1400" b="0" i="0" u="none" cap="none">
          <a:solidFill>
            <a:srgbClr val="000000"/>
          </a:solidFill>
          <a:latin typeface="Arial"/>
          <a:ea typeface="Arial"/>
          <a:cs typeface="Arial"/>
        </a:defRPr>
      </a:lvl7pPr>
      <a:lvl8pPr algn="l">
        <a:lnSpc>
          <a:spcPct val="100000"/>
        </a:lnSpc>
        <a:spcBef>
          <a:spcPts val="0"/>
        </a:spcBef>
        <a:spcAft>
          <a:spcPts val="0"/>
        </a:spcAft>
        <a:buNone/>
        <a:defRPr sz="1400" b="0" i="0" u="none" cap="none">
          <a:solidFill>
            <a:srgbClr val="000000"/>
          </a:solidFill>
          <a:latin typeface="Arial"/>
          <a:ea typeface="Arial"/>
          <a:cs typeface="Arial"/>
        </a:defRPr>
      </a:lvl8pPr>
      <a:lvl9pPr algn="l">
        <a:lnSpc>
          <a:spcPct val="100000"/>
        </a:lnSpc>
        <a:spcBef>
          <a:spcPts val="0"/>
        </a:spcBef>
        <a:spcAft>
          <a:spcPts val="0"/>
        </a:spcAft>
        <a:buNone/>
        <a:defRPr sz="1400" b="0" i="0" u="none" cap="none">
          <a:solidFill>
            <a:srgbClr val="000000"/>
          </a:solidFill>
          <a:latin typeface="Arial"/>
          <a:ea typeface="Arial"/>
          <a:cs typeface="Arial"/>
        </a:defRPr>
      </a:lvl9pPr>
    </p:otherStyle>
  </p:txStyles>
  <p:extLst>
    <p:ext uri="{27BBF7A9-308A-43DC-89C8-2F10F3537804}">
      <p15:sldGuideLst xmlns:p15="http://schemas.microsoft.com/office/powerpoint/2012/main">
        <p15:guide id="1" orient="horz" pos="259">
          <p15:clr>
            <a:srgbClr val="F26B43"/>
          </p15:clr>
        </p15:guide>
        <p15:guide id="2" pos="345">
          <p15:clr>
            <a:srgbClr val="F26B43"/>
          </p15:clr>
        </p15:guide>
        <p15:guide id="3" pos="7335">
          <p15:clr>
            <a:srgbClr val="F26B43"/>
          </p15:clr>
        </p15:guide>
        <p15:guide id="4" orient="horz" pos="4061">
          <p15:clr>
            <a:srgbClr val="F26B43"/>
          </p15:clr>
        </p15:guide>
        <p15:guide id="5" pos="1018">
          <p15:clr>
            <a:srgbClr val="A4A3A4"/>
          </p15:clr>
        </p15:guide>
        <p15:guide id="6" pos="1248">
          <p15:clr>
            <a:srgbClr val="A4A3A4"/>
          </p15:clr>
        </p15:guide>
        <p15:guide id="7" pos="2148">
          <p15:clr>
            <a:srgbClr val="A4A3A4"/>
          </p15:clr>
        </p15:guide>
        <p15:guide id="8" pos="3052">
          <p15:clr>
            <a:srgbClr val="A4A3A4"/>
          </p15:clr>
        </p15:guide>
        <p15:guide id="9" pos="3954">
          <p15:clr>
            <a:srgbClr val="A4A3A4"/>
          </p15:clr>
        </p15:guide>
        <p15:guide id="10" pos="3724">
          <p15:clr>
            <a:srgbClr val="A4A3A4"/>
          </p15:clr>
        </p15:guide>
        <p15:guide id="11" pos="4858">
          <p15:clr>
            <a:srgbClr val="A4A3A4"/>
          </p15:clr>
        </p15:guide>
        <p15:guide id="12" pos="5784">
          <p15:clr>
            <a:srgbClr val="A4A3A4"/>
          </p15:clr>
        </p15:guide>
        <p15:guide id="13" pos="6660">
          <p15:clr>
            <a:srgbClr val="A4A3A4"/>
          </p15:clr>
        </p15:guide>
        <p15:guide id="14" pos="1920">
          <p15:clr>
            <a:srgbClr val="A4A3A4"/>
          </p15:clr>
        </p15:guide>
        <p15:guide id="15" pos="2822">
          <p15:clr>
            <a:srgbClr val="A4A3A4"/>
          </p15:clr>
        </p15:guide>
        <p15:guide id="16" pos="4626">
          <p15:clr>
            <a:srgbClr val="A4A3A4"/>
          </p15:clr>
        </p15:guide>
        <p15:guide id="17" pos="5530">
          <p15:clr>
            <a:srgbClr val="A4A3A4"/>
          </p15:clr>
        </p15:guide>
        <p15:guide id="18" pos="6434">
          <p15:clr>
            <a:srgbClr val="A4A3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3.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31.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3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7" name="Google Shape;377;p39">
            <a:extLst>
              <a:ext uri="{FF2B5EF4-FFF2-40B4-BE49-F238E27FC236}">
                <a16:creationId xmlns:a16="http://schemas.microsoft.com/office/drawing/2014/main" id="{F9CC1EEA-B7F4-4650-80DE-78B37FF472CB}"/>
              </a:ext>
            </a:extLst>
          </p:cNvPr>
          <p:cNvSpPr>
            <a:spLocks noGrp="1"/>
          </p:cNvSpPr>
          <p:nvPr>
            <p:ph type="ctrTitle"/>
          </p:nvPr>
        </p:nvSpPr>
        <p:spPr>
          <a:prstGeom prst="rect">
            <a:avLst/>
          </a:prstGeom>
          <a:noFill/>
          <a:ln>
            <a:noFill/>
          </a:ln>
        </p:spPr>
        <p:txBody>
          <a:bodyPr spcFirstLastPara="1" wrap="square" lIns="0" tIns="0" rIns="38100" bIns="0" anchor="t">
            <a:normAutofit/>
          </a:bodyPr>
          <a:lstStyle/>
          <a:p>
            <a:pPr algn="l">
              <a:buNone/>
              <a:defRPr sz="2400" b="0" u="none">
                <a:solidFill>
                  <a:srgbClr val="FFFFFF"/>
                </a:solidFill>
                <a:latin typeface="Arial"/>
                <a:ea typeface="Arial"/>
                <a:cs typeface="Arial"/>
              </a:defRPr>
            </a:pPr>
            <a:r>
              <a:rPr sz="2400" b="0" u="none">
                <a:solidFill>
                  <a:srgbClr val="FFFFFF"/>
                </a:solidFill>
                <a:latin typeface="Arial"/>
                <a:ea typeface="Arial"/>
                <a:cs typeface="Arial"/>
              </a:rPr>
              <a:t>CI/CD + Terraform</a:t>
            </a:r>
          </a:p>
        </p:txBody>
      </p:sp>
      <p:sp>
        <p:nvSpPr>
          <p:cNvPr id="378" name="title-subtitle">
            <a:extLst>
              <a:ext uri="{FF2B5EF4-FFF2-40B4-BE49-F238E27FC236}">
                <a16:creationId xmlns:a16="http://schemas.microsoft.com/office/drawing/2014/main" id="{70FAB027-F180-4813-B608-99B49B344E29}"/>
              </a:ext>
            </a:extLst>
          </p:cNvPr>
          <p:cNvSpPr>
            <a:spLocks noGrp="1"/>
          </p:cNvSpPr>
          <p:nvPr/>
        </p:nvSpPr>
        <p:spPr>
          <a:xfrm>
            <a:off x="781050" y="2247900"/>
            <a:ext cx="4762500" cy="457200"/>
          </a:xfrm>
          <a:prstGeom prst="rect">
            <a:avLst/>
          </a:prstGeom>
          <a:noFill/>
          <a:ln w="0">
            <a:noFill/>
            <a:prstDash val="solid"/>
          </a:ln>
        </p:spPr>
        <p:txBody>
          <a:bodyPr wrap="square" lIns="0" tIns="0" rIns="38100" bIns="0" anchor="t">
            <a:normAutofit/>
          </a:bodyPr>
          <a:lstStyle/>
          <a:p>
            <a:pPr algn="l">
              <a:buNone/>
              <a:defRPr sz="1200" b="0" u="none">
                <a:solidFill>
                  <a:srgbClr val="FFFFFF"/>
                </a:solidFill>
                <a:latin typeface="Arial"/>
                <a:ea typeface="Arial"/>
                <a:cs typeface="Arial"/>
              </a:defRPr>
            </a:pPr>
            <a:r>
              <a:rPr sz="1200" b="0" u="none">
                <a:solidFill>
                  <a:srgbClr val="FFFFFF"/>
                </a:solidFill>
                <a:latin typeface="Arial"/>
                <a:ea typeface="Arial"/>
                <a:cs typeface="Arial"/>
              </a:rPr>
              <a:t>Back-to-back classes on reviewable software and infrastructure change</a:t>
            </a:r>
          </a:p>
        </p:txBody>
      </p:sp>
      <p:sp>
        <p:nvSpPr>
          <p:cNvPr id="379" name="title-key-topic">
            <a:extLst>
              <a:ext uri="{FF2B5EF4-FFF2-40B4-BE49-F238E27FC236}">
                <a16:creationId xmlns:a16="http://schemas.microsoft.com/office/drawing/2014/main" id="{AB398153-C8AC-470A-8A83-567E125B5BFD}"/>
              </a:ext>
            </a:extLst>
          </p:cNvPr>
          <p:cNvSpPr>
            <a:spLocks noGrp="1"/>
          </p:cNvSpPr>
          <p:nvPr/>
        </p:nvSpPr>
        <p:spPr>
          <a:xfrm>
            <a:off x="447675" y="3752850"/>
            <a:ext cx="914400" cy="152400"/>
          </a:xfrm>
          <a:prstGeom prst="rect">
            <a:avLst/>
          </a:prstGeom>
          <a:noFill/>
          <a:ln w="0">
            <a:noFill/>
            <a:prstDash val="solid"/>
          </a:ln>
        </p:spPr>
        <p:txBody>
          <a:bodyPr wrap="square" lIns="0" tIns="0" rIns="0" bIns="0" anchor="t">
            <a:normAutofit/>
          </a:bodyPr>
          <a:lstStyle/>
          <a:p>
            <a:pPr algn="l">
              <a:buNone/>
              <a:defRPr sz="675" b="1" u="none">
                <a:solidFill>
                  <a:srgbClr val="221F20"/>
                </a:solidFill>
                <a:latin typeface="Arial"/>
                <a:ea typeface="Arial"/>
                <a:cs typeface="Arial"/>
              </a:defRPr>
            </a:pPr>
            <a:r>
              <a:rPr sz="675" b="1" u="none">
                <a:solidFill>
                  <a:srgbClr val="221F20"/>
                </a:solidFill>
                <a:latin typeface="Arial"/>
                <a:ea typeface="Arial"/>
                <a:cs typeface="Arial"/>
              </a:rPr>
              <a:t>CI/CD fundamentals</a:t>
            </a:r>
          </a:p>
        </p:txBody>
      </p:sp>
      <p:sp>
        <p:nvSpPr>
          <p:cNvPr id="380" name="title-key-topic">
            <a:extLst>
              <a:ext uri="{FF2B5EF4-FFF2-40B4-BE49-F238E27FC236}">
                <a16:creationId xmlns:a16="http://schemas.microsoft.com/office/drawing/2014/main" id="{3ADFE2CB-5356-43DA-B6FD-8A8EE66F1BD9}"/>
              </a:ext>
            </a:extLst>
          </p:cNvPr>
          <p:cNvSpPr>
            <a:spLocks noGrp="1"/>
          </p:cNvSpPr>
          <p:nvPr/>
        </p:nvSpPr>
        <p:spPr>
          <a:xfrm>
            <a:off x="1533525" y="3752850"/>
            <a:ext cx="2133600" cy="152400"/>
          </a:xfrm>
          <a:prstGeom prst="rect">
            <a:avLst/>
          </a:prstGeom>
          <a:noFill/>
          <a:ln w="0">
            <a:noFill/>
            <a:prstDash val="solid"/>
          </a:ln>
        </p:spPr>
        <p:txBody>
          <a:bodyPr wrap="square" lIns="0" tIns="0" rIns="0" bIns="0" anchor="t">
            <a:normAutofit/>
          </a:bodyPr>
          <a:lstStyle/>
          <a:p>
            <a:pPr algn="l">
              <a:buNone/>
              <a:defRPr sz="675" b="1" u="none">
                <a:solidFill>
                  <a:srgbClr val="221F20"/>
                </a:solidFill>
                <a:latin typeface="Arial"/>
                <a:ea typeface="Arial"/>
                <a:cs typeface="Arial"/>
              </a:defRPr>
            </a:pPr>
            <a:r>
              <a:rPr sz="675" b="1" u="none">
                <a:solidFill>
                  <a:srgbClr val="221F20"/>
                </a:solidFill>
                <a:latin typeface="Arial"/>
                <a:ea typeface="Arial"/>
                <a:cs typeface="Arial"/>
              </a:rPr>
              <a:t>Hands-on workflow lab</a:t>
            </a:r>
          </a:p>
        </p:txBody>
      </p:sp>
      <p:sp>
        <p:nvSpPr>
          <p:cNvPr id="381" name="title-key-topic">
            <a:extLst>
              <a:ext uri="{FF2B5EF4-FFF2-40B4-BE49-F238E27FC236}">
                <a16:creationId xmlns:a16="http://schemas.microsoft.com/office/drawing/2014/main" id="{47AF5A4D-B9C3-4B42-A187-520891BBDA8F}"/>
              </a:ext>
            </a:extLst>
          </p:cNvPr>
          <p:cNvSpPr>
            <a:spLocks noGrp="1"/>
          </p:cNvSpPr>
          <p:nvPr/>
        </p:nvSpPr>
        <p:spPr>
          <a:xfrm>
            <a:off x="1533525" y="4105275"/>
            <a:ext cx="2133600" cy="152400"/>
          </a:xfrm>
          <a:prstGeom prst="rect">
            <a:avLst/>
          </a:prstGeom>
          <a:noFill/>
          <a:ln w="0">
            <a:noFill/>
            <a:prstDash val="solid"/>
          </a:ln>
        </p:spPr>
        <p:txBody>
          <a:bodyPr wrap="square" lIns="0" tIns="0" rIns="0" bIns="0" anchor="t">
            <a:normAutofit/>
          </a:bodyPr>
          <a:lstStyle/>
          <a:p>
            <a:pPr algn="l">
              <a:buNone/>
              <a:defRPr sz="675" b="1" u="none">
                <a:solidFill>
                  <a:srgbClr val="221F20"/>
                </a:solidFill>
                <a:latin typeface="Arial"/>
                <a:ea typeface="Arial"/>
                <a:cs typeface="Arial"/>
              </a:defRPr>
            </a:pPr>
            <a:r>
              <a:rPr sz="675" b="1" u="none">
                <a:solidFill>
                  <a:srgbClr val="221F20"/>
                </a:solidFill>
                <a:latin typeface="Arial"/>
                <a:ea typeface="Arial"/>
                <a:cs typeface="Arial"/>
              </a:rPr>
              <a:t>Branch protection gates</a:t>
            </a:r>
          </a:p>
        </p:txBody>
      </p:sp>
    </p:spTree>
    <p:extLst>
      <p:ext uri="{BB962C8B-B14F-4D97-AF65-F5344CB8AC3E}">
        <p14:creationId xmlns:p14="http://schemas.microsoft.com/office/powerpoint/2010/main" val="3582239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3EBA7D-B4B3-3797-8578-839899CDAF0F}"/>
              </a:ext>
            </a:extLst>
          </p:cNvPr>
          <p:cNvSpPr>
            <a:spLocks noGrp="1"/>
          </p:cNvSpPr>
          <p:nvPr>
            <p:ph type="title"/>
          </p:nvPr>
        </p:nvSpPr>
        <p:spPr>
          <a:xfrm>
            <a:off x="381000" y="361950"/>
            <a:ext cx="6762750" cy="552450"/>
          </a:xfrm>
        </p:spPr>
        <p:txBody>
          <a:bodyPr wrap="square" lIns="0" tIns="0" rIns="38100" bIns="0" anchor="t">
            <a:normAutofit/>
          </a:bodyPr>
          <a:lstStyle/>
          <a:p>
            <a:pPr algn="l">
              <a:buNone/>
              <a:defRPr sz="2250" b="1" u="none">
                <a:solidFill>
                  <a:srgbClr val="221F20"/>
                </a:solidFill>
                <a:latin typeface="Arial"/>
                <a:ea typeface="Arial"/>
                <a:cs typeface="Arial"/>
              </a:defRPr>
            </a:pPr>
            <a:r>
              <a:rPr sz="2250" b="1" u="none">
                <a:solidFill>
                  <a:srgbClr val="221F20"/>
                </a:solidFill>
                <a:latin typeface="Arial"/>
                <a:ea typeface="Arial"/>
                <a:cs typeface="Arial"/>
              </a:rPr>
              <a:t>Automation exposes the process</a:t>
            </a:r>
          </a:p>
        </p:txBody>
      </p:sp>
      <p:sp>
        <p:nvSpPr>
          <p:cNvPr id="3" name="Content Placeholder 2">
            <a:extLst>
              <a:ext uri="{FF2B5EF4-FFF2-40B4-BE49-F238E27FC236}">
                <a16:creationId xmlns:a16="http://schemas.microsoft.com/office/drawing/2014/main" id="{D93EE42B-DB9D-4A87-960F-9EAB79C801BC}"/>
              </a:ext>
            </a:extLst>
          </p:cNvPr>
          <p:cNvSpPr>
            <a:spLocks noGrp="1"/>
          </p:cNvSpPr>
          <p:nvPr>
            <p:ph idx="1"/>
          </p:nvPr>
        </p:nvSpPr>
        <p:spPr>
          <a:xfrm>
            <a:off x="666750" y="1381125"/>
            <a:ext cx="7239000" cy="2381250"/>
          </a:xfrm>
        </p:spPr>
        <p:txBody>
          <a:bodyPr wrap="square" lIns="0" tIns="0" rIns="38100" bIns="0" anchor="t">
            <a:normAutofit/>
          </a:bodyPr>
          <a:lstStyle/>
          <a:p>
            <a:pPr marL="0" indent="0" algn="l">
              <a:spcBef>
                <a:spcPts val="0"/>
              </a:spcBef>
              <a:spcAft>
                <a:spcPts val="650"/>
              </a:spcAft>
              <a:buNone/>
              <a:defRPr sz="1575" b="0" u="none">
                <a:solidFill>
                  <a:srgbClr val="221F20"/>
                </a:solidFill>
                <a:latin typeface="Arial"/>
                <a:ea typeface="Arial"/>
                <a:cs typeface="Arial"/>
              </a:defRPr>
            </a:pPr>
            <a:r>
              <a:rPr sz="1575" b="0" u="none">
                <a:solidFill>
                  <a:srgbClr val="221F20"/>
                </a:solidFill>
                <a:latin typeface="Arial"/>
                <a:ea typeface="Arial"/>
                <a:cs typeface="Arial"/>
              </a:rPr>
              <a:t>A pipeline does not make a weak process strong.</a:t>
            </a:r>
          </a:p>
          <a:p>
            <a:pPr marL="0" indent="0" algn="l">
              <a:spcBef>
                <a:spcPts val="0"/>
              </a:spcBef>
              <a:spcAft>
                <a:spcPts val="650"/>
              </a:spcAft>
              <a:buNone/>
              <a:defRPr sz="1575" b="0" u="none">
                <a:solidFill>
                  <a:srgbClr val="221F20"/>
                </a:solidFill>
                <a:latin typeface="Arial"/>
                <a:ea typeface="Arial"/>
                <a:cs typeface="Arial"/>
              </a:defRPr>
            </a:pPr>
            <a:r>
              <a:rPr sz="1575" b="0" u="none">
                <a:solidFill>
                  <a:srgbClr val="221F20"/>
                </a:solidFill>
                <a:latin typeface="Arial"/>
                <a:ea typeface="Arial"/>
                <a:cs typeface="Arial"/>
              </a:rPr>
              <a:t>It makes the process visible, repeatable, and easier to improve.</a:t>
            </a:r>
          </a:p>
          <a:p>
            <a:pPr marL="0" indent="0" algn="l">
              <a:spcBef>
                <a:spcPts val="0"/>
              </a:spcBef>
              <a:spcAft>
                <a:spcPts val="650"/>
              </a:spcAft>
              <a:buNone/>
              <a:defRPr sz="1575" b="0" u="none">
                <a:solidFill>
                  <a:srgbClr val="221F20"/>
                </a:solidFill>
                <a:latin typeface="Arial"/>
                <a:ea typeface="Arial"/>
                <a:cs typeface="Arial"/>
              </a:defRPr>
            </a:pPr>
            <a:r>
              <a:rPr sz="1575" b="0" u="none">
                <a:solidFill>
                  <a:srgbClr val="221F20"/>
                </a:solidFill>
                <a:latin typeface="Arial"/>
                <a:ea typeface="Arial"/>
                <a:cs typeface="Arial"/>
              </a:rPr>
              <a:t>A failed run is useful feedback, not a personal failure.</a:t>
            </a:r>
          </a:p>
          <a:p>
            <a:pPr marL="0" indent="0" algn="l">
              <a:spcBef>
                <a:spcPts val="0"/>
              </a:spcBef>
              <a:spcAft>
                <a:spcPts val="650"/>
              </a:spcAft>
              <a:buNone/>
              <a:defRPr sz="1575" b="0" u="none">
                <a:solidFill>
                  <a:srgbClr val="221F20"/>
                </a:solidFill>
                <a:latin typeface="Arial"/>
                <a:ea typeface="Arial"/>
                <a:cs typeface="Arial"/>
              </a:defRPr>
            </a:pPr>
            <a:r>
              <a:rPr sz="1575" b="0" u="none">
                <a:solidFill>
                  <a:srgbClr val="221F20"/>
                </a:solidFill>
                <a:latin typeface="Arial"/>
                <a:ea typeface="Arial"/>
                <a:cs typeface="Arial"/>
              </a:rPr>
              <a:t>The goal is a team that can change software safely.</a:t>
            </a:r>
          </a:p>
        </p:txBody>
      </p:sp>
    </p:spTree>
    <p:extLst>
      <p:ext uri="{BB962C8B-B14F-4D97-AF65-F5344CB8AC3E}">
        <p14:creationId xmlns:p14="http://schemas.microsoft.com/office/powerpoint/2010/main" val="34599081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9CDC06-5176-FD1F-EB1B-DEA4088E09EB}"/>
              </a:ext>
            </a:extLst>
          </p:cNvPr>
          <p:cNvSpPr>
            <a:spLocks noGrp="1"/>
          </p:cNvSpPr>
          <p:nvPr>
            <p:ph type="title"/>
          </p:nvPr>
        </p:nvSpPr>
        <p:spPr>
          <a:xfrm>
            <a:off x="381000" y="361950"/>
            <a:ext cx="6953250" cy="552450"/>
          </a:xfrm>
        </p:spPr>
        <p:txBody>
          <a:bodyPr wrap="square" lIns="0" tIns="0" rIns="38100" bIns="0" anchor="t">
            <a:normAutofit/>
          </a:bodyPr>
          <a:lstStyle/>
          <a:p>
            <a:pPr algn="l">
              <a:buNone/>
              <a:defRPr sz="2175" b="1" u="none">
                <a:solidFill>
                  <a:srgbClr val="221F20"/>
                </a:solidFill>
                <a:latin typeface="Arial"/>
                <a:ea typeface="Arial"/>
                <a:cs typeface="Arial"/>
              </a:defRPr>
            </a:pPr>
            <a:r>
              <a:rPr sz="2175" b="1" u="none">
                <a:solidFill>
                  <a:srgbClr val="221F20"/>
                </a:solidFill>
                <a:latin typeface="Arial"/>
                <a:ea typeface="Arial"/>
                <a:cs typeface="Arial"/>
              </a:rPr>
              <a:t>Back-to-back class flow</a:t>
            </a:r>
          </a:p>
        </p:txBody>
      </p:sp>
      <p:sp>
        <p:nvSpPr>
          <p:cNvPr id="3" name="Text Placeholder 2">
            <a:extLst>
              <a:ext uri="{FF2B5EF4-FFF2-40B4-BE49-F238E27FC236}">
                <a16:creationId xmlns:a16="http://schemas.microsoft.com/office/drawing/2014/main" id="{42AD4A04-8419-5574-74CF-30A0EE2F123B}"/>
              </a:ext>
            </a:extLst>
          </p:cNvPr>
          <p:cNvSpPr>
            <a:spLocks noGrp="1"/>
          </p:cNvSpPr>
          <p:nvPr>
            <p:ph type="body" idx="1"/>
          </p:nvPr>
        </p:nvSpPr>
        <p:spPr>
          <a:xfrm>
            <a:off x="552450" y="1181100"/>
            <a:ext cx="7677150" cy="3048000"/>
          </a:xfrm>
        </p:spPr>
        <p:txBody>
          <a:bodyPr wrap="square" lIns="0" tIns="0" rIns="38100" bIns="0" anchor="t">
            <a:normAutofit/>
          </a:bodyPr>
          <a:lstStyle/>
          <a:p>
            <a:pPr marL="0" indent="0" algn="l">
              <a:spcBef>
                <a:spcPts val="0"/>
              </a:spcBef>
              <a:spcAft>
                <a:spcPts val="650"/>
              </a:spcAft>
              <a:buNone/>
              <a:defRPr sz="1425" b="0" u="none">
                <a:solidFill>
                  <a:srgbClr val="221F20"/>
                </a:solidFill>
                <a:latin typeface="Arial"/>
                <a:ea typeface="Arial"/>
                <a:cs typeface="Arial"/>
              </a:defRPr>
            </a:pPr>
            <a:r>
              <a:rPr sz="1425" b="0" u="none">
                <a:solidFill>
                  <a:srgbClr val="221F20"/>
                </a:solidFill>
                <a:latin typeface="Arial"/>
                <a:ea typeface="Arial"/>
                <a:cs typeface="Arial"/>
              </a:rPr>
              <a:t>Part 1: CI/CD with GitHub Actions</a:t>
            </a:r>
          </a:p>
          <a:p>
            <a:pPr marL="0" indent="0" algn="l">
              <a:spcBef>
                <a:spcPts val="0"/>
              </a:spcBef>
              <a:spcAft>
                <a:spcPts val="650"/>
              </a:spcAft>
              <a:buNone/>
              <a:defRPr sz="1425" b="0" u="none">
                <a:solidFill>
                  <a:srgbClr val="221F20"/>
                </a:solidFill>
                <a:latin typeface="Arial"/>
                <a:ea typeface="Arial"/>
                <a:cs typeface="Arial"/>
              </a:defRPr>
            </a:pPr>
            <a:r>
              <a:rPr sz="1425" b="0" u="none">
                <a:solidFill>
                  <a:srgbClr val="221F20"/>
                </a:solidFill>
                <a:latin typeface="Arial"/>
                <a:ea typeface="Arial"/>
                <a:cs typeface="Arial"/>
              </a:rPr>
              <a:t>Build a pull-request pipeline that tests code and protects merges.</a:t>
            </a:r>
          </a:p>
          <a:p>
            <a:pPr marL="0" indent="0">
              <a:spcBef>
                <a:spcPts val="0"/>
              </a:spcBef>
              <a:spcAft>
                <a:spcPts val="650"/>
              </a:spcAft>
              <a:buNone/>
            </a:pPr>
            <a:endParaRPr sz="1425" b="0" u="none">
              <a:solidFill>
                <a:srgbClr val="221F20"/>
              </a:solidFill>
              <a:latin typeface="Arial"/>
              <a:ea typeface="Arial"/>
              <a:cs typeface="Arial"/>
            </a:endParaRPr>
          </a:p>
          <a:p>
            <a:pPr marL="0" indent="0" algn="l">
              <a:spcBef>
                <a:spcPts val="0"/>
              </a:spcBef>
              <a:spcAft>
                <a:spcPts val="650"/>
              </a:spcAft>
              <a:buNone/>
              <a:defRPr sz="1425" b="0" u="none">
                <a:solidFill>
                  <a:srgbClr val="221F20"/>
                </a:solidFill>
                <a:latin typeface="Arial"/>
                <a:ea typeface="Arial"/>
                <a:cs typeface="Arial"/>
              </a:defRPr>
            </a:pPr>
            <a:r>
              <a:rPr sz="1425" b="0" u="none">
                <a:solidFill>
                  <a:srgbClr val="221F20"/>
                </a:solidFill>
                <a:latin typeface="Arial"/>
                <a:ea typeface="Arial"/>
                <a:cs typeface="Arial"/>
              </a:rPr>
              <a:t>Bridge: what evidence should exist before a change is accepted?</a:t>
            </a:r>
          </a:p>
          <a:p>
            <a:pPr marL="0" indent="0">
              <a:spcBef>
                <a:spcPts val="0"/>
              </a:spcBef>
              <a:spcAft>
                <a:spcPts val="650"/>
              </a:spcAft>
              <a:buNone/>
            </a:pPr>
            <a:endParaRPr sz="1425" b="0" u="none">
              <a:solidFill>
                <a:srgbClr val="221F20"/>
              </a:solidFill>
              <a:latin typeface="Arial"/>
              <a:ea typeface="Arial"/>
              <a:cs typeface="Arial"/>
            </a:endParaRPr>
          </a:p>
          <a:p>
            <a:pPr marL="0" indent="0" algn="l">
              <a:spcBef>
                <a:spcPts val="0"/>
              </a:spcBef>
              <a:spcAft>
                <a:spcPts val="650"/>
              </a:spcAft>
              <a:buNone/>
              <a:defRPr sz="1425" b="0" u="none">
                <a:solidFill>
                  <a:srgbClr val="221F20"/>
                </a:solidFill>
                <a:latin typeface="Arial"/>
                <a:ea typeface="Arial"/>
                <a:cs typeface="Arial"/>
              </a:defRPr>
            </a:pPr>
            <a:r>
              <a:rPr sz="1425" b="0" u="none">
                <a:solidFill>
                  <a:srgbClr val="221F20"/>
                </a:solidFill>
                <a:latin typeface="Arial"/>
                <a:ea typeface="Arial"/>
                <a:cs typeface="Arial"/>
              </a:rPr>
              <a:t>Part 2: Terraform without cloud access</a:t>
            </a:r>
          </a:p>
          <a:p>
            <a:pPr marL="0" indent="0" algn="l">
              <a:spcBef>
                <a:spcPts val="0"/>
              </a:spcBef>
              <a:spcAft>
                <a:spcPts val="650"/>
              </a:spcAft>
              <a:buNone/>
              <a:defRPr sz="1425" b="0" u="none">
                <a:solidFill>
                  <a:srgbClr val="221F20"/>
                </a:solidFill>
                <a:latin typeface="Arial"/>
                <a:ea typeface="Arial"/>
                <a:cs typeface="Arial"/>
              </a:defRPr>
            </a:pPr>
            <a:r>
              <a:rPr sz="1425" b="0" u="none">
                <a:solidFill>
                  <a:srgbClr val="221F20"/>
                </a:solidFill>
                <a:latin typeface="Arial"/>
                <a:ea typeface="Arial"/>
                <a:cs typeface="Arial"/>
              </a:rPr>
              <a:t>Practice plan, apply, state, modules, and CI checks locally.</a:t>
            </a:r>
          </a:p>
        </p:txBody>
      </p:sp>
      <p:sp>
        <p:nvSpPr>
          <p:cNvPr id="4" name="modern-gold-rule">
            <a:extLst>
              <a:ext uri="{FF2B5EF4-FFF2-40B4-BE49-F238E27FC236}">
                <a16:creationId xmlns:a16="http://schemas.microsoft.com/office/drawing/2014/main" id="{DA897AB9-5BE8-48E6-B327-113094218077}"/>
              </a:ext>
            </a:extLst>
          </p:cNvPr>
          <p:cNvSpPr>
            <a:spLocks noGrp="1"/>
          </p:cNvSpPr>
          <p:nvPr/>
        </p:nvSpPr>
        <p:spPr>
          <a:xfrm>
            <a:off x="381000" y="914400"/>
            <a:ext cx="2095500" cy="47625"/>
          </a:xfrm>
          <a:prstGeom prst="rect">
            <a:avLst/>
          </a:prstGeom>
          <a:solidFill>
            <a:srgbClr val="FFCC01"/>
          </a:solidFill>
          <a:ln w="0">
            <a:solidFill>
              <a:srgbClr val="FFCC01"/>
            </a:solidFill>
            <a:prstDash val="solid"/>
          </a:ln>
        </p:spPr>
        <p:txBody>
          <a:bodyPr/>
          <a:lstStyle/>
          <a:p>
            <a:endParaRPr lang="en-US"/>
          </a:p>
        </p:txBody>
      </p:sp>
      <p:sp>
        <p:nvSpPr>
          <p:cNvPr id="5" name="section-label">
            <a:extLst>
              <a:ext uri="{FF2B5EF4-FFF2-40B4-BE49-F238E27FC236}">
                <a16:creationId xmlns:a16="http://schemas.microsoft.com/office/drawing/2014/main" id="{92526EE8-3D03-4719-A943-2E85EB650998}"/>
              </a:ext>
            </a:extLst>
          </p:cNvPr>
          <p:cNvSpPr>
            <a:spLocks noGrp="1"/>
          </p:cNvSpPr>
          <p:nvPr/>
        </p:nvSpPr>
        <p:spPr>
          <a:xfrm>
            <a:off x="381000" y="990600"/>
            <a:ext cx="4286250" cy="171450"/>
          </a:xfrm>
          <a:prstGeom prst="rect">
            <a:avLst/>
          </a:prstGeom>
          <a:noFill/>
          <a:ln w="0">
            <a:noFill/>
            <a:prstDash val="solid"/>
          </a:ln>
        </p:spPr>
        <p:txBody>
          <a:bodyPr wrap="square" lIns="0" tIns="0" rIns="0" bIns="0" anchor="t">
            <a:normAutofit/>
          </a:bodyPr>
          <a:lstStyle/>
          <a:p>
            <a:pPr algn="l">
              <a:defRPr sz="638" b="1" u="none">
                <a:solidFill>
                  <a:srgbClr val="565557"/>
                </a:solidFill>
                <a:latin typeface="Arial"/>
                <a:ea typeface="Arial"/>
                <a:cs typeface="Arial"/>
              </a:defRPr>
            </a:pPr>
            <a:r>
              <a:rPr sz="638" b="1" u="none">
                <a:solidFill>
                  <a:srgbClr val="565557"/>
                </a:solidFill>
                <a:latin typeface="Arial"/>
                <a:ea typeface="Arial"/>
                <a:cs typeface="Arial"/>
              </a:rPr>
              <a:t>WORKSHOP MAP</a:t>
            </a:r>
          </a:p>
        </p:txBody>
      </p:sp>
    </p:spTree>
    <p:extLst>
      <p:ext uri="{BB962C8B-B14F-4D97-AF65-F5344CB8AC3E}">
        <p14:creationId xmlns:p14="http://schemas.microsoft.com/office/powerpoint/2010/main" val="18394508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3EBA7D-B4B3-3797-8578-839899CDAF0F}"/>
              </a:ext>
            </a:extLst>
          </p:cNvPr>
          <p:cNvSpPr>
            <a:spLocks noGrp="1"/>
          </p:cNvSpPr>
          <p:nvPr>
            <p:ph type="title"/>
          </p:nvPr>
        </p:nvSpPr>
        <p:spPr>
          <a:xfrm>
            <a:off x="381000" y="361950"/>
            <a:ext cx="6762750" cy="552450"/>
          </a:xfrm>
        </p:spPr>
        <p:txBody>
          <a:bodyPr wrap="square" lIns="0" tIns="0" rIns="38100" bIns="0" anchor="t">
            <a:normAutofit/>
          </a:bodyPr>
          <a:lstStyle/>
          <a:p>
            <a:pPr algn="l">
              <a:buNone/>
              <a:defRPr sz="2250" b="1" u="none">
                <a:solidFill>
                  <a:srgbClr val="221F20"/>
                </a:solidFill>
                <a:latin typeface="Arial"/>
                <a:ea typeface="Arial"/>
                <a:cs typeface="Arial"/>
              </a:defRPr>
            </a:pPr>
            <a:r>
              <a:rPr sz="2250" b="1" u="none">
                <a:solidFill>
                  <a:srgbClr val="221F20"/>
                </a:solidFill>
                <a:latin typeface="Arial"/>
                <a:ea typeface="Arial"/>
                <a:cs typeface="Arial"/>
              </a:rPr>
              <a:t>CI/CD turns each change into evidence</a:t>
            </a:r>
          </a:p>
        </p:txBody>
      </p:sp>
      <p:sp>
        <p:nvSpPr>
          <p:cNvPr id="3" name="Content Placeholder 2">
            <a:extLst>
              <a:ext uri="{FF2B5EF4-FFF2-40B4-BE49-F238E27FC236}">
                <a16:creationId xmlns:a16="http://schemas.microsoft.com/office/drawing/2014/main" id="{D93EE42B-DB9D-4A87-960F-9EAB79C801BC}"/>
              </a:ext>
            </a:extLst>
          </p:cNvPr>
          <p:cNvSpPr>
            <a:spLocks noGrp="1"/>
          </p:cNvSpPr>
          <p:nvPr>
            <p:ph idx="1"/>
          </p:nvPr>
        </p:nvSpPr>
        <p:spPr>
          <a:xfrm>
            <a:off x="514350" y="1162050"/>
            <a:ext cx="7810500" cy="3238500"/>
          </a:xfrm>
        </p:spPr>
        <p:txBody>
          <a:bodyPr wrap="square" lIns="0" tIns="0" rIns="38100" bIns="0" anchor="t">
            <a:normAutofit/>
          </a:bodyPr>
          <a:lstStyle/>
          <a:p>
            <a:pPr marL="0" indent="0" algn="l">
              <a:spcBef>
                <a:spcPts val="0"/>
              </a:spcBef>
              <a:spcAft>
                <a:spcPts val="650"/>
              </a:spcAft>
              <a:buNone/>
              <a:defRPr sz="1425" b="0" u="none">
                <a:solidFill>
                  <a:srgbClr val="221F20"/>
                </a:solidFill>
                <a:latin typeface="Arial"/>
                <a:ea typeface="Arial"/>
                <a:cs typeface="Arial"/>
              </a:defRPr>
            </a:pPr>
            <a:r>
              <a:rPr sz="1425" b="0" u="none">
                <a:solidFill>
                  <a:srgbClr val="221F20"/>
                </a:solidFill>
                <a:latin typeface="Arial"/>
                <a:ea typeface="Arial"/>
                <a:cs typeface="Arial"/>
              </a:rPr>
              <a:t>Continuous integration asks: does this change still work with the rest of the code?</a:t>
            </a:r>
          </a:p>
          <a:p>
            <a:pPr marL="0" indent="0" algn="l">
              <a:spcBef>
                <a:spcPts val="0"/>
              </a:spcBef>
              <a:spcAft>
                <a:spcPts val="650"/>
              </a:spcAft>
              <a:buNone/>
              <a:defRPr sz="1425" b="0" u="none">
                <a:solidFill>
                  <a:srgbClr val="221F20"/>
                </a:solidFill>
                <a:latin typeface="Arial"/>
                <a:ea typeface="Arial"/>
                <a:cs typeface="Arial"/>
              </a:defRPr>
            </a:pPr>
            <a:r>
              <a:rPr sz="1425" b="0" u="none">
                <a:solidFill>
                  <a:srgbClr val="221F20"/>
                </a:solidFill>
                <a:latin typeface="Arial"/>
                <a:ea typeface="Arial"/>
                <a:cs typeface="Arial"/>
              </a:rPr>
              <a:t>Continuous delivery asks: is this change packaged and ready to release?</a:t>
            </a:r>
          </a:p>
          <a:p>
            <a:pPr marL="0" indent="0" algn="l">
              <a:spcBef>
                <a:spcPts val="0"/>
              </a:spcBef>
              <a:spcAft>
                <a:spcPts val="650"/>
              </a:spcAft>
              <a:buNone/>
              <a:defRPr sz="1425" b="0" u="none">
                <a:solidFill>
                  <a:srgbClr val="221F20"/>
                </a:solidFill>
                <a:latin typeface="Arial"/>
                <a:ea typeface="Arial"/>
                <a:cs typeface="Arial"/>
              </a:defRPr>
            </a:pPr>
            <a:r>
              <a:rPr sz="1425" b="0" u="none">
                <a:solidFill>
                  <a:srgbClr val="221F20"/>
                </a:solidFill>
                <a:latin typeface="Arial"/>
                <a:ea typeface="Arial"/>
                <a:cs typeface="Arial"/>
              </a:rPr>
              <a:t>Continuous deployment asks: can release happen automatically after all gates pass?</a:t>
            </a:r>
          </a:p>
          <a:p>
            <a:pPr marL="0" indent="0" algn="l">
              <a:spcBef>
                <a:spcPts val="0"/>
              </a:spcBef>
              <a:spcAft>
                <a:spcPts val="650"/>
              </a:spcAft>
              <a:buNone/>
              <a:defRPr sz="1425" b="0" u="none">
                <a:solidFill>
                  <a:srgbClr val="221F20"/>
                </a:solidFill>
                <a:latin typeface="Arial"/>
                <a:ea typeface="Arial"/>
                <a:cs typeface="Arial"/>
              </a:defRPr>
            </a:pPr>
            <a:r>
              <a:rPr sz="1425" b="0" u="none">
                <a:solidFill>
                  <a:srgbClr val="221F20"/>
                </a:solidFill>
                <a:latin typeface="Arial"/>
                <a:ea typeface="Arial"/>
                <a:cs typeface="Arial"/>
              </a:rPr>
              <a:t>DevOps connects build, operate, secure, and support work into one visible path.</a:t>
            </a:r>
          </a:p>
        </p:txBody>
      </p:sp>
    </p:spTree>
    <p:extLst>
      <p:ext uri="{BB962C8B-B14F-4D97-AF65-F5344CB8AC3E}">
        <p14:creationId xmlns:p14="http://schemas.microsoft.com/office/powerpoint/2010/main" val="34599081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7" name="Picture 4"/>
          <p:cNvPicPr>
            <a:picLocks noChangeAspect="1"/>
          </p:cNvPicPr>
          <p:nvPr/>
        </p:nvPicPr>
        <p:blipFill>
          <a:blip r:embed="rId3"/>
          <a:stretch>
            <a:fillRect/>
          </a:stretch>
        </p:blipFill>
        <p:spPr>
          <a:xfrm>
            <a:off x="5619750" y="1095375"/>
            <a:ext cx="2762250" cy="1381125"/>
          </a:xfrm>
          <a:prstGeom prst="rect">
            <a:avLst/>
          </a:prstGeom>
        </p:spPr>
      </p:pic>
      <p:sp>
        <p:nvSpPr>
          <p:cNvPr id="65" name="Google Shape;65;p15">
            <a:extLst>
              <a:ext uri="{FF2B5EF4-FFF2-40B4-BE49-F238E27FC236}">
                <a16:creationId xmlns:a16="http://schemas.microsoft.com/office/drawing/2014/main" id="{1329FCF0-DF57-4281-9CB9-9D5A69195C78}"/>
              </a:ext>
            </a:extLst>
          </p:cNvPr>
          <p:cNvSpPr>
            <a:spLocks noGrp="1"/>
          </p:cNvSpPr>
          <p:nvPr>
            <p:ph type="body" idx="1"/>
          </p:nvPr>
        </p:nvSpPr>
        <p:spPr>
          <a:xfrm>
            <a:off x="381000" y="400050"/>
            <a:ext cx="5375744" cy="3762375"/>
          </a:xfrm>
          <a:prstGeom prst="rect">
            <a:avLst/>
          </a:prstGeom>
        </p:spPr>
        <p:txBody>
          <a:bodyPr spcFirstLastPara="1" wrap="square" lIns="0" tIns="0" rIns="38100" bIns="0" anchor="t">
            <a:normAutofit/>
          </a:bodyPr>
          <a:lstStyle/>
          <a:p>
            <a:pPr marL="0" indent="0" algn="l">
              <a:spcBef>
                <a:spcPts val="0"/>
              </a:spcBef>
              <a:spcAft>
                <a:spcPts val="1000"/>
              </a:spcAft>
              <a:buNone/>
              <a:defRPr sz="1425" b="0" u="none">
                <a:solidFill>
                  <a:srgbClr val="221F20"/>
                </a:solidFill>
                <a:latin typeface="Arial"/>
                <a:ea typeface="Arial"/>
                <a:cs typeface="Arial"/>
              </a:defRPr>
            </a:pPr>
            <a:r>
              <a:rPr sz="2000" b="1" u="sng" dirty="0">
                <a:solidFill>
                  <a:srgbClr val="221F20"/>
                </a:solidFill>
                <a:latin typeface="Arial"/>
                <a:ea typeface="Arial"/>
                <a:cs typeface="Arial"/>
              </a:rPr>
              <a:t>CI/CD is three related practices</a:t>
            </a:r>
          </a:p>
          <a:p>
            <a:pPr marL="342900" indent="-342900" algn="l">
              <a:spcBef>
                <a:spcPts val="0"/>
              </a:spcBef>
              <a:spcAft>
                <a:spcPts val="650"/>
              </a:spcAft>
              <a:buFont typeface="+mj-lt"/>
              <a:buAutoNum type="arabicPeriod"/>
              <a:defRPr sz="1425" b="0" u="none">
                <a:solidFill>
                  <a:srgbClr val="221F20"/>
                </a:solidFill>
                <a:latin typeface="Arial"/>
                <a:ea typeface="Arial"/>
                <a:cs typeface="Arial"/>
              </a:defRPr>
            </a:pPr>
            <a:r>
              <a:rPr sz="1425" b="0" u="none" dirty="0">
                <a:solidFill>
                  <a:srgbClr val="221F20"/>
                </a:solidFill>
                <a:latin typeface="Arial"/>
                <a:ea typeface="Arial"/>
                <a:cs typeface="Arial"/>
              </a:rPr>
              <a:t>CI: merge small changes often and test automatically.</a:t>
            </a:r>
          </a:p>
          <a:p>
            <a:pPr marL="342900" indent="-342900" algn="l">
              <a:spcBef>
                <a:spcPts val="0"/>
              </a:spcBef>
              <a:spcAft>
                <a:spcPts val="650"/>
              </a:spcAft>
              <a:buFont typeface="+mj-lt"/>
              <a:buAutoNum type="arabicPeriod"/>
              <a:defRPr sz="1425" b="0" u="none">
                <a:solidFill>
                  <a:srgbClr val="221F20"/>
                </a:solidFill>
                <a:latin typeface="Arial"/>
                <a:ea typeface="Arial"/>
                <a:cs typeface="Arial"/>
              </a:defRPr>
            </a:pPr>
            <a:r>
              <a:rPr sz="1425" b="0" u="none" dirty="0">
                <a:solidFill>
                  <a:srgbClr val="221F20"/>
                </a:solidFill>
                <a:latin typeface="Arial"/>
                <a:ea typeface="Arial"/>
                <a:cs typeface="Arial"/>
              </a:rPr>
              <a:t>Continuous delivery: keep a release-ready artifact with a human production gate.</a:t>
            </a:r>
          </a:p>
          <a:p>
            <a:pPr marL="342900" indent="-342900" algn="l">
              <a:spcBef>
                <a:spcPts val="0"/>
              </a:spcBef>
              <a:spcAft>
                <a:spcPts val="650"/>
              </a:spcAft>
              <a:buFont typeface="+mj-lt"/>
              <a:buAutoNum type="arabicPeriod"/>
              <a:defRPr sz="1425" b="0" u="none">
                <a:solidFill>
                  <a:srgbClr val="221F20"/>
                </a:solidFill>
                <a:latin typeface="Arial"/>
                <a:ea typeface="Arial"/>
                <a:cs typeface="Arial"/>
              </a:defRPr>
            </a:pPr>
            <a:r>
              <a:rPr sz="1425" b="0" u="none" dirty="0">
                <a:solidFill>
                  <a:srgbClr val="221F20"/>
                </a:solidFill>
                <a:latin typeface="Arial"/>
                <a:ea typeface="Arial"/>
                <a:cs typeface="Arial"/>
              </a:rPr>
              <a:t>Continuous deployment: release automatically after every required gate passes.</a:t>
            </a:r>
          </a:p>
          <a:p>
            <a:pPr marL="0" indent="0" algn="l">
              <a:spcBef>
                <a:spcPts val="0"/>
              </a:spcBef>
              <a:spcAft>
                <a:spcPts val="650"/>
              </a:spcAft>
              <a:buNone/>
              <a:defRPr sz="1425" b="0" u="none">
                <a:solidFill>
                  <a:srgbClr val="221F20"/>
                </a:solidFill>
                <a:latin typeface="Arial"/>
                <a:ea typeface="Arial"/>
                <a:cs typeface="Arial"/>
              </a:defRPr>
            </a:pPr>
            <a:endParaRPr lang="en-US" sz="1425" b="0" u="none" dirty="0">
              <a:solidFill>
                <a:srgbClr val="221F20"/>
              </a:solidFill>
              <a:latin typeface="Arial"/>
              <a:ea typeface="Arial"/>
              <a:cs typeface="Arial"/>
            </a:endParaRPr>
          </a:p>
          <a:p>
            <a:pPr marL="0" indent="0" algn="l">
              <a:spcBef>
                <a:spcPts val="0"/>
              </a:spcBef>
              <a:spcAft>
                <a:spcPts val="650"/>
              </a:spcAft>
              <a:buNone/>
              <a:defRPr sz="1425" b="0" u="none">
                <a:solidFill>
                  <a:srgbClr val="221F20"/>
                </a:solidFill>
                <a:latin typeface="Arial"/>
                <a:ea typeface="Arial"/>
                <a:cs typeface="Arial"/>
              </a:defRPr>
            </a:pPr>
            <a:r>
              <a:rPr sz="1425" b="0" u="none" dirty="0">
                <a:solidFill>
                  <a:srgbClr val="221F20"/>
                </a:solidFill>
                <a:latin typeface="Arial"/>
                <a:ea typeface="Arial"/>
                <a:cs typeface="Arial"/>
              </a:rPr>
              <a:t>A team can adopt these in stages; automation grows with trust.</a:t>
            </a:r>
          </a:p>
        </p:txBody>
      </p:sp>
    </p:spTree>
    <p:extLst>
      <p:ext uri="{BB962C8B-B14F-4D97-AF65-F5344CB8AC3E}">
        <p14:creationId xmlns:p14="http://schemas.microsoft.com/office/powerpoint/2010/main" val="1585759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B7CDC2-0AFB-55FB-DF29-1C300D0E861F}"/>
              </a:ext>
            </a:extLst>
          </p:cNvPr>
          <p:cNvSpPr>
            <a:spLocks noGrp="1"/>
          </p:cNvSpPr>
          <p:nvPr>
            <p:ph type="title"/>
          </p:nvPr>
        </p:nvSpPr>
        <p:spPr>
          <a:xfrm>
            <a:off x="381000" y="361950"/>
            <a:ext cx="6762750" cy="552450"/>
          </a:xfrm>
        </p:spPr>
        <p:txBody>
          <a:bodyPr wrap="square" lIns="0" tIns="0" rIns="38100" bIns="0" anchor="t">
            <a:normAutofit/>
          </a:bodyPr>
          <a:lstStyle/>
          <a:p>
            <a:pPr algn="l">
              <a:buNone/>
              <a:defRPr sz="2250" b="1" u="none">
                <a:solidFill>
                  <a:srgbClr val="221F20"/>
                </a:solidFill>
                <a:latin typeface="Arial"/>
                <a:ea typeface="Arial"/>
                <a:cs typeface="Arial"/>
              </a:defRPr>
            </a:pPr>
            <a:r>
              <a:rPr sz="2250" b="1" u="none">
                <a:solidFill>
                  <a:srgbClr val="221F20"/>
                </a:solidFill>
                <a:latin typeface="Arial"/>
                <a:ea typeface="Arial"/>
                <a:cs typeface="Arial"/>
              </a:rPr>
              <a:t>DevOps is shared ownership of change</a:t>
            </a:r>
          </a:p>
        </p:txBody>
      </p:sp>
      <p:pic>
        <p:nvPicPr>
          <p:cNvPr id="8" name="Picture 3"/>
          <p:cNvPicPr>
            <a:picLocks noChangeAspect="1"/>
          </p:cNvPicPr>
          <p:nvPr/>
        </p:nvPicPr>
        <p:blipFill>
          <a:blip r:embed="rId3"/>
          <a:stretch>
            <a:fillRect/>
          </a:stretch>
        </p:blipFill>
        <p:spPr>
          <a:xfrm>
            <a:off x="542925" y="976830"/>
            <a:ext cx="8058150" cy="3552825"/>
          </a:xfrm>
          <a:prstGeom prst="rect">
            <a:avLst/>
          </a:prstGeom>
        </p:spPr>
      </p:pic>
    </p:spTree>
    <p:extLst>
      <p:ext uri="{BB962C8B-B14F-4D97-AF65-F5344CB8AC3E}">
        <p14:creationId xmlns:p14="http://schemas.microsoft.com/office/powerpoint/2010/main" val="2999711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3EBA7D-B4B3-3797-8578-839899CDAF0F}"/>
              </a:ext>
            </a:extLst>
          </p:cNvPr>
          <p:cNvSpPr>
            <a:spLocks noGrp="1"/>
          </p:cNvSpPr>
          <p:nvPr>
            <p:ph type="title"/>
          </p:nvPr>
        </p:nvSpPr>
        <p:spPr>
          <a:xfrm>
            <a:off x="381000" y="361950"/>
            <a:ext cx="6762750" cy="552450"/>
          </a:xfrm>
        </p:spPr>
        <p:txBody>
          <a:bodyPr wrap="square" lIns="0" tIns="0" rIns="38100" bIns="0" anchor="t">
            <a:normAutofit/>
          </a:bodyPr>
          <a:lstStyle/>
          <a:p>
            <a:pPr algn="l">
              <a:buNone/>
              <a:defRPr sz="2250" b="1" u="none">
                <a:solidFill>
                  <a:srgbClr val="221F20"/>
                </a:solidFill>
                <a:latin typeface="Arial"/>
                <a:ea typeface="Arial"/>
                <a:cs typeface="Arial"/>
              </a:defRPr>
            </a:pPr>
            <a:r>
              <a:rPr sz="2250" b="1" u="none">
                <a:solidFill>
                  <a:srgbClr val="221F20"/>
                </a:solidFill>
                <a:latin typeface="Arial"/>
                <a:ea typeface="Arial"/>
                <a:cs typeface="Arial"/>
              </a:rPr>
              <a:t>Automation changes the feedback loop</a:t>
            </a:r>
          </a:p>
        </p:txBody>
      </p:sp>
      <p:sp>
        <p:nvSpPr>
          <p:cNvPr id="3" name="Content Placeholder 2">
            <a:extLst>
              <a:ext uri="{FF2B5EF4-FFF2-40B4-BE49-F238E27FC236}">
                <a16:creationId xmlns:a16="http://schemas.microsoft.com/office/drawing/2014/main" id="{D93EE42B-DB9D-4A87-960F-9EAB79C801BC}"/>
              </a:ext>
            </a:extLst>
          </p:cNvPr>
          <p:cNvSpPr>
            <a:spLocks noGrp="1"/>
          </p:cNvSpPr>
          <p:nvPr>
            <p:ph idx="1"/>
          </p:nvPr>
        </p:nvSpPr>
        <p:spPr>
          <a:xfrm>
            <a:off x="514350" y="1162050"/>
            <a:ext cx="7810500" cy="3238500"/>
          </a:xfrm>
        </p:spPr>
        <p:txBody>
          <a:bodyPr wrap="square" lIns="0" tIns="0" rIns="38100" bIns="0" anchor="t">
            <a:normAutofit/>
          </a:bodyPr>
          <a:lstStyle/>
          <a:p>
            <a:pPr marL="0" indent="0" algn="l">
              <a:spcBef>
                <a:spcPts val="0"/>
              </a:spcBef>
              <a:spcAft>
                <a:spcPts val="650"/>
              </a:spcAft>
              <a:buNone/>
              <a:defRPr sz="1425" b="0" u="none">
                <a:solidFill>
                  <a:srgbClr val="221F20"/>
                </a:solidFill>
                <a:latin typeface="Arial"/>
                <a:ea typeface="Arial"/>
                <a:cs typeface="Arial"/>
              </a:defRPr>
            </a:pPr>
            <a:r>
              <a:rPr sz="1425" b="0" u="none">
                <a:solidFill>
                  <a:srgbClr val="221F20"/>
                </a:solidFill>
                <a:latin typeface="Arial"/>
                <a:ea typeface="Arial"/>
                <a:cs typeface="Arial"/>
              </a:rPr>
              <a:t>Fast feedback: problems appear while the change is still small.</a:t>
            </a:r>
          </a:p>
          <a:p>
            <a:pPr marL="0" indent="0" algn="l">
              <a:spcBef>
                <a:spcPts val="0"/>
              </a:spcBef>
              <a:spcAft>
                <a:spcPts val="650"/>
              </a:spcAft>
              <a:buNone/>
              <a:defRPr sz="1425" b="0" u="none">
                <a:solidFill>
                  <a:srgbClr val="221F20"/>
                </a:solidFill>
                <a:latin typeface="Arial"/>
                <a:ea typeface="Arial"/>
                <a:cs typeface="Arial"/>
              </a:defRPr>
            </a:pPr>
            <a:r>
              <a:rPr sz="1425" b="0" u="none">
                <a:solidFill>
                  <a:srgbClr val="221F20"/>
                </a:solidFill>
                <a:latin typeface="Arial"/>
                <a:ea typeface="Arial"/>
                <a:cs typeface="Arial"/>
              </a:rPr>
              <a:t>Consistency: every change runs through the same checks.</a:t>
            </a:r>
          </a:p>
          <a:p>
            <a:pPr marL="0" indent="0" algn="l">
              <a:spcBef>
                <a:spcPts val="0"/>
              </a:spcBef>
              <a:spcAft>
                <a:spcPts val="650"/>
              </a:spcAft>
              <a:buNone/>
              <a:defRPr sz="1425" b="0" u="none">
                <a:solidFill>
                  <a:srgbClr val="221F20"/>
                </a:solidFill>
                <a:latin typeface="Arial"/>
                <a:ea typeface="Arial"/>
                <a:cs typeface="Arial"/>
              </a:defRPr>
            </a:pPr>
            <a:r>
              <a:rPr sz="1425" b="0" u="none">
                <a:solidFill>
                  <a:srgbClr val="221F20"/>
                </a:solidFill>
                <a:latin typeface="Arial"/>
                <a:ea typeface="Arial"/>
                <a:cs typeface="Arial"/>
              </a:rPr>
              <a:t>Traceability: commits, runs, logs, artifacts, and approvals connect.</a:t>
            </a:r>
          </a:p>
          <a:p>
            <a:pPr marL="0" indent="0" algn="l">
              <a:spcBef>
                <a:spcPts val="0"/>
              </a:spcBef>
              <a:spcAft>
                <a:spcPts val="650"/>
              </a:spcAft>
              <a:buNone/>
              <a:defRPr sz="1425" b="0" u="none">
                <a:solidFill>
                  <a:srgbClr val="221F20"/>
                </a:solidFill>
                <a:latin typeface="Arial"/>
                <a:ea typeface="Arial"/>
                <a:cs typeface="Arial"/>
              </a:defRPr>
            </a:pPr>
            <a:r>
              <a:rPr sz="1425" b="0" u="none">
                <a:solidFill>
                  <a:srgbClr val="221F20"/>
                </a:solidFill>
                <a:latin typeface="Arial"/>
                <a:ea typeface="Arial"/>
                <a:cs typeface="Arial"/>
              </a:rPr>
              <a:t>Quality gates: tests and reviews happen before merge.</a:t>
            </a:r>
          </a:p>
          <a:p>
            <a:pPr marL="0" indent="0" algn="l">
              <a:spcBef>
                <a:spcPts val="0"/>
              </a:spcBef>
              <a:spcAft>
                <a:spcPts val="650"/>
              </a:spcAft>
              <a:buNone/>
              <a:defRPr sz="1425" b="0" u="none">
                <a:solidFill>
                  <a:srgbClr val="221F20"/>
                </a:solidFill>
                <a:latin typeface="Arial"/>
                <a:ea typeface="Arial"/>
                <a:cs typeface="Arial"/>
              </a:defRPr>
            </a:pPr>
            <a:r>
              <a:rPr sz="1425" b="0" u="none">
                <a:solidFill>
                  <a:srgbClr val="221F20"/>
                </a:solidFill>
                <a:latin typeface="Arial"/>
                <a:ea typeface="Arial"/>
                <a:cs typeface="Arial"/>
              </a:rPr>
              <a:t>Lower release stress: smaller changes are easier to reason about.</a:t>
            </a:r>
          </a:p>
        </p:txBody>
      </p:sp>
    </p:spTree>
    <p:extLst>
      <p:ext uri="{BB962C8B-B14F-4D97-AF65-F5344CB8AC3E}">
        <p14:creationId xmlns:p14="http://schemas.microsoft.com/office/powerpoint/2010/main" val="34599081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638265D-0575-AC88-F7A0-071259C3C8D2}"/>
              </a:ext>
            </a:extLst>
          </p:cNvPr>
          <p:cNvSpPr>
            <a:spLocks noGrp="1"/>
          </p:cNvSpPr>
          <p:nvPr>
            <p:ph type="sldNum" idx="4"/>
          </p:nvPr>
        </p:nvSpPr>
        <p:spPr/>
        <p:txBody>
          <a:bodyPr wrap="square" lIns="0" tIns="0" rIns="38100" bIns="0" anchor="t">
            <a:normAutofit/>
          </a:bodyPr>
          <a:lstStyle/>
          <a:p>
            <a:pPr algn="r">
              <a:defRPr sz="750" b="0" u="none">
                <a:solidFill>
                  <a:srgbClr val="565557"/>
                </a:solidFill>
                <a:latin typeface="Arial"/>
                <a:ea typeface="Arial"/>
                <a:cs typeface="Arial"/>
              </a:defRPr>
            </a:pPr>
            <a:fld id="{BA58DA2A-B818-18A9-29C1-B697728D5BCE}" type="slidenum">
              <a:rPr sz="750" b="0" u="none">
                <a:solidFill>
                  <a:srgbClr val="565557"/>
                </a:solidFill>
                <a:latin typeface="Arial"/>
                <a:ea typeface="Arial"/>
                <a:cs typeface="Arial"/>
              </a:rPr>
              <a:t>8</a:t>
            </a:fld>
            <a:endParaRPr sz="750" b="0" u="none">
              <a:solidFill>
                <a:srgbClr val="565557"/>
              </a:solidFill>
              <a:latin typeface="Arial"/>
              <a:ea typeface="Arial"/>
              <a:cs typeface="Arial"/>
            </a:endParaRPr>
          </a:p>
        </p:txBody>
      </p:sp>
      <p:sp>
        <p:nvSpPr>
          <p:cNvPr id="3" name="Title 2">
            <a:extLst>
              <a:ext uri="{FF2B5EF4-FFF2-40B4-BE49-F238E27FC236}">
                <a16:creationId xmlns:a16="http://schemas.microsoft.com/office/drawing/2014/main" id="{4296F6CA-B942-A6FD-6B04-8BA82FB5C406}"/>
              </a:ext>
            </a:extLst>
          </p:cNvPr>
          <p:cNvSpPr>
            <a:spLocks noGrp="1"/>
          </p:cNvSpPr>
          <p:nvPr>
            <p:ph type="title"/>
          </p:nvPr>
        </p:nvSpPr>
        <p:spPr>
          <a:xfrm>
            <a:off x="552450" y="1066800"/>
            <a:ext cx="7620000" cy="3276600"/>
          </a:xfrm>
        </p:spPr>
        <p:txBody>
          <a:bodyPr wrap="square" lIns="0" tIns="0" rIns="38100" bIns="0" anchor="t">
            <a:normAutofit/>
          </a:bodyPr>
          <a:lstStyle/>
          <a:p>
            <a:pPr marL="0" indent="0" algn="l">
              <a:spcBef>
                <a:spcPts val="0"/>
              </a:spcBef>
              <a:spcAft>
                <a:spcPts val="650"/>
              </a:spcAft>
              <a:buNone/>
              <a:defRPr sz="1425" b="0" u="none">
                <a:solidFill>
                  <a:srgbClr val="221F20"/>
                </a:solidFill>
                <a:latin typeface="Arial"/>
                <a:ea typeface="Arial"/>
                <a:cs typeface="Arial"/>
              </a:defRPr>
            </a:pPr>
            <a:r>
              <a:rPr sz="1425" b="0" u="none">
                <a:solidFill>
                  <a:srgbClr val="221F20"/>
                </a:solidFill>
                <a:latin typeface="Arial"/>
                <a:ea typeface="Arial"/>
                <a:cs typeface="Arial"/>
              </a:rPr>
              <a:t>1. Write code on a branch</a:t>
            </a:r>
          </a:p>
          <a:p>
            <a:pPr marL="0" indent="0" algn="l">
              <a:spcBef>
                <a:spcPts val="0"/>
              </a:spcBef>
              <a:spcAft>
                <a:spcPts val="650"/>
              </a:spcAft>
              <a:buNone/>
              <a:defRPr sz="1425" b="0" u="none">
                <a:solidFill>
                  <a:srgbClr val="221F20"/>
                </a:solidFill>
                <a:latin typeface="Arial"/>
                <a:ea typeface="Arial"/>
                <a:cs typeface="Arial"/>
              </a:defRPr>
            </a:pPr>
            <a:r>
              <a:rPr sz="1425" b="0" u="none">
                <a:solidFill>
                  <a:srgbClr val="221F20"/>
                </a:solidFill>
                <a:latin typeface="Arial"/>
                <a:ea typeface="Arial"/>
                <a:cs typeface="Arial"/>
              </a:rPr>
              <a:t>2. Commit and push</a:t>
            </a:r>
          </a:p>
          <a:p>
            <a:pPr marL="0" indent="0" algn="l">
              <a:spcBef>
                <a:spcPts val="0"/>
              </a:spcBef>
              <a:spcAft>
                <a:spcPts val="650"/>
              </a:spcAft>
              <a:buNone/>
              <a:defRPr sz="1425" b="0" u="none">
                <a:solidFill>
                  <a:srgbClr val="221F20"/>
                </a:solidFill>
                <a:latin typeface="Arial"/>
                <a:ea typeface="Arial"/>
                <a:cs typeface="Arial"/>
              </a:defRPr>
            </a:pPr>
            <a:r>
              <a:rPr sz="1425" b="0" u="none">
                <a:solidFill>
                  <a:srgbClr val="221F20"/>
                </a:solidFill>
                <a:latin typeface="Arial"/>
                <a:ea typeface="Arial"/>
                <a:cs typeface="Arial"/>
              </a:rPr>
              <a:t>3. Open a pull request</a:t>
            </a:r>
          </a:p>
          <a:p>
            <a:pPr marL="0" indent="0" algn="l">
              <a:spcBef>
                <a:spcPts val="0"/>
              </a:spcBef>
              <a:spcAft>
                <a:spcPts val="650"/>
              </a:spcAft>
              <a:buNone/>
              <a:defRPr sz="1425" b="0" u="none">
                <a:solidFill>
                  <a:srgbClr val="221F20"/>
                </a:solidFill>
                <a:latin typeface="Arial"/>
                <a:ea typeface="Arial"/>
                <a:cs typeface="Arial"/>
              </a:defRPr>
            </a:pPr>
            <a:r>
              <a:rPr sz="1425" b="0" u="none">
                <a:solidFill>
                  <a:srgbClr val="221F20"/>
                </a:solidFill>
                <a:latin typeface="Arial"/>
                <a:ea typeface="Arial"/>
                <a:cs typeface="Arial"/>
              </a:rPr>
              <a:t>4. GitHub Actions starts from the repository event</a:t>
            </a:r>
          </a:p>
          <a:p>
            <a:pPr marL="0" indent="0" algn="l">
              <a:spcBef>
                <a:spcPts val="0"/>
              </a:spcBef>
              <a:spcAft>
                <a:spcPts val="650"/>
              </a:spcAft>
              <a:buNone/>
              <a:defRPr sz="1425" b="0" u="none">
                <a:solidFill>
                  <a:srgbClr val="221F20"/>
                </a:solidFill>
                <a:latin typeface="Arial"/>
                <a:ea typeface="Arial"/>
                <a:cs typeface="Arial"/>
              </a:defRPr>
            </a:pPr>
            <a:r>
              <a:rPr sz="1425" b="0" u="none">
                <a:solidFill>
                  <a:srgbClr val="221F20"/>
                </a:solidFill>
                <a:latin typeface="Arial"/>
                <a:ea typeface="Arial"/>
                <a:cs typeface="Arial"/>
              </a:rPr>
              <a:t>5. Runner checks out code and installs dependencies</a:t>
            </a:r>
          </a:p>
          <a:p>
            <a:pPr marL="0" indent="0" algn="l">
              <a:spcBef>
                <a:spcPts val="0"/>
              </a:spcBef>
              <a:spcAft>
                <a:spcPts val="650"/>
              </a:spcAft>
              <a:buNone/>
              <a:defRPr sz="1425" b="0" u="none">
                <a:solidFill>
                  <a:srgbClr val="221F20"/>
                </a:solidFill>
                <a:latin typeface="Arial"/>
                <a:ea typeface="Arial"/>
                <a:cs typeface="Arial"/>
              </a:defRPr>
            </a:pPr>
            <a:r>
              <a:rPr sz="1425" b="0" u="none">
                <a:solidFill>
                  <a:srgbClr val="221F20"/>
                </a:solidFill>
                <a:latin typeface="Arial"/>
                <a:ea typeface="Arial"/>
                <a:cs typeface="Arial"/>
              </a:rPr>
              <a:t>6. Build, test, lint, and package</a:t>
            </a:r>
          </a:p>
          <a:p>
            <a:pPr marL="0" indent="0" algn="l">
              <a:spcBef>
                <a:spcPts val="0"/>
              </a:spcBef>
              <a:spcAft>
                <a:spcPts val="650"/>
              </a:spcAft>
              <a:buNone/>
              <a:defRPr sz="1425" b="0" u="none">
                <a:solidFill>
                  <a:srgbClr val="221F20"/>
                </a:solidFill>
                <a:latin typeface="Arial"/>
                <a:ea typeface="Arial"/>
                <a:cs typeface="Arial"/>
              </a:defRPr>
            </a:pPr>
            <a:r>
              <a:rPr sz="1425" b="0" u="none">
                <a:solidFill>
                  <a:srgbClr val="221F20"/>
                </a:solidFill>
                <a:latin typeface="Arial"/>
                <a:ea typeface="Arial"/>
                <a:cs typeface="Arial"/>
              </a:rPr>
              <a:t>7. Required checks and review gate the merge</a:t>
            </a:r>
          </a:p>
          <a:p>
            <a:pPr marL="0" indent="0" algn="l">
              <a:spcBef>
                <a:spcPts val="0"/>
              </a:spcBef>
              <a:spcAft>
                <a:spcPts val="650"/>
              </a:spcAft>
              <a:buNone/>
              <a:defRPr sz="1425" b="0" u="none">
                <a:solidFill>
                  <a:srgbClr val="221F20"/>
                </a:solidFill>
                <a:latin typeface="Arial"/>
                <a:ea typeface="Arial"/>
                <a:cs typeface="Arial"/>
              </a:defRPr>
            </a:pPr>
            <a:r>
              <a:rPr sz="1425" b="0" u="none">
                <a:solidFill>
                  <a:srgbClr val="221F20"/>
                </a:solidFill>
                <a:latin typeface="Arial"/>
                <a:ea typeface="Arial"/>
                <a:cs typeface="Arial"/>
              </a:rPr>
              <a:t>8. Deploy, verify, monitor, and recover when needed</a:t>
            </a:r>
          </a:p>
        </p:txBody>
      </p:sp>
      <p:sp>
        <p:nvSpPr>
          <p:cNvPr id="5" name="TextBox 4">
            <a:extLst>
              <a:ext uri="{FF2B5EF4-FFF2-40B4-BE49-F238E27FC236}">
                <a16:creationId xmlns:a16="http://schemas.microsoft.com/office/drawing/2014/main" id="{A349746C-5D77-92FA-635F-8868BAC599A5}"/>
              </a:ext>
            </a:extLst>
          </p:cNvPr>
          <p:cNvSpPr>
            <a:spLocks noGrp="1"/>
          </p:cNvSpPr>
          <p:nvPr/>
        </p:nvSpPr>
        <p:spPr>
          <a:xfrm>
            <a:off x="381000" y="361950"/>
            <a:ext cx="6762750" cy="708660"/>
          </a:xfrm>
          <a:prstGeom prst="rect">
            <a:avLst/>
          </a:prstGeom>
          <a:noFill/>
        </p:spPr>
        <p:txBody>
          <a:bodyPr wrap="square" lIns="0" tIns="0" rIns="38100" bIns="0" anchor="t">
            <a:normAutofit/>
          </a:bodyPr>
          <a:lstStyle/>
          <a:p>
            <a:pPr algn="l">
              <a:buNone/>
              <a:defRPr sz="2025" b="1" u="none">
                <a:solidFill>
                  <a:srgbClr val="221F20"/>
                </a:solidFill>
                <a:latin typeface="Arial"/>
                <a:ea typeface="Arial"/>
                <a:cs typeface="Arial"/>
              </a:defRPr>
            </a:pPr>
            <a:r>
              <a:rPr sz="2025" b="1" u="none">
                <a:solidFill>
                  <a:srgbClr val="221F20"/>
                </a:solidFill>
                <a:latin typeface="Arial"/>
                <a:ea typeface="Arial"/>
                <a:cs typeface="Arial"/>
              </a:rPr>
              <a:t>A pipeline is a repeatable path from change to release</a:t>
            </a:r>
          </a:p>
        </p:txBody>
      </p:sp>
    </p:spTree>
    <p:extLst>
      <p:ext uri="{BB962C8B-B14F-4D97-AF65-F5344CB8AC3E}">
        <p14:creationId xmlns:p14="http://schemas.microsoft.com/office/powerpoint/2010/main" val="13975591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3EBA7D-B4B3-3797-8578-839899CDAF0F}"/>
              </a:ext>
            </a:extLst>
          </p:cNvPr>
          <p:cNvSpPr>
            <a:spLocks noGrp="1"/>
          </p:cNvSpPr>
          <p:nvPr>
            <p:ph type="title"/>
          </p:nvPr>
        </p:nvSpPr>
        <p:spPr>
          <a:xfrm>
            <a:off x="381000" y="361950"/>
            <a:ext cx="6762750" cy="552450"/>
          </a:xfrm>
        </p:spPr>
        <p:txBody>
          <a:bodyPr wrap="square" lIns="0" tIns="0" rIns="38100" bIns="0" anchor="t">
            <a:normAutofit/>
          </a:bodyPr>
          <a:lstStyle/>
          <a:p>
            <a:pPr algn="l">
              <a:buNone/>
              <a:defRPr sz="2250" b="1" u="none">
                <a:solidFill>
                  <a:srgbClr val="221F20"/>
                </a:solidFill>
                <a:latin typeface="Arial"/>
                <a:ea typeface="Arial"/>
                <a:cs typeface="Arial"/>
              </a:defRPr>
            </a:pPr>
            <a:r>
              <a:rPr sz="2250" b="1" u="none">
                <a:solidFill>
                  <a:srgbClr val="221F20"/>
                </a:solidFill>
                <a:latin typeface="Arial"/>
                <a:ea typeface="Arial"/>
                <a:cs typeface="Arial"/>
              </a:rPr>
              <a:t>GitHub Actions has five core parts</a:t>
            </a:r>
          </a:p>
        </p:txBody>
      </p:sp>
      <p:sp>
        <p:nvSpPr>
          <p:cNvPr id="3" name="Content Placeholder 2">
            <a:extLst>
              <a:ext uri="{FF2B5EF4-FFF2-40B4-BE49-F238E27FC236}">
                <a16:creationId xmlns:a16="http://schemas.microsoft.com/office/drawing/2014/main" id="{D93EE42B-DB9D-4A87-960F-9EAB79C801BC}"/>
              </a:ext>
            </a:extLst>
          </p:cNvPr>
          <p:cNvSpPr>
            <a:spLocks noGrp="1"/>
          </p:cNvSpPr>
          <p:nvPr>
            <p:ph idx="1"/>
          </p:nvPr>
        </p:nvSpPr>
        <p:spPr>
          <a:xfrm>
            <a:off x="514350" y="1162050"/>
            <a:ext cx="7810500" cy="3238500"/>
          </a:xfrm>
        </p:spPr>
        <p:txBody>
          <a:bodyPr wrap="square" lIns="0" tIns="0" rIns="38100" bIns="0" anchor="t">
            <a:normAutofit/>
          </a:bodyPr>
          <a:lstStyle/>
          <a:p>
            <a:pPr marL="0" indent="0" algn="l">
              <a:spcBef>
                <a:spcPts val="0"/>
              </a:spcBef>
              <a:spcAft>
                <a:spcPts val="650"/>
              </a:spcAft>
              <a:buNone/>
              <a:defRPr sz="1500" b="0" u="none">
                <a:solidFill>
                  <a:srgbClr val="221F20"/>
                </a:solidFill>
                <a:latin typeface="Arial"/>
                <a:ea typeface="Arial"/>
                <a:cs typeface="Arial"/>
              </a:defRPr>
            </a:pPr>
            <a:r>
              <a:rPr sz="1500" b="0" u="none">
                <a:solidFill>
                  <a:srgbClr val="221F20"/>
                </a:solidFill>
                <a:latin typeface="Arial"/>
                <a:ea typeface="Arial"/>
                <a:cs typeface="Arial"/>
              </a:rPr>
              <a:t>Event: something happens in the repository.</a:t>
            </a:r>
          </a:p>
          <a:p>
            <a:pPr marL="0" indent="0" algn="l">
              <a:spcBef>
                <a:spcPts val="0"/>
              </a:spcBef>
              <a:spcAft>
                <a:spcPts val="650"/>
              </a:spcAft>
              <a:buNone/>
              <a:defRPr sz="1500" b="0" u="none">
                <a:solidFill>
                  <a:srgbClr val="221F20"/>
                </a:solidFill>
                <a:latin typeface="Arial"/>
                <a:ea typeface="Arial"/>
                <a:cs typeface="Arial"/>
              </a:defRPr>
            </a:pPr>
            <a:r>
              <a:rPr sz="1500" b="0" u="none">
                <a:solidFill>
                  <a:srgbClr val="221F20"/>
                </a:solidFill>
                <a:latin typeface="Arial"/>
                <a:ea typeface="Arial"/>
                <a:cs typeface="Arial"/>
              </a:rPr>
              <a:t>Workflow: the YAML automation file that responds.</a:t>
            </a:r>
          </a:p>
          <a:p>
            <a:pPr marL="0" indent="0" algn="l">
              <a:spcBef>
                <a:spcPts val="0"/>
              </a:spcBef>
              <a:spcAft>
                <a:spcPts val="650"/>
              </a:spcAft>
              <a:buNone/>
              <a:defRPr sz="1500" b="0" u="none">
                <a:solidFill>
                  <a:srgbClr val="221F20"/>
                </a:solidFill>
                <a:latin typeface="Arial"/>
                <a:ea typeface="Arial"/>
                <a:cs typeface="Arial"/>
              </a:defRPr>
            </a:pPr>
            <a:r>
              <a:rPr sz="1500" b="0" u="none">
                <a:solidFill>
                  <a:srgbClr val="221F20"/>
                </a:solidFill>
                <a:latin typeface="Arial"/>
                <a:ea typeface="Arial"/>
                <a:cs typeface="Arial"/>
              </a:rPr>
              <a:t>Job: a unit of work that runs on a runner.</a:t>
            </a:r>
          </a:p>
          <a:p>
            <a:pPr marL="0" indent="0" algn="l">
              <a:spcBef>
                <a:spcPts val="0"/>
              </a:spcBef>
              <a:spcAft>
                <a:spcPts val="650"/>
              </a:spcAft>
              <a:buNone/>
              <a:defRPr sz="1500" b="0" u="none">
                <a:solidFill>
                  <a:srgbClr val="221F20"/>
                </a:solidFill>
                <a:latin typeface="Arial"/>
                <a:ea typeface="Arial"/>
                <a:cs typeface="Arial"/>
              </a:defRPr>
            </a:pPr>
            <a:r>
              <a:rPr sz="1500" b="0" u="none">
                <a:solidFill>
                  <a:srgbClr val="221F20"/>
                </a:solidFill>
                <a:latin typeface="Arial"/>
                <a:ea typeface="Arial"/>
                <a:cs typeface="Arial"/>
              </a:rPr>
              <a:t>Step: one reusable action or shell command.</a:t>
            </a:r>
          </a:p>
          <a:p>
            <a:pPr marL="0" indent="0" algn="l">
              <a:spcBef>
                <a:spcPts val="0"/>
              </a:spcBef>
              <a:spcAft>
                <a:spcPts val="650"/>
              </a:spcAft>
              <a:buNone/>
              <a:defRPr sz="1500" b="0" u="none">
                <a:solidFill>
                  <a:srgbClr val="221F20"/>
                </a:solidFill>
                <a:latin typeface="Arial"/>
                <a:ea typeface="Arial"/>
                <a:cs typeface="Arial"/>
              </a:defRPr>
            </a:pPr>
            <a:r>
              <a:rPr sz="1500" b="0" u="none">
                <a:solidFill>
                  <a:srgbClr val="221F20"/>
                </a:solidFill>
                <a:latin typeface="Arial"/>
                <a:ea typeface="Arial"/>
                <a:cs typeface="Arial"/>
              </a:rPr>
              <a:t>Runner: the machine that executes the job.</a:t>
            </a:r>
          </a:p>
          <a:p>
            <a:pPr marL="0" indent="0" algn="l">
              <a:spcBef>
                <a:spcPts val="0"/>
              </a:spcBef>
              <a:spcAft>
                <a:spcPts val="650"/>
              </a:spcAft>
              <a:buNone/>
              <a:defRPr sz="1500" b="0" u="none">
                <a:solidFill>
                  <a:srgbClr val="221F20"/>
                </a:solidFill>
                <a:latin typeface="Arial"/>
                <a:ea typeface="Arial"/>
                <a:cs typeface="Arial"/>
              </a:defRPr>
            </a:pPr>
            <a:r>
              <a:rPr sz="1500" b="0" u="none">
                <a:solidFill>
                  <a:srgbClr val="221F20"/>
                </a:solidFill>
                <a:latin typeface="Arial"/>
                <a:ea typeface="Arial"/>
                <a:cs typeface="Arial"/>
              </a:rPr>
              <a:t>Artifact: a saved output from the run.</a:t>
            </a:r>
          </a:p>
        </p:txBody>
      </p:sp>
    </p:spTree>
    <p:extLst>
      <p:ext uri="{BB962C8B-B14F-4D97-AF65-F5344CB8AC3E}">
        <p14:creationId xmlns:p14="http://schemas.microsoft.com/office/powerpoint/2010/main" val="34599081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3EBA7D-B4B3-3797-8578-839899CDAF0F}"/>
              </a:ext>
            </a:extLst>
          </p:cNvPr>
          <p:cNvSpPr>
            <a:spLocks noGrp="1"/>
          </p:cNvSpPr>
          <p:nvPr>
            <p:ph type="title"/>
          </p:nvPr>
        </p:nvSpPr>
        <p:spPr>
          <a:xfrm>
            <a:off x="381000" y="361950"/>
            <a:ext cx="6762750" cy="552450"/>
          </a:xfrm>
        </p:spPr>
        <p:txBody>
          <a:bodyPr wrap="square" lIns="0" tIns="0" rIns="38100" bIns="0" anchor="t">
            <a:normAutofit/>
          </a:bodyPr>
          <a:lstStyle/>
          <a:p>
            <a:pPr algn="l">
              <a:buNone/>
              <a:defRPr sz="2250" b="1" u="none">
                <a:solidFill>
                  <a:srgbClr val="221F20"/>
                </a:solidFill>
                <a:latin typeface="Arial"/>
                <a:ea typeface="Arial"/>
                <a:cs typeface="Arial"/>
              </a:defRPr>
            </a:pPr>
            <a:r>
              <a:rPr sz="2250" b="1" u="none">
                <a:solidFill>
                  <a:srgbClr val="221F20"/>
                </a:solidFill>
                <a:latin typeface="Arial"/>
                <a:ea typeface="Arial"/>
                <a:cs typeface="Arial"/>
              </a:rPr>
              <a:t>YAML is the pipeline's map</a:t>
            </a:r>
          </a:p>
        </p:txBody>
      </p:sp>
      <p:sp>
        <p:nvSpPr>
          <p:cNvPr id="3" name="Content Placeholder 2">
            <a:extLst>
              <a:ext uri="{FF2B5EF4-FFF2-40B4-BE49-F238E27FC236}">
                <a16:creationId xmlns:a16="http://schemas.microsoft.com/office/drawing/2014/main" id="{D93EE42B-DB9D-4A87-960F-9EAB79C801BC}"/>
              </a:ext>
            </a:extLst>
          </p:cNvPr>
          <p:cNvSpPr>
            <a:spLocks noGrp="1"/>
          </p:cNvSpPr>
          <p:nvPr>
            <p:ph idx="1"/>
          </p:nvPr>
        </p:nvSpPr>
        <p:spPr>
          <a:xfrm>
            <a:off x="514350" y="1162050"/>
            <a:ext cx="7810500" cy="3238500"/>
          </a:xfrm>
        </p:spPr>
        <p:txBody>
          <a:bodyPr wrap="square" lIns="0" tIns="0" rIns="38100" bIns="0" anchor="t">
            <a:normAutofit/>
          </a:bodyPr>
          <a:lstStyle/>
          <a:p>
            <a:pPr marL="0" indent="0" algn="l">
              <a:spcBef>
                <a:spcPts val="0"/>
              </a:spcBef>
              <a:spcAft>
                <a:spcPts val="650"/>
              </a:spcAft>
              <a:buNone/>
              <a:defRPr sz="1350" b="0" u="none">
                <a:solidFill>
                  <a:srgbClr val="221F20"/>
                </a:solidFill>
                <a:latin typeface="Arial"/>
                <a:ea typeface="Arial"/>
                <a:cs typeface="Arial"/>
              </a:defRPr>
            </a:pPr>
            <a:r>
              <a:rPr sz="1350" b="0" u="none">
                <a:solidFill>
                  <a:srgbClr val="221F20"/>
                </a:solidFill>
                <a:latin typeface="Arial"/>
                <a:ea typeface="Arial"/>
                <a:cs typeface="Arial"/>
              </a:rPr>
              <a:t>name: human-readable workflow label</a:t>
            </a:r>
          </a:p>
          <a:p>
            <a:pPr marL="0" indent="0" algn="l">
              <a:spcBef>
                <a:spcPts val="0"/>
              </a:spcBef>
              <a:spcAft>
                <a:spcPts val="650"/>
              </a:spcAft>
              <a:buNone/>
              <a:defRPr sz="1350" b="0" u="none">
                <a:solidFill>
                  <a:srgbClr val="221F20"/>
                </a:solidFill>
                <a:latin typeface="Arial"/>
                <a:ea typeface="Arial"/>
                <a:cs typeface="Arial"/>
              </a:defRPr>
            </a:pPr>
            <a:r>
              <a:rPr sz="1350" b="0" u="none">
                <a:solidFill>
                  <a:srgbClr val="221F20"/>
                </a:solidFill>
                <a:latin typeface="Arial"/>
                <a:ea typeface="Arial"/>
                <a:cs typeface="Arial"/>
              </a:rPr>
              <a:t>on: event that starts the workflow</a:t>
            </a:r>
          </a:p>
          <a:p>
            <a:pPr marL="0" indent="0" algn="l">
              <a:spcBef>
                <a:spcPts val="0"/>
              </a:spcBef>
              <a:spcAft>
                <a:spcPts val="650"/>
              </a:spcAft>
              <a:buNone/>
              <a:defRPr sz="1350" b="0" u="none">
                <a:solidFill>
                  <a:srgbClr val="221F20"/>
                </a:solidFill>
                <a:latin typeface="Arial"/>
                <a:ea typeface="Arial"/>
                <a:cs typeface="Arial"/>
              </a:defRPr>
            </a:pPr>
            <a:r>
              <a:rPr sz="1350" b="0" u="none">
                <a:solidFill>
                  <a:srgbClr val="221F20"/>
                </a:solidFill>
                <a:latin typeface="Arial"/>
                <a:ea typeface="Arial"/>
                <a:cs typeface="Arial"/>
              </a:rPr>
              <a:t>jobs: one or more units of work</a:t>
            </a:r>
          </a:p>
          <a:p>
            <a:pPr marL="0" indent="0" algn="l">
              <a:spcBef>
                <a:spcPts val="0"/>
              </a:spcBef>
              <a:spcAft>
                <a:spcPts val="650"/>
              </a:spcAft>
              <a:buNone/>
              <a:defRPr sz="1350" b="0" u="none">
                <a:solidFill>
                  <a:srgbClr val="221F20"/>
                </a:solidFill>
                <a:latin typeface="Arial"/>
                <a:ea typeface="Arial"/>
                <a:cs typeface="Arial"/>
              </a:defRPr>
            </a:pPr>
            <a:r>
              <a:rPr sz="1350" b="0" u="none">
                <a:solidFill>
                  <a:srgbClr val="221F20"/>
                </a:solidFill>
                <a:latin typeface="Arial"/>
                <a:ea typeface="Arial"/>
                <a:cs typeface="Arial"/>
              </a:rPr>
              <a:t>runs-on: runner operating system</a:t>
            </a:r>
          </a:p>
          <a:p>
            <a:pPr marL="0" indent="0" algn="l">
              <a:spcBef>
                <a:spcPts val="0"/>
              </a:spcBef>
              <a:spcAft>
                <a:spcPts val="650"/>
              </a:spcAft>
              <a:buNone/>
              <a:defRPr sz="1350" b="0" u="none">
                <a:solidFill>
                  <a:srgbClr val="221F20"/>
                </a:solidFill>
                <a:latin typeface="Arial"/>
                <a:ea typeface="Arial"/>
                <a:cs typeface="Arial"/>
              </a:defRPr>
            </a:pPr>
            <a:r>
              <a:rPr sz="1350" b="0" u="none">
                <a:solidFill>
                  <a:srgbClr val="221F20"/>
                </a:solidFill>
                <a:latin typeface="Arial"/>
                <a:ea typeface="Arial"/>
                <a:cs typeface="Arial"/>
              </a:rPr>
              <a:t>steps: ordered actions and commands</a:t>
            </a:r>
          </a:p>
          <a:p>
            <a:pPr marL="0" indent="0" algn="l">
              <a:spcBef>
                <a:spcPts val="0"/>
              </a:spcBef>
              <a:spcAft>
                <a:spcPts val="650"/>
              </a:spcAft>
              <a:buNone/>
              <a:defRPr sz="1350" b="0" u="none">
                <a:solidFill>
                  <a:srgbClr val="221F20"/>
                </a:solidFill>
                <a:latin typeface="Arial"/>
                <a:ea typeface="Arial"/>
                <a:cs typeface="Arial"/>
              </a:defRPr>
            </a:pPr>
            <a:r>
              <a:rPr sz="1350" b="0" u="none">
                <a:solidFill>
                  <a:srgbClr val="221F20"/>
                </a:solidFill>
                <a:latin typeface="Arial"/>
                <a:ea typeface="Arial"/>
                <a:cs typeface="Arial"/>
              </a:rPr>
              <a:t>uses: call a reusable action</a:t>
            </a:r>
          </a:p>
          <a:p>
            <a:pPr marL="0" indent="0" algn="l">
              <a:spcBef>
                <a:spcPts val="0"/>
              </a:spcBef>
              <a:spcAft>
                <a:spcPts val="650"/>
              </a:spcAft>
              <a:buNone/>
              <a:defRPr sz="1350" b="0" u="none">
                <a:solidFill>
                  <a:srgbClr val="221F20"/>
                </a:solidFill>
                <a:latin typeface="Arial"/>
                <a:ea typeface="Arial"/>
                <a:cs typeface="Arial"/>
              </a:defRPr>
            </a:pPr>
            <a:r>
              <a:rPr sz="1350" b="0" u="none">
                <a:solidFill>
                  <a:srgbClr val="221F20"/>
                </a:solidFill>
                <a:latin typeface="Arial"/>
                <a:ea typeface="Arial"/>
                <a:cs typeface="Arial"/>
              </a:rPr>
              <a:t>run: execute a shell command</a:t>
            </a:r>
          </a:p>
          <a:p>
            <a:pPr marL="0" indent="0">
              <a:spcBef>
                <a:spcPts val="0"/>
              </a:spcBef>
              <a:spcAft>
                <a:spcPts val="650"/>
              </a:spcAft>
              <a:buNone/>
            </a:pPr>
            <a:endParaRPr sz="1350" b="0" u="none">
              <a:solidFill>
                <a:srgbClr val="221F20"/>
              </a:solidFill>
              <a:latin typeface="Arial"/>
              <a:ea typeface="Arial"/>
              <a:cs typeface="Arial"/>
            </a:endParaRPr>
          </a:p>
          <a:p>
            <a:pPr marL="0" indent="0" algn="l">
              <a:spcBef>
                <a:spcPts val="0"/>
              </a:spcBef>
              <a:spcAft>
                <a:spcPts val="650"/>
              </a:spcAft>
              <a:buNone/>
              <a:defRPr sz="1350" b="0" u="none">
                <a:solidFill>
                  <a:srgbClr val="221F20"/>
                </a:solidFill>
                <a:latin typeface="Arial"/>
                <a:ea typeface="Arial"/>
                <a:cs typeface="Arial"/>
              </a:defRPr>
            </a:pPr>
            <a:r>
              <a:rPr sz="1350" b="0" u="none">
                <a:solidFill>
                  <a:srgbClr val="221F20"/>
                </a:solidFill>
                <a:latin typeface="Arial"/>
                <a:ea typeface="Arial"/>
                <a:cs typeface="Arial"/>
              </a:rPr>
              <a:t>Example path: pull_request -&gt; test job -&gt; checkout -&gt; setup -&gt; test command</a:t>
            </a:r>
          </a:p>
        </p:txBody>
      </p:sp>
    </p:spTree>
    <p:extLst>
      <p:ext uri="{BB962C8B-B14F-4D97-AF65-F5344CB8AC3E}">
        <p14:creationId xmlns:p14="http://schemas.microsoft.com/office/powerpoint/2010/main" val="34599081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3EF678-9EC6-8718-79D7-6D6A6E3185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5404B9-D175-77CF-8D63-BBE0DDF7ECFC}"/>
              </a:ext>
            </a:extLst>
          </p:cNvPr>
          <p:cNvSpPr>
            <a:spLocks noGrp="1"/>
          </p:cNvSpPr>
          <p:nvPr>
            <p:ph type="title"/>
          </p:nvPr>
        </p:nvSpPr>
        <p:spPr>
          <a:xfrm>
            <a:off x="381000" y="361950"/>
            <a:ext cx="6762750" cy="552450"/>
          </a:xfrm>
        </p:spPr>
        <p:txBody>
          <a:bodyPr wrap="square" lIns="0" tIns="0" rIns="38100" bIns="0" anchor="t">
            <a:normAutofit/>
          </a:bodyPr>
          <a:lstStyle/>
          <a:p>
            <a:pPr algn="l">
              <a:buNone/>
              <a:defRPr sz="2250" b="1" u="none">
                <a:solidFill>
                  <a:srgbClr val="221F20"/>
                </a:solidFill>
                <a:latin typeface="Arial"/>
                <a:ea typeface="Arial"/>
                <a:cs typeface="Arial"/>
              </a:defRPr>
            </a:pPr>
            <a:r>
              <a:rPr lang="en-US" sz="2250" b="1" u="none" dirty="0">
                <a:solidFill>
                  <a:srgbClr val="221F20"/>
                </a:solidFill>
                <a:latin typeface="Arial"/>
                <a:ea typeface="Arial"/>
                <a:cs typeface="Arial"/>
              </a:rPr>
              <a:t>In Class Demo</a:t>
            </a:r>
            <a:endParaRPr sz="2250" b="1" u="none" dirty="0">
              <a:solidFill>
                <a:srgbClr val="221F20"/>
              </a:solidFill>
              <a:latin typeface="Arial"/>
              <a:ea typeface="Arial"/>
              <a:cs typeface="Arial"/>
            </a:endParaRPr>
          </a:p>
        </p:txBody>
      </p:sp>
      <p:sp>
        <p:nvSpPr>
          <p:cNvPr id="3" name="Content Placeholder 2">
            <a:extLst>
              <a:ext uri="{FF2B5EF4-FFF2-40B4-BE49-F238E27FC236}">
                <a16:creationId xmlns:a16="http://schemas.microsoft.com/office/drawing/2014/main" id="{AE5477F3-9DDC-782A-F571-54EBA87D5B1D}"/>
              </a:ext>
            </a:extLst>
          </p:cNvPr>
          <p:cNvSpPr>
            <a:spLocks noGrp="1"/>
          </p:cNvSpPr>
          <p:nvPr>
            <p:ph idx="1"/>
          </p:nvPr>
        </p:nvSpPr>
        <p:spPr>
          <a:xfrm>
            <a:off x="514350" y="1162050"/>
            <a:ext cx="7810500" cy="3238500"/>
          </a:xfrm>
        </p:spPr>
        <p:txBody>
          <a:bodyPr wrap="square" lIns="0" tIns="0" rIns="38100" bIns="0" anchor="t">
            <a:normAutofit/>
          </a:bodyPr>
          <a:lstStyle/>
          <a:p>
            <a:pPr marL="0" indent="0" algn="l">
              <a:spcBef>
                <a:spcPts val="0"/>
              </a:spcBef>
              <a:spcAft>
                <a:spcPts val="650"/>
              </a:spcAft>
              <a:buNone/>
              <a:defRPr sz="1350" b="0" u="none">
                <a:solidFill>
                  <a:srgbClr val="221F20"/>
                </a:solidFill>
                <a:latin typeface="Arial"/>
                <a:ea typeface="Arial"/>
                <a:cs typeface="Arial"/>
              </a:defRPr>
            </a:pPr>
            <a:r>
              <a:rPr lang="en-US" sz="1350" dirty="0">
                <a:solidFill>
                  <a:srgbClr val="221F20"/>
                </a:solidFill>
              </a:rPr>
              <a:t>Short demo of creating and running a pipeline on a small </a:t>
            </a:r>
            <a:r>
              <a:rPr lang="en-US" sz="1350">
                <a:solidFill>
                  <a:srgbClr val="221F20"/>
                </a:solidFill>
              </a:rPr>
              <a:t>python application</a:t>
            </a:r>
            <a:endParaRPr sz="1350" b="0" u="none" dirty="0">
              <a:solidFill>
                <a:srgbClr val="221F20"/>
              </a:solidFill>
              <a:latin typeface="Arial"/>
              <a:ea typeface="Arial"/>
              <a:cs typeface="Arial"/>
            </a:endParaRPr>
          </a:p>
        </p:txBody>
      </p:sp>
    </p:spTree>
    <p:extLst>
      <p:ext uri="{BB962C8B-B14F-4D97-AF65-F5344CB8AC3E}">
        <p14:creationId xmlns:p14="http://schemas.microsoft.com/office/powerpoint/2010/main" val="35931485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3EBA7D-B4B3-3797-8578-839899CDAF0F}"/>
              </a:ext>
            </a:extLst>
          </p:cNvPr>
          <p:cNvSpPr>
            <a:spLocks noGrp="1"/>
          </p:cNvSpPr>
          <p:nvPr>
            <p:ph type="title"/>
          </p:nvPr>
        </p:nvSpPr>
        <p:spPr>
          <a:xfrm>
            <a:off x="381000" y="361950"/>
            <a:ext cx="6762750" cy="552450"/>
          </a:xfrm>
        </p:spPr>
        <p:txBody>
          <a:bodyPr wrap="square" lIns="0" tIns="0" rIns="38100" bIns="0" anchor="t">
            <a:normAutofit/>
          </a:bodyPr>
          <a:lstStyle/>
          <a:p>
            <a:pPr algn="l">
              <a:buNone/>
              <a:defRPr sz="2250" b="1" u="none">
                <a:solidFill>
                  <a:srgbClr val="221F20"/>
                </a:solidFill>
                <a:latin typeface="Arial"/>
                <a:ea typeface="Arial"/>
                <a:cs typeface="Arial"/>
              </a:defRPr>
            </a:pPr>
            <a:r>
              <a:rPr sz="2250" b="1" u="none">
                <a:solidFill>
                  <a:srgbClr val="221F20"/>
                </a:solidFill>
                <a:latin typeface="Arial"/>
                <a:ea typeface="Arial"/>
                <a:cs typeface="Arial"/>
              </a:rPr>
              <a:t>Lab: build a pull-request test pipeline</a:t>
            </a:r>
          </a:p>
        </p:txBody>
      </p:sp>
      <p:sp>
        <p:nvSpPr>
          <p:cNvPr id="3" name="Content Placeholder 2">
            <a:extLst>
              <a:ext uri="{FF2B5EF4-FFF2-40B4-BE49-F238E27FC236}">
                <a16:creationId xmlns:a16="http://schemas.microsoft.com/office/drawing/2014/main" id="{D93EE42B-DB9D-4A87-960F-9EAB79C801BC}"/>
              </a:ext>
            </a:extLst>
          </p:cNvPr>
          <p:cNvSpPr>
            <a:spLocks noGrp="1"/>
          </p:cNvSpPr>
          <p:nvPr>
            <p:ph idx="1"/>
          </p:nvPr>
        </p:nvSpPr>
        <p:spPr>
          <a:xfrm>
            <a:off x="514350" y="1162050"/>
            <a:ext cx="7810500" cy="3238500"/>
          </a:xfrm>
        </p:spPr>
        <p:txBody>
          <a:bodyPr wrap="square" lIns="0" tIns="0" rIns="38100" bIns="0" anchor="t">
            <a:normAutofit/>
          </a:bodyPr>
          <a:lstStyle/>
          <a:p>
            <a:pPr marL="0" indent="0" algn="l">
              <a:spcBef>
                <a:spcPts val="0"/>
              </a:spcBef>
              <a:spcAft>
                <a:spcPts val="650"/>
              </a:spcAft>
              <a:buNone/>
              <a:defRPr sz="1350" b="0" u="none">
                <a:solidFill>
                  <a:srgbClr val="221F20"/>
                </a:solidFill>
                <a:latin typeface="Arial"/>
                <a:ea typeface="Arial"/>
                <a:cs typeface="Arial"/>
              </a:defRPr>
            </a:pPr>
            <a:r>
              <a:rPr sz="1350" b="0" u="none" dirty="0">
                <a:solidFill>
                  <a:srgbClr val="221F20"/>
                </a:solidFill>
                <a:latin typeface="Arial"/>
                <a:ea typeface="Arial"/>
                <a:cs typeface="Arial"/>
              </a:rPr>
              <a:t>Starter: https://github.com/skills/test-with-actions</a:t>
            </a:r>
          </a:p>
          <a:p>
            <a:pPr marL="0" indent="0">
              <a:spcBef>
                <a:spcPts val="0"/>
              </a:spcBef>
              <a:spcAft>
                <a:spcPts val="650"/>
              </a:spcAft>
              <a:buNone/>
            </a:pPr>
            <a:endParaRPr sz="1350" b="0" u="none" dirty="0">
              <a:solidFill>
                <a:srgbClr val="221F20"/>
              </a:solidFill>
              <a:latin typeface="Arial"/>
              <a:ea typeface="Arial"/>
              <a:cs typeface="Arial"/>
            </a:endParaRPr>
          </a:p>
          <a:p>
            <a:pPr marL="0" indent="0" algn="l">
              <a:spcBef>
                <a:spcPts val="0"/>
              </a:spcBef>
              <a:spcAft>
                <a:spcPts val="650"/>
              </a:spcAft>
              <a:buNone/>
              <a:defRPr sz="1350" b="0" u="none">
                <a:solidFill>
                  <a:srgbClr val="221F20"/>
                </a:solidFill>
                <a:latin typeface="Arial"/>
                <a:ea typeface="Arial"/>
                <a:cs typeface="Arial"/>
              </a:defRPr>
            </a:pPr>
            <a:r>
              <a:rPr sz="1350" b="0" u="none" dirty="0">
                <a:solidFill>
                  <a:srgbClr val="221F20"/>
                </a:solidFill>
                <a:latin typeface="Arial"/>
                <a:ea typeface="Arial"/>
                <a:cs typeface="Arial"/>
              </a:rPr>
              <a:t>Students will:</a:t>
            </a:r>
          </a:p>
          <a:p>
            <a:pPr marL="0" indent="0" algn="l">
              <a:spcBef>
                <a:spcPts val="0"/>
              </a:spcBef>
              <a:spcAft>
                <a:spcPts val="650"/>
              </a:spcAft>
              <a:buNone/>
              <a:defRPr sz="1350" b="0" u="none">
                <a:solidFill>
                  <a:srgbClr val="221F20"/>
                </a:solidFill>
                <a:latin typeface="Arial"/>
                <a:ea typeface="Arial"/>
                <a:cs typeface="Arial"/>
              </a:defRPr>
            </a:pPr>
            <a:r>
              <a:rPr sz="1350" b="0" u="none" dirty="0">
                <a:solidFill>
                  <a:srgbClr val="221F20"/>
                </a:solidFill>
                <a:latin typeface="Arial"/>
                <a:ea typeface="Arial"/>
                <a:cs typeface="Arial"/>
              </a:rPr>
              <a:t>1. Create or fork the lab repository</a:t>
            </a:r>
          </a:p>
          <a:p>
            <a:pPr marL="0" indent="0" algn="l">
              <a:spcBef>
                <a:spcPts val="0"/>
              </a:spcBef>
              <a:spcAft>
                <a:spcPts val="650"/>
              </a:spcAft>
              <a:buNone/>
              <a:defRPr sz="1350" b="0" u="none">
                <a:solidFill>
                  <a:srgbClr val="221F20"/>
                </a:solidFill>
                <a:latin typeface="Arial"/>
                <a:ea typeface="Arial"/>
                <a:cs typeface="Arial"/>
              </a:defRPr>
            </a:pPr>
            <a:r>
              <a:rPr sz="1350" b="0" u="none" dirty="0">
                <a:solidFill>
                  <a:srgbClr val="221F20"/>
                </a:solidFill>
                <a:latin typeface="Arial"/>
                <a:ea typeface="Arial"/>
                <a:cs typeface="Arial"/>
              </a:rPr>
              <a:t>2. Add .</a:t>
            </a:r>
            <a:r>
              <a:rPr sz="1350" b="0" u="none" dirty="0" err="1">
                <a:solidFill>
                  <a:srgbClr val="221F20"/>
                </a:solidFill>
                <a:latin typeface="Arial"/>
                <a:ea typeface="Arial"/>
                <a:cs typeface="Arial"/>
              </a:rPr>
              <a:t>github</a:t>
            </a:r>
            <a:r>
              <a:rPr sz="1350" b="0" u="none" dirty="0">
                <a:solidFill>
                  <a:srgbClr val="221F20"/>
                </a:solidFill>
                <a:latin typeface="Arial"/>
                <a:ea typeface="Arial"/>
                <a:cs typeface="Arial"/>
              </a:rPr>
              <a:t>/workflows/</a:t>
            </a:r>
            <a:r>
              <a:rPr sz="1350" b="0" u="none" dirty="0" err="1">
                <a:solidFill>
                  <a:srgbClr val="221F20"/>
                </a:solidFill>
                <a:latin typeface="Arial"/>
                <a:ea typeface="Arial"/>
                <a:cs typeface="Arial"/>
              </a:rPr>
              <a:t>ci.yml</a:t>
            </a:r>
            <a:endParaRPr sz="1350" b="0" u="none" dirty="0">
              <a:solidFill>
                <a:srgbClr val="221F20"/>
              </a:solidFill>
              <a:latin typeface="Arial"/>
              <a:ea typeface="Arial"/>
              <a:cs typeface="Arial"/>
            </a:endParaRPr>
          </a:p>
          <a:p>
            <a:pPr marL="0" indent="0" algn="l">
              <a:spcBef>
                <a:spcPts val="0"/>
              </a:spcBef>
              <a:spcAft>
                <a:spcPts val="650"/>
              </a:spcAft>
              <a:buNone/>
              <a:defRPr sz="1350" b="0" u="none">
                <a:solidFill>
                  <a:srgbClr val="221F20"/>
                </a:solidFill>
                <a:latin typeface="Arial"/>
                <a:ea typeface="Arial"/>
                <a:cs typeface="Arial"/>
              </a:defRPr>
            </a:pPr>
            <a:r>
              <a:rPr sz="1350" b="0" u="none" dirty="0">
                <a:solidFill>
                  <a:srgbClr val="221F20"/>
                </a:solidFill>
                <a:latin typeface="Arial"/>
                <a:ea typeface="Arial"/>
                <a:cs typeface="Arial"/>
              </a:rPr>
              <a:t>3. Trigger a workflow from a pull request</a:t>
            </a:r>
          </a:p>
          <a:p>
            <a:pPr marL="0" indent="0" algn="l">
              <a:spcBef>
                <a:spcPts val="0"/>
              </a:spcBef>
              <a:spcAft>
                <a:spcPts val="650"/>
              </a:spcAft>
              <a:buNone/>
              <a:defRPr sz="1350" b="0" u="none">
                <a:solidFill>
                  <a:srgbClr val="221F20"/>
                </a:solidFill>
                <a:latin typeface="Arial"/>
                <a:ea typeface="Arial"/>
                <a:cs typeface="Arial"/>
              </a:defRPr>
            </a:pPr>
            <a:r>
              <a:rPr sz="1350" b="0" u="none" dirty="0">
                <a:solidFill>
                  <a:srgbClr val="221F20"/>
                </a:solidFill>
                <a:latin typeface="Arial"/>
                <a:ea typeface="Arial"/>
                <a:cs typeface="Arial"/>
              </a:rPr>
              <a:t>4. Read the workflow log</a:t>
            </a:r>
          </a:p>
          <a:p>
            <a:pPr marL="0" indent="0" algn="l">
              <a:spcBef>
                <a:spcPts val="0"/>
              </a:spcBef>
              <a:spcAft>
                <a:spcPts val="650"/>
              </a:spcAft>
              <a:buNone/>
              <a:defRPr sz="1350" b="0" u="none">
                <a:solidFill>
                  <a:srgbClr val="221F20"/>
                </a:solidFill>
                <a:latin typeface="Arial"/>
                <a:ea typeface="Arial"/>
                <a:cs typeface="Arial"/>
              </a:defRPr>
            </a:pPr>
            <a:r>
              <a:rPr sz="1350" b="0" u="none" dirty="0">
                <a:solidFill>
                  <a:srgbClr val="221F20"/>
                </a:solidFill>
                <a:latin typeface="Arial"/>
                <a:ea typeface="Arial"/>
                <a:cs typeface="Arial"/>
              </a:rPr>
              <a:t>5. Fix a failing test and confirm the green check</a:t>
            </a:r>
          </a:p>
        </p:txBody>
      </p:sp>
    </p:spTree>
    <p:extLst>
      <p:ext uri="{BB962C8B-B14F-4D97-AF65-F5344CB8AC3E}">
        <p14:creationId xmlns:p14="http://schemas.microsoft.com/office/powerpoint/2010/main" val="34599081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3EBA7D-B4B3-3797-8578-839899CDAF0F}"/>
              </a:ext>
            </a:extLst>
          </p:cNvPr>
          <p:cNvSpPr>
            <a:spLocks noGrp="1"/>
          </p:cNvSpPr>
          <p:nvPr>
            <p:ph type="title"/>
          </p:nvPr>
        </p:nvSpPr>
        <p:spPr>
          <a:xfrm>
            <a:off x="381000" y="361950"/>
            <a:ext cx="6762750" cy="552450"/>
          </a:xfrm>
        </p:spPr>
        <p:txBody>
          <a:bodyPr wrap="square" lIns="0" tIns="0" rIns="38100" bIns="0" anchor="t">
            <a:normAutofit/>
          </a:bodyPr>
          <a:lstStyle/>
          <a:p>
            <a:pPr algn="l">
              <a:buNone/>
              <a:defRPr sz="2250" b="1" u="none">
                <a:solidFill>
                  <a:srgbClr val="221F20"/>
                </a:solidFill>
                <a:latin typeface="Arial"/>
                <a:ea typeface="Arial"/>
                <a:cs typeface="Arial"/>
              </a:defRPr>
            </a:pPr>
            <a:r>
              <a:rPr sz="2250" b="1" u="none">
                <a:solidFill>
                  <a:srgbClr val="221F20"/>
                </a:solidFill>
                <a:latin typeface="Arial"/>
                <a:ea typeface="Arial"/>
                <a:cs typeface="Arial"/>
              </a:rPr>
              <a:t>Branch protection turns CI into a merge gate</a:t>
            </a:r>
          </a:p>
        </p:txBody>
      </p:sp>
      <p:sp>
        <p:nvSpPr>
          <p:cNvPr id="3" name="Content Placeholder 2">
            <a:extLst>
              <a:ext uri="{FF2B5EF4-FFF2-40B4-BE49-F238E27FC236}">
                <a16:creationId xmlns:a16="http://schemas.microsoft.com/office/drawing/2014/main" id="{D93EE42B-DB9D-4A87-960F-9EAB79C801BC}"/>
              </a:ext>
            </a:extLst>
          </p:cNvPr>
          <p:cNvSpPr>
            <a:spLocks noGrp="1"/>
          </p:cNvSpPr>
          <p:nvPr>
            <p:ph idx="1"/>
          </p:nvPr>
        </p:nvSpPr>
        <p:spPr>
          <a:xfrm>
            <a:off x="514350" y="1162050"/>
            <a:ext cx="7810500" cy="3238500"/>
          </a:xfrm>
        </p:spPr>
        <p:txBody>
          <a:bodyPr wrap="square" lIns="0" tIns="0" rIns="38100" bIns="0" anchor="t">
            <a:normAutofit/>
          </a:bodyPr>
          <a:lstStyle/>
          <a:p>
            <a:pPr marL="0" indent="0" algn="l">
              <a:spcBef>
                <a:spcPts val="0"/>
              </a:spcBef>
              <a:spcAft>
                <a:spcPts val="650"/>
              </a:spcAft>
              <a:buNone/>
              <a:defRPr sz="1425" b="0" u="none">
                <a:solidFill>
                  <a:srgbClr val="221F20"/>
                </a:solidFill>
                <a:latin typeface="Arial"/>
                <a:ea typeface="Arial"/>
                <a:cs typeface="Arial"/>
              </a:defRPr>
            </a:pPr>
            <a:r>
              <a:rPr sz="1425" b="0" u="none">
                <a:solidFill>
                  <a:srgbClr val="221F20"/>
                </a:solidFill>
                <a:latin typeface="Arial"/>
                <a:ea typeface="Arial"/>
                <a:cs typeface="Arial"/>
              </a:rPr>
              <a:t>Protect the main branch from direct, unreviewed changes.</a:t>
            </a:r>
          </a:p>
          <a:p>
            <a:pPr marL="0" indent="0" algn="l">
              <a:spcBef>
                <a:spcPts val="0"/>
              </a:spcBef>
              <a:spcAft>
                <a:spcPts val="650"/>
              </a:spcAft>
              <a:buNone/>
              <a:defRPr sz="1425" b="0" u="none">
                <a:solidFill>
                  <a:srgbClr val="221F20"/>
                </a:solidFill>
                <a:latin typeface="Arial"/>
                <a:ea typeface="Arial"/>
                <a:cs typeface="Arial"/>
              </a:defRPr>
            </a:pPr>
            <a:r>
              <a:rPr sz="1425" b="0" u="none">
                <a:solidFill>
                  <a:srgbClr val="221F20"/>
                </a:solidFill>
                <a:latin typeface="Arial"/>
                <a:ea typeface="Arial"/>
                <a:cs typeface="Arial"/>
              </a:rPr>
              <a:t>Require pull request review before merge.</a:t>
            </a:r>
          </a:p>
          <a:p>
            <a:pPr marL="0" indent="0" algn="l">
              <a:spcBef>
                <a:spcPts val="0"/>
              </a:spcBef>
              <a:spcAft>
                <a:spcPts val="650"/>
              </a:spcAft>
              <a:buNone/>
              <a:defRPr sz="1425" b="0" u="none">
                <a:solidFill>
                  <a:srgbClr val="221F20"/>
                </a:solidFill>
                <a:latin typeface="Arial"/>
                <a:ea typeface="Arial"/>
                <a:cs typeface="Arial"/>
              </a:defRPr>
            </a:pPr>
            <a:r>
              <a:rPr sz="1425" b="0" u="none">
                <a:solidFill>
                  <a:srgbClr val="221F20"/>
                </a:solidFill>
                <a:latin typeface="Arial"/>
                <a:ea typeface="Arial"/>
                <a:cs typeface="Arial"/>
              </a:rPr>
              <a:t>Require the CI status check to pass.</a:t>
            </a:r>
          </a:p>
          <a:p>
            <a:pPr marL="0" indent="0" algn="l">
              <a:spcBef>
                <a:spcPts val="0"/>
              </a:spcBef>
              <a:spcAft>
                <a:spcPts val="650"/>
              </a:spcAft>
              <a:buNone/>
              <a:defRPr sz="1425" b="0" u="none">
                <a:solidFill>
                  <a:srgbClr val="221F20"/>
                </a:solidFill>
                <a:latin typeface="Arial"/>
                <a:ea typeface="Arial"/>
                <a:cs typeface="Arial"/>
              </a:defRPr>
            </a:pPr>
            <a:r>
              <a:rPr sz="1425" b="0" u="none">
                <a:solidFill>
                  <a:srgbClr val="221F20"/>
                </a:solidFill>
                <a:latin typeface="Arial"/>
                <a:ea typeface="Arial"/>
                <a:cs typeface="Arial"/>
              </a:rPr>
              <a:t>Use clear job names so required checks are easy to select.</a:t>
            </a:r>
          </a:p>
          <a:p>
            <a:pPr marL="0" indent="0" algn="l">
              <a:spcBef>
                <a:spcPts val="0"/>
              </a:spcBef>
              <a:spcAft>
                <a:spcPts val="650"/>
              </a:spcAft>
              <a:buNone/>
              <a:defRPr sz="1425" b="0" u="none">
                <a:solidFill>
                  <a:srgbClr val="221F20"/>
                </a:solidFill>
                <a:latin typeface="Arial"/>
                <a:ea typeface="Arial"/>
                <a:cs typeface="Arial"/>
              </a:defRPr>
            </a:pPr>
            <a:r>
              <a:rPr sz="1425" b="0" u="none">
                <a:solidFill>
                  <a:srgbClr val="221F20"/>
                </a:solidFill>
                <a:latin typeface="Arial"/>
                <a:ea typeface="Arial"/>
                <a:cs typeface="Arial"/>
              </a:rPr>
              <a:t>Keep deployment approval separate from test automation when risk is high.</a:t>
            </a:r>
          </a:p>
        </p:txBody>
      </p:sp>
    </p:spTree>
    <p:extLst>
      <p:ext uri="{BB962C8B-B14F-4D97-AF65-F5344CB8AC3E}">
        <p14:creationId xmlns:p14="http://schemas.microsoft.com/office/powerpoint/2010/main" val="34599081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3EBA7D-B4B3-3797-8578-839899CDAF0F}"/>
              </a:ext>
            </a:extLst>
          </p:cNvPr>
          <p:cNvSpPr>
            <a:spLocks noGrp="1"/>
          </p:cNvSpPr>
          <p:nvPr>
            <p:ph type="title"/>
          </p:nvPr>
        </p:nvSpPr>
        <p:spPr>
          <a:xfrm>
            <a:off x="381000" y="361950"/>
            <a:ext cx="6762750" cy="552450"/>
          </a:xfrm>
        </p:spPr>
        <p:txBody>
          <a:bodyPr wrap="square" lIns="0" tIns="0" rIns="38100" bIns="0" anchor="t">
            <a:normAutofit/>
          </a:bodyPr>
          <a:lstStyle/>
          <a:p>
            <a:pPr algn="l">
              <a:buNone/>
              <a:defRPr sz="2250" b="1" u="none">
                <a:solidFill>
                  <a:srgbClr val="221F20"/>
                </a:solidFill>
                <a:latin typeface="Arial"/>
                <a:ea typeface="Arial"/>
                <a:cs typeface="Arial"/>
              </a:defRPr>
            </a:pPr>
            <a:r>
              <a:rPr sz="2250" b="1" u="none">
                <a:solidFill>
                  <a:srgbClr val="221F20"/>
                </a:solidFill>
                <a:latin typeface="Arial"/>
                <a:ea typeface="Arial"/>
                <a:cs typeface="Arial"/>
              </a:rPr>
              <a:t>Troubleshoot the first useful error</a:t>
            </a:r>
          </a:p>
        </p:txBody>
      </p:sp>
      <p:sp>
        <p:nvSpPr>
          <p:cNvPr id="3" name="Content Placeholder 2">
            <a:extLst>
              <a:ext uri="{FF2B5EF4-FFF2-40B4-BE49-F238E27FC236}">
                <a16:creationId xmlns:a16="http://schemas.microsoft.com/office/drawing/2014/main" id="{D93EE42B-DB9D-4A87-960F-9EAB79C801BC}"/>
              </a:ext>
            </a:extLst>
          </p:cNvPr>
          <p:cNvSpPr>
            <a:spLocks noGrp="1"/>
          </p:cNvSpPr>
          <p:nvPr>
            <p:ph idx="1"/>
          </p:nvPr>
        </p:nvSpPr>
        <p:spPr>
          <a:xfrm>
            <a:off x="514350" y="1162050"/>
            <a:ext cx="7810500" cy="3238500"/>
          </a:xfrm>
        </p:spPr>
        <p:txBody>
          <a:bodyPr wrap="square" lIns="0" tIns="0" rIns="38100" bIns="0" anchor="t">
            <a:normAutofit/>
          </a:bodyPr>
          <a:lstStyle/>
          <a:p>
            <a:pPr marL="0" indent="0" algn="l">
              <a:spcBef>
                <a:spcPts val="0"/>
              </a:spcBef>
              <a:spcAft>
                <a:spcPts val="650"/>
              </a:spcAft>
              <a:buNone/>
              <a:defRPr sz="1500" b="0" u="none">
                <a:solidFill>
                  <a:srgbClr val="221F20"/>
                </a:solidFill>
                <a:latin typeface="Arial"/>
                <a:ea typeface="Arial"/>
                <a:cs typeface="Arial"/>
              </a:defRPr>
            </a:pPr>
            <a:r>
              <a:rPr sz="1500" b="0" u="none">
                <a:solidFill>
                  <a:srgbClr val="221F20"/>
                </a:solidFill>
                <a:latin typeface="Arial"/>
                <a:ea typeface="Arial"/>
                <a:cs typeface="Arial"/>
              </a:rPr>
              <a:t>Start with the failing job, not the whole workflow.</a:t>
            </a:r>
          </a:p>
          <a:p>
            <a:pPr marL="0" indent="0" algn="l">
              <a:spcBef>
                <a:spcPts val="0"/>
              </a:spcBef>
              <a:spcAft>
                <a:spcPts val="650"/>
              </a:spcAft>
              <a:buNone/>
              <a:defRPr sz="1500" b="0" u="none">
                <a:solidFill>
                  <a:srgbClr val="221F20"/>
                </a:solidFill>
                <a:latin typeface="Arial"/>
                <a:ea typeface="Arial"/>
                <a:cs typeface="Arial"/>
              </a:defRPr>
            </a:pPr>
            <a:r>
              <a:rPr sz="1500" b="0" u="none">
                <a:solidFill>
                  <a:srgbClr val="221F20"/>
                </a:solidFill>
                <a:latin typeface="Arial"/>
                <a:ea typeface="Arial"/>
                <a:cs typeface="Arial"/>
              </a:rPr>
              <a:t>Open the failed step and read upward to the first real error.</a:t>
            </a:r>
          </a:p>
          <a:p>
            <a:pPr marL="0" indent="0" algn="l">
              <a:spcBef>
                <a:spcPts val="0"/>
              </a:spcBef>
              <a:spcAft>
                <a:spcPts val="650"/>
              </a:spcAft>
              <a:buNone/>
              <a:defRPr sz="1500" b="0" u="none">
                <a:solidFill>
                  <a:srgbClr val="221F20"/>
                </a:solidFill>
                <a:latin typeface="Arial"/>
                <a:ea typeface="Arial"/>
                <a:cs typeface="Arial"/>
              </a:defRPr>
            </a:pPr>
            <a:r>
              <a:rPr sz="1500" b="0" u="none">
                <a:solidFill>
                  <a:srgbClr val="221F20"/>
                </a:solidFill>
                <a:latin typeface="Arial"/>
                <a:ea typeface="Arial"/>
                <a:cs typeface="Arial"/>
              </a:rPr>
              <a:t>Separate YAML errors from dependency errors and test failures.</a:t>
            </a:r>
          </a:p>
          <a:p>
            <a:pPr marL="0" indent="0" algn="l">
              <a:spcBef>
                <a:spcPts val="0"/>
              </a:spcBef>
              <a:spcAft>
                <a:spcPts val="650"/>
              </a:spcAft>
              <a:buNone/>
              <a:defRPr sz="1500" b="0" u="none">
                <a:solidFill>
                  <a:srgbClr val="221F20"/>
                </a:solidFill>
                <a:latin typeface="Arial"/>
                <a:ea typeface="Arial"/>
                <a:cs typeface="Arial"/>
              </a:defRPr>
            </a:pPr>
            <a:r>
              <a:rPr sz="1500" b="0" u="none">
                <a:solidFill>
                  <a:srgbClr val="221F20"/>
                </a:solidFill>
                <a:latin typeface="Arial"/>
                <a:ea typeface="Arial"/>
                <a:cs typeface="Arial"/>
              </a:rPr>
              <a:t>Check what changed in the commit.</a:t>
            </a:r>
          </a:p>
          <a:p>
            <a:pPr marL="0" indent="0" algn="l">
              <a:spcBef>
                <a:spcPts val="0"/>
              </a:spcBef>
              <a:spcAft>
                <a:spcPts val="650"/>
              </a:spcAft>
              <a:buNone/>
              <a:defRPr sz="1500" b="0" u="none">
                <a:solidFill>
                  <a:srgbClr val="221F20"/>
                </a:solidFill>
                <a:latin typeface="Arial"/>
                <a:ea typeface="Arial"/>
                <a:cs typeface="Arial"/>
              </a:defRPr>
            </a:pPr>
            <a:r>
              <a:rPr sz="1500" b="0" u="none">
                <a:solidFill>
                  <a:srgbClr val="221F20"/>
                </a:solidFill>
                <a:latin typeface="Arial"/>
                <a:ea typeface="Arial"/>
                <a:cs typeface="Arial"/>
              </a:rPr>
              <a:t>Make one hypothesis, fix one thing, and run again.</a:t>
            </a:r>
          </a:p>
        </p:txBody>
      </p:sp>
    </p:spTree>
    <p:extLst>
      <p:ext uri="{BB962C8B-B14F-4D97-AF65-F5344CB8AC3E}">
        <p14:creationId xmlns:p14="http://schemas.microsoft.com/office/powerpoint/2010/main" val="34599081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3EBA7D-B4B3-3797-8578-839899CDAF0F}"/>
              </a:ext>
            </a:extLst>
          </p:cNvPr>
          <p:cNvSpPr>
            <a:spLocks noGrp="1"/>
          </p:cNvSpPr>
          <p:nvPr>
            <p:ph type="title"/>
          </p:nvPr>
        </p:nvSpPr>
        <p:spPr>
          <a:xfrm>
            <a:off x="381000" y="361950"/>
            <a:ext cx="6953250" cy="552450"/>
          </a:xfrm>
        </p:spPr>
        <p:txBody>
          <a:bodyPr wrap="square" lIns="0" tIns="0" rIns="38100" bIns="0" anchor="t">
            <a:normAutofit fontScale="92593"/>
          </a:bodyPr>
          <a:lstStyle/>
          <a:p>
            <a:pPr algn="l">
              <a:buNone/>
              <a:defRPr sz="2175" b="1" u="none">
                <a:solidFill>
                  <a:srgbClr val="221F20"/>
                </a:solidFill>
                <a:latin typeface="Arial"/>
                <a:ea typeface="Arial"/>
                <a:cs typeface="Arial"/>
              </a:defRPr>
            </a:pPr>
            <a:r>
              <a:rPr sz="2175" b="1" u="none">
                <a:solidFill>
                  <a:srgbClr val="221F20"/>
                </a:solidFill>
                <a:latin typeface="Arial"/>
                <a:ea typeface="Arial"/>
                <a:cs typeface="Arial"/>
              </a:rPr>
              <a:t>Transition: code checks and infrastructure plans are both evidence</a:t>
            </a:r>
          </a:p>
        </p:txBody>
      </p:sp>
      <p:sp>
        <p:nvSpPr>
          <p:cNvPr id="3" name="Content Placeholder 2">
            <a:extLst>
              <a:ext uri="{FF2B5EF4-FFF2-40B4-BE49-F238E27FC236}">
                <a16:creationId xmlns:a16="http://schemas.microsoft.com/office/drawing/2014/main" id="{D93EE42B-DB9D-4A87-960F-9EAB79C801BC}"/>
              </a:ext>
            </a:extLst>
          </p:cNvPr>
          <p:cNvSpPr>
            <a:spLocks noGrp="1"/>
          </p:cNvSpPr>
          <p:nvPr>
            <p:ph idx="1"/>
          </p:nvPr>
        </p:nvSpPr>
        <p:spPr>
          <a:xfrm>
            <a:off x="552450" y="1181100"/>
            <a:ext cx="7677150" cy="3048000"/>
          </a:xfrm>
        </p:spPr>
        <p:txBody>
          <a:bodyPr wrap="square" lIns="0" tIns="0" rIns="38100" bIns="0" anchor="t">
            <a:normAutofit/>
          </a:bodyPr>
          <a:lstStyle/>
          <a:p>
            <a:pPr marL="0" indent="0" algn="l">
              <a:spcBef>
                <a:spcPts val="0"/>
              </a:spcBef>
              <a:spcAft>
                <a:spcPts val="650"/>
              </a:spcAft>
              <a:buNone/>
              <a:defRPr sz="1350" b="0" u="none">
                <a:solidFill>
                  <a:srgbClr val="221F20"/>
                </a:solidFill>
                <a:latin typeface="Arial"/>
                <a:ea typeface="Arial"/>
                <a:cs typeface="Arial"/>
              </a:defRPr>
            </a:pPr>
            <a:r>
              <a:rPr sz="1350" b="0" u="none">
                <a:solidFill>
                  <a:srgbClr val="221F20"/>
                </a:solidFill>
                <a:latin typeface="Arial"/>
                <a:ea typeface="Arial"/>
                <a:cs typeface="Arial"/>
              </a:rPr>
              <a:t>GitHub Actions answers: did the application change pass the required checks?</a:t>
            </a:r>
          </a:p>
          <a:p>
            <a:pPr marL="0" indent="0" algn="l">
              <a:spcBef>
                <a:spcPts val="0"/>
              </a:spcBef>
              <a:spcAft>
                <a:spcPts val="650"/>
              </a:spcAft>
              <a:buNone/>
              <a:defRPr sz="1350" b="0" u="none">
                <a:solidFill>
                  <a:srgbClr val="221F20"/>
                </a:solidFill>
                <a:latin typeface="Arial"/>
                <a:ea typeface="Arial"/>
                <a:cs typeface="Arial"/>
              </a:defRPr>
            </a:pPr>
            <a:r>
              <a:rPr sz="1350" b="0" u="none">
                <a:solidFill>
                  <a:srgbClr val="221F20"/>
                </a:solidFill>
                <a:latin typeface="Arial"/>
                <a:ea typeface="Arial"/>
                <a:cs typeface="Arial"/>
              </a:rPr>
              <a:t>Terraform plan answers: what infrastructure-like state would change if we apply this?</a:t>
            </a:r>
          </a:p>
          <a:p>
            <a:pPr marL="0" indent="0" algn="l">
              <a:spcBef>
                <a:spcPts val="0"/>
              </a:spcBef>
              <a:spcAft>
                <a:spcPts val="650"/>
              </a:spcAft>
              <a:buNone/>
              <a:defRPr sz="1350" b="0" u="none">
                <a:solidFill>
                  <a:srgbClr val="221F20"/>
                </a:solidFill>
                <a:latin typeface="Arial"/>
                <a:ea typeface="Arial"/>
                <a:cs typeface="Arial"/>
              </a:defRPr>
            </a:pPr>
            <a:r>
              <a:rPr sz="1350" b="0" u="none">
                <a:solidFill>
                  <a:srgbClr val="221F20"/>
                </a:solidFill>
                <a:latin typeface="Arial"/>
                <a:ea typeface="Arial"/>
                <a:cs typeface="Arial"/>
              </a:rPr>
              <a:t>The second class reuses the same habit from the first class:</a:t>
            </a:r>
          </a:p>
          <a:p>
            <a:pPr marL="0" indent="0" algn="l">
              <a:spcBef>
                <a:spcPts val="0"/>
              </a:spcBef>
              <a:spcAft>
                <a:spcPts val="650"/>
              </a:spcAft>
              <a:buNone/>
              <a:defRPr sz="1350" b="0" u="none">
                <a:solidFill>
                  <a:srgbClr val="221F20"/>
                </a:solidFill>
                <a:latin typeface="Arial"/>
                <a:ea typeface="Arial"/>
                <a:cs typeface="Arial"/>
              </a:defRPr>
            </a:pPr>
            <a:r>
              <a:rPr sz="1350" b="0" u="none">
                <a:solidFill>
                  <a:srgbClr val="221F20"/>
                </a:solidFill>
                <a:latin typeface="Arial"/>
                <a:ea typeface="Arial"/>
                <a:cs typeface="Arial"/>
              </a:rPr>
              <a:t>small change -&gt; automated check -&gt; readable difference -&gt; review -&gt; controlled apply</a:t>
            </a:r>
          </a:p>
        </p:txBody>
      </p:sp>
      <p:sp>
        <p:nvSpPr>
          <p:cNvPr id="4" name="modern-gold-rule">
            <a:extLst>
              <a:ext uri="{FF2B5EF4-FFF2-40B4-BE49-F238E27FC236}">
                <a16:creationId xmlns:a16="http://schemas.microsoft.com/office/drawing/2014/main" id="{A41F9E2E-0AB4-4384-897C-E745E68F6A4A}"/>
              </a:ext>
            </a:extLst>
          </p:cNvPr>
          <p:cNvSpPr>
            <a:spLocks noGrp="1"/>
          </p:cNvSpPr>
          <p:nvPr/>
        </p:nvSpPr>
        <p:spPr>
          <a:xfrm>
            <a:off x="381000" y="914400"/>
            <a:ext cx="2095500" cy="47625"/>
          </a:xfrm>
          <a:prstGeom prst="rect">
            <a:avLst/>
          </a:prstGeom>
          <a:solidFill>
            <a:srgbClr val="FFCC01"/>
          </a:solidFill>
          <a:ln w="0">
            <a:solidFill>
              <a:srgbClr val="FFCC01"/>
            </a:solidFill>
            <a:prstDash val="solid"/>
          </a:ln>
        </p:spPr>
        <p:txBody>
          <a:bodyPr/>
          <a:lstStyle/>
          <a:p>
            <a:endParaRPr lang="en-US"/>
          </a:p>
        </p:txBody>
      </p:sp>
      <p:sp>
        <p:nvSpPr>
          <p:cNvPr id="5" name="section-label">
            <a:extLst>
              <a:ext uri="{FF2B5EF4-FFF2-40B4-BE49-F238E27FC236}">
                <a16:creationId xmlns:a16="http://schemas.microsoft.com/office/drawing/2014/main" id="{840F7FC5-8044-4D8A-BD68-AC3F101FAABC}"/>
              </a:ext>
            </a:extLst>
          </p:cNvPr>
          <p:cNvSpPr>
            <a:spLocks noGrp="1"/>
          </p:cNvSpPr>
          <p:nvPr/>
        </p:nvSpPr>
        <p:spPr>
          <a:xfrm>
            <a:off x="381000" y="990600"/>
            <a:ext cx="4286250" cy="171450"/>
          </a:xfrm>
          <a:prstGeom prst="rect">
            <a:avLst/>
          </a:prstGeom>
          <a:noFill/>
          <a:ln w="0">
            <a:noFill/>
            <a:prstDash val="solid"/>
          </a:ln>
        </p:spPr>
        <p:txBody>
          <a:bodyPr wrap="square" lIns="0" tIns="0" rIns="0" bIns="0" anchor="t">
            <a:normAutofit/>
          </a:bodyPr>
          <a:lstStyle/>
          <a:p>
            <a:pPr algn="l">
              <a:defRPr sz="638" b="1" u="none">
                <a:solidFill>
                  <a:srgbClr val="565557"/>
                </a:solidFill>
                <a:latin typeface="Arial"/>
                <a:ea typeface="Arial"/>
                <a:cs typeface="Arial"/>
              </a:defRPr>
            </a:pPr>
            <a:r>
              <a:rPr sz="638" b="1" u="none">
                <a:solidFill>
                  <a:srgbClr val="565557"/>
                </a:solidFill>
                <a:latin typeface="Arial"/>
                <a:ea typeface="Arial"/>
                <a:cs typeface="Arial"/>
              </a:rPr>
              <a:t>BRIDGE BETWEEN CLASSES</a:t>
            </a:r>
          </a:p>
        </p:txBody>
      </p:sp>
      <p:sp>
        <p:nvSpPr>
          <p:cNvPr id="6" name="diagram-node">
            <a:extLst>
              <a:ext uri="{FF2B5EF4-FFF2-40B4-BE49-F238E27FC236}">
                <a16:creationId xmlns:a16="http://schemas.microsoft.com/office/drawing/2014/main" id="{56377B15-823B-469F-844F-63481D4C89DC}"/>
              </a:ext>
            </a:extLst>
          </p:cNvPr>
          <p:cNvSpPr>
            <a:spLocks noGrp="1"/>
          </p:cNvSpPr>
          <p:nvPr/>
        </p:nvSpPr>
        <p:spPr>
          <a:xfrm>
            <a:off x="590550" y="2381250"/>
            <a:ext cx="1285875" cy="514350"/>
          </a:xfrm>
          <a:prstGeom prst="roundRect">
            <a:avLst>
              <a:gd name="adj" fmla="val 14815"/>
            </a:avLst>
          </a:prstGeom>
          <a:solidFill>
            <a:srgbClr val="221F20"/>
          </a:solidFill>
          <a:ln w="9525">
            <a:solidFill>
              <a:srgbClr val="221F20"/>
            </a:solidFill>
            <a:prstDash val="solid"/>
          </a:ln>
        </p:spPr>
        <p:txBody>
          <a:bodyPr wrap="square" lIns="76200" tIns="95250" rIns="76200" bIns="76200" anchor="t">
            <a:normAutofit/>
          </a:bodyPr>
          <a:lstStyle/>
          <a:p>
            <a:pPr algn="ctr">
              <a:defRPr sz="1050" b="1" u="none">
                <a:solidFill>
                  <a:srgbClr val="FFFFFF"/>
                </a:solidFill>
                <a:latin typeface="Arial"/>
                <a:ea typeface="Arial"/>
                <a:cs typeface="Arial"/>
              </a:defRPr>
            </a:pPr>
            <a:r>
              <a:rPr sz="1050" b="1" u="none">
                <a:solidFill>
                  <a:srgbClr val="FFFFFF"/>
                </a:solidFill>
                <a:latin typeface="Arial"/>
                <a:ea typeface="Arial"/>
                <a:cs typeface="Arial"/>
              </a:rPr>
              <a:t>Change</a:t>
            </a:r>
          </a:p>
        </p:txBody>
      </p:sp>
      <p:sp>
        <p:nvSpPr>
          <p:cNvPr id="7" name="diagram-arrow">
            <a:extLst>
              <a:ext uri="{FF2B5EF4-FFF2-40B4-BE49-F238E27FC236}">
                <a16:creationId xmlns:a16="http://schemas.microsoft.com/office/drawing/2014/main" id="{17558265-0665-4F16-894A-26197485AE6E}"/>
              </a:ext>
            </a:extLst>
          </p:cNvPr>
          <p:cNvSpPr>
            <a:spLocks noGrp="1"/>
          </p:cNvSpPr>
          <p:nvPr/>
        </p:nvSpPr>
        <p:spPr>
          <a:xfrm>
            <a:off x="1914525" y="2543175"/>
            <a:ext cx="190500" cy="190500"/>
          </a:xfrm>
          <a:prstGeom prst="rightArrow">
            <a:avLst/>
          </a:prstGeom>
          <a:solidFill>
            <a:srgbClr val="565557"/>
          </a:solidFill>
          <a:ln w="0">
            <a:solidFill>
              <a:srgbClr val="565557"/>
            </a:solidFill>
            <a:prstDash val="solid"/>
          </a:ln>
        </p:spPr>
        <p:txBody>
          <a:bodyPr/>
          <a:lstStyle/>
          <a:p>
            <a:endParaRPr lang="en-US"/>
          </a:p>
        </p:txBody>
      </p:sp>
      <p:sp>
        <p:nvSpPr>
          <p:cNvPr id="8" name="diagram-node">
            <a:extLst>
              <a:ext uri="{FF2B5EF4-FFF2-40B4-BE49-F238E27FC236}">
                <a16:creationId xmlns:a16="http://schemas.microsoft.com/office/drawing/2014/main" id="{4FB9A26B-A3A4-47DC-9BB0-066695CAED96}"/>
              </a:ext>
            </a:extLst>
          </p:cNvPr>
          <p:cNvSpPr>
            <a:spLocks noGrp="1"/>
          </p:cNvSpPr>
          <p:nvPr/>
        </p:nvSpPr>
        <p:spPr>
          <a:xfrm>
            <a:off x="2143125" y="2381250"/>
            <a:ext cx="1285875" cy="514350"/>
          </a:xfrm>
          <a:prstGeom prst="roundRect">
            <a:avLst>
              <a:gd name="adj" fmla="val 14815"/>
            </a:avLst>
          </a:prstGeom>
          <a:solidFill>
            <a:srgbClr val="FFCC01"/>
          </a:solidFill>
          <a:ln w="9525">
            <a:solidFill>
              <a:srgbClr val="FFCC01"/>
            </a:solidFill>
            <a:prstDash val="solid"/>
          </a:ln>
        </p:spPr>
        <p:txBody>
          <a:bodyPr wrap="square" lIns="76200" tIns="95250" rIns="76200" bIns="76200" anchor="t">
            <a:normAutofit/>
          </a:bodyPr>
          <a:lstStyle/>
          <a:p>
            <a:pPr algn="ctr">
              <a:defRPr sz="1050" b="1" u="none">
                <a:solidFill>
                  <a:srgbClr val="221F20"/>
                </a:solidFill>
                <a:latin typeface="Arial"/>
                <a:ea typeface="Arial"/>
                <a:cs typeface="Arial"/>
              </a:defRPr>
            </a:pPr>
            <a:r>
              <a:rPr sz="1050" b="1" u="none">
                <a:solidFill>
                  <a:srgbClr val="221F20"/>
                </a:solidFill>
                <a:latin typeface="Arial"/>
                <a:ea typeface="Arial"/>
                <a:cs typeface="Arial"/>
              </a:rPr>
              <a:t>Check</a:t>
            </a:r>
          </a:p>
        </p:txBody>
      </p:sp>
      <p:sp>
        <p:nvSpPr>
          <p:cNvPr id="9" name="diagram-arrow">
            <a:extLst>
              <a:ext uri="{FF2B5EF4-FFF2-40B4-BE49-F238E27FC236}">
                <a16:creationId xmlns:a16="http://schemas.microsoft.com/office/drawing/2014/main" id="{107B7623-104B-480C-8233-D192B8A8EFD2}"/>
              </a:ext>
            </a:extLst>
          </p:cNvPr>
          <p:cNvSpPr>
            <a:spLocks noGrp="1"/>
          </p:cNvSpPr>
          <p:nvPr/>
        </p:nvSpPr>
        <p:spPr>
          <a:xfrm>
            <a:off x="3467100" y="2543175"/>
            <a:ext cx="190500" cy="190500"/>
          </a:xfrm>
          <a:prstGeom prst="rightArrow">
            <a:avLst/>
          </a:prstGeom>
          <a:solidFill>
            <a:srgbClr val="565557"/>
          </a:solidFill>
          <a:ln w="0">
            <a:solidFill>
              <a:srgbClr val="565557"/>
            </a:solidFill>
            <a:prstDash val="solid"/>
          </a:ln>
        </p:spPr>
        <p:txBody>
          <a:bodyPr/>
          <a:lstStyle/>
          <a:p>
            <a:endParaRPr lang="en-US"/>
          </a:p>
        </p:txBody>
      </p:sp>
      <p:sp>
        <p:nvSpPr>
          <p:cNvPr id="10" name="diagram-node">
            <a:extLst>
              <a:ext uri="{FF2B5EF4-FFF2-40B4-BE49-F238E27FC236}">
                <a16:creationId xmlns:a16="http://schemas.microsoft.com/office/drawing/2014/main" id="{45012DE2-B6C4-4519-82F5-116FD360D1E2}"/>
              </a:ext>
            </a:extLst>
          </p:cNvPr>
          <p:cNvSpPr>
            <a:spLocks noGrp="1"/>
          </p:cNvSpPr>
          <p:nvPr/>
        </p:nvSpPr>
        <p:spPr>
          <a:xfrm>
            <a:off x="3695700" y="2381250"/>
            <a:ext cx="1285875" cy="514350"/>
          </a:xfrm>
          <a:prstGeom prst="roundRect">
            <a:avLst>
              <a:gd name="adj" fmla="val 14815"/>
            </a:avLst>
          </a:prstGeom>
          <a:solidFill>
            <a:srgbClr val="221F20"/>
          </a:solidFill>
          <a:ln w="9525">
            <a:solidFill>
              <a:srgbClr val="221F20"/>
            </a:solidFill>
            <a:prstDash val="solid"/>
          </a:ln>
        </p:spPr>
        <p:txBody>
          <a:bodyPr wrap="square" lIns="76200" tIns="95250" rIns="76200" bIns="76200" anchor="t">
            <a:normAutofit/>
          </a:bodyPr>
          <a:lstStyle/>
          <a:p>
            <a:pPr algn="ctr">
              <a:defRPr sz="1050" b="1" u="none">
                <a:solidFill>
                  <a:srgbClr val="FFFFFF"/>
                </a:solidFill>
                <a:latin typeface="Arial"/>
                <a:ea typeface="Arial"/>
                <a:cs typeface="Arial"/>
              </a:defRPr>
            </a:pPr>
            <a:r>
              <a:rPr sz="1050" b="1" u="none">
                <a:solidFill>
                  <a:srgbClr val="FFFFFF"/>
                </a:solidFill>
                <a:latin typeface="Arial"/>
                <a:ea typeface="Arial"/>
                <a:cs typeface="Arial"/>
              </a:rPr>
              <a:t>Plan</a:t>
            </a:r>
          </a:p>
        </p:txBody>
      </p:sp>
      <p:sp>
        <p:nvSpPr>
          <p:cNvPr id="11" name="diagram-arrow">
            <a:extLst>
              <a:ext uri="{FF2B5EF4-FFF2-40B4-BE49-F238E27FC236}">
                <a16:creationId xmlns:a16="http://schemas.microsoft.com/office/drawing/2014/main" id="{E952116C-3655-4200-8AA3-B50C24CDBFE1}"/>
              </a:ext>
            </a:extLst>
          </p:cNvPr>
          <p:cNvSpPr>
            <a:spLocks noGrp="1"/>
          </p:cNvSpPr>
          <p:nvPr/>
        </p:nvSpPr>
        <p:spPr>
          <a:xfrm>
            <a:off x="5019675" y="2543175"/>
            <a:ext cx="190500" cy="190500"/>
          </a:xfrm>
          <a:prstGeom prst="rightArrow">
            <a:avLst/>
          </a:prstGeom>
          <a:solidFill>
            <a:srgbClr val="565557"/>
          </a:solidFill>
          <a:ln w="0">
            <a:solidFill>
              <a:srgbClr val="565557"/>
            </a:solidFill>
            <a:prstDash val="solid"/>
          </a:ln>
        </p:spPr>
        <p:txBody>
          <a:bodyPr/>
          <a:lstStyle/>
          <a:p>
            <a:endParaRPr lang="en-US"/>
          </a:p>
        </p:txBody>
      </p:sp>
      <p:sp>
        <p:nvSpPr>
          <p:cNvPr id="12" name="diagram-node">
            <a:extLst>
              <a:ext uri="{FF2B5EF4-FFF2-40B4-BE49-F238E27FC236}">
                <a16:creationId xmlns:a16="http://schemas.microsoft.com/office/drawing/2014/main" id="{C31EADF5-A4F4-410F-AF48-BDF2B6151321}"/>
              </a:ext>
            </a:extLst>
          </p:cNvPr>
          <p:cNvSpPr>
            <a:spLocks noGrp="1"/>
          </p:cNvSpPr>
          <p:nvPr/>
        </p:nvSpPr>
        <p:spPr>
          <a:xfrm>
            <a:off x="5248275" y="2381250"/>
            <a:ext cx="1285875" cy="514350"/>
          </a:xfrm>
          <a:prstGeom prst="roundRect">
            <a:avLst>
              <a:gd name="adj" fmla="val 14815"/>
            </a:avLst>
          </a:prstGeom>
          <a:solidFill>
            <a:srgbClr val="FFCC01"/>
          </a:solidFill>
          <a:ln w="9525">
            <a:solidFill>
              <a:srgbClr val="FFCC01"/>
            </a:solidFill>
            <a:prstDash val="solid"/>
          </a:ln>
        </p:spPr>
        <p:txBody>
          <a:bodyPr wrap="square" lIns="76200" tIns="95250" rIns="76200" bIns="76200" anchor="t">
            <a:normAutofit/>
          </a:bodyPr>
          <a:lstStyle/>
          <a:p>
            <a:pPr algn="ctr">
              <a:defRPr sz="1050" b="1" u="none">
                <a:solidFill>
                  <a:srgbClr val="221F20"/>
                </a:solidFill>
                <a:latin typeface="Arial"/>
                <a:ea typeface="Arial"/>
                <a:cs typeface="Arial"/>
              </a:defRPr>
            </a:pPr>
            <a:r>
              <a:rPr sz="1050" b="1" u="none">
                <a:solidFill>
                  <a:srgbClr val="221F20"/>
                </a:solidFill>
                <a:latin typeface="Arial"/>
                <a:ea typeface="Arial"/>
                <a:cs typeface="Arial"/>
              </a:rPr>
              <a:t>Review</a:t>
            </a:r>
          </a:p>
        </p:txBody>
      </p:sp>
      <p:sp>
        <p:nvSpPr>
          <p:cNvPr id="13" name="diagram-arrow">
            <a:extLst>
              <a:ext uri="{FF2B5EF4-FFF2-40B4-BE49-F238E27FC236}">
                <a16:creationId xmlns:a16="http://schemas.microsoft.com/office/drawing/2014/main" id="{0CB68582-025D-47A5-B042-C2708CE746AA}"/>
              </a:ext>
            </a:extLst>
          </p:cNvPr>
          <p:cNvSpPr>
            <a:spLocks noGrp="1"/>
          </p:cNvSpPr>
          <p:nvPr/>
        </p:nvSpPr>
        <p:spPr>
          <a:xfrm>
            <a:off x="6572250" y="2543175"/>
            <a:ext cx="190500" cy="190500"/>
          </a:xfrm>
          <a:prstGeom prst="rightArrow">
            <a:avLst/>
          </a:prstGeom>
          <a:solidFill>
            <a:srgbClr val="565557"/>
          </a:solidFill>
          <a:ln w="0">
            <a:solidFill>
              <a:srgbClr val="565557"/>
            </a:solidFill>
            <a:prstDash val="solid"/>
          </a:ln>
        </p:spPr>
        <p:txBody>
          <a:bodyPr/>
          <a:lstStyle/>
          <a:p>
            <a:endParaRPr lang="en-US"/>
          </a:p>
        </p:txBody>
      </p:sp>
      <p:sp>
        <p:nvSpPr>
          <p:cNvPr id="14" name="diagram-node">
            <a:extLst>
              <a:ext uri="{FF2B5EF4-FFF2-40B4-BE49-F238E27FC236}">
                <a16:creationId xmlns:a16="http://schemas.microsoft.com/office/drawing/2014/main" id="{CE4C5F51-2F07-4329-A499-22739EB9DD20}"/>
              </a:ext>
            </a:extLst>
          </p:cNvPr>
          <p:cNvSpPr>
            <a:spLocks noGrp="1"/>
          </p:cNvSpPr>
          <p:nvPr/>
        </p:nvSpPr>
        <p:spPr>
          <a:xfrm>
            <a:off x="6800850" y="2381250"/>
            <a:ext cx="1285875" cy="514350"/>
          </a:xfrm>
          <a:prstGeom prst="roundRect">
            <a:avLst>
              <a:gd name="adj" fmla="val 14815"/>
            </a:avLst>
          </a:prstGeom>
          <a:solidFill>
            <a:srgbClr val="221F20"/>
          </a:solidFill>
          <a:ln w="9525">
            <a:solidFill>
              <a:srgbClr val="221F20"/>
            </a:solidFill>
            <a:prstDash val="solid"/>
          </a:ln>
        </p:spPr>
        <p:txBody>
          <a:bodyPr wrap="square" lIns="76200" tIns="95250" rIns="76200" bIns="76200" anchor="t">
            <a:normAutofit/>
          </a:bodyPr>
          <a:lstStyle/>
          <a:p>
            <a:pPr algn="ctr">
              <a:defRPr sz="1050" b="1" u="none">
                <a:solidFill>
                  <a:srgbClr val="FFFFFF"/>
                </a:solidFill>
                <a:latin typeface="Arial"/>
                <a:ea typeface="Arial"/>
                <a:cs typeface="Arial"/>
              </a:defRPr>
            </a:pPr>
            <a:r>
              <a:rPr sz="1050" b="1" u="none">
                <a:solidFill>
                  <a:srgbClr val="FFFFFF"/>
                </a:solidFill>
                <a:latin typeface="Arial"/>
                <a:ea typeface="Arial"/>
                <a:cs typeface="Arial"/>
              </a:rPr>
              <a:t>Apply</a:t>
            </a:r>
          </a:p>
        </p:txBody>
      </p:sp>
    </p:spTree>
    <p:extLst>
      <p:ext uri="{BB962C8B-B14F-4D97-AF65-F5344CB8AC3E}">
        <p14:creationId xmlns:p14="http://schemas.microsoft.com/office/powerpoint/2010/main" val="34599081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3EBA7D-B4B3-3797-8578-839899CDAF0F}"/>
              </a:ext>
            </a:extLst>
          </p:cNvPr>
          <p:cNvSpPr>
            <a:spLocks noGrp="1"/>
          </p:cNvSpPr>
          <p:nvPr>
            <p:ph type="title"/>
          </p:nvPr>
        </p:nvSpPr>
        <p:spPr>
          <a:xfrm>
            <a:off x="381000" y="361950"/>
            <a:ext cx="6953250" cy="552450"/>
          </a:xfrm>
        </p:spPr>
        <p:txBody>
          <a:bodyPr wrap="square" lIns="0" tIns="0" rIns="38100" bIns="0" anchor="t">
            <a:normAutofit/>
          </a:bodyPr>
          <a:lstStyle/>
          <a:p>
            <a:pPr algn="l">
              <a:buNone/>
              <a:defRPr sz="2175" b="1" u="none">
                <a:solidFill>
                  <a:srgbClr val="221F20"/>
                </a:solidFill>
                <a:latin typeface="Arial"/>
                <a:ea typeface="Arial"/>
                <a:cs typeface="Arial"/>
              </a:defRPr>
            </a:pPr>
            <a:r>
              <a:rPr sz="2175" b="1" u="none">
                <a:solidFill>
                  <a:srgbClr val="221F20"/>
                </a:solidFill>
                <a:latin typeface="Arial"/>
                <a:ea typeface="Arial"/>
                <a:cs typeface="Arial"/>
              </a:rPr>
              <a:t>References and lab resources</a:t>
            </a:r>
          </a:p>
        </p:txBody>
      </p:sp>
      <p:sp>
        <p:nvSpPr>
          <p:cNvPr id="3" name="Content Placeholder 2">
            <a:extLst>
              <a:ext uri="{FF2B5EF4-FFF2-40B4-BE49-F238E27FC236}">
                <a16:creationId xmlns:a16="http://schemas.microsoft.com/office/drawing/2014/main" id="{D93EE42B-DB9D-4A87-960F-9EAB79C801BC}"/>
              </a:ext>
            </a:extLst>
          </p:cNvPr>
          <p:cNvSpPr>
            <a:spLocks noGrp="1"/>
          </p:cNvSpPr>
          <p:nvPr>
            <p:ph idx="1"/>
          </p:nvPr>
        </p:nvSpPr>
        <p:spPr>
          <a:xfrm>
            <a:off x="552450" y="1181100"/>
            <a:ext cx="7677150" cy="3048000"/>
          </a:xfrm>
        </p:spPr>
        <p:txBody>
          <a:bodyPr wrap="square" lIns="0" tIns="0" rIns="38100" bIns="0" anchor="t">
            <a:normAutofit/>
          </a:bodyPr>
          <a:lstStyle/>
          <a:p>
            <a:pPr marL="0" indent="0" algn="l">
              <a:spcBef>
                <a:spcPts val="0"/>
              </a:spcBef>
              <a:spcAft>
                <a:spcPts val="650"/>
              </a:spcAft>
              <a:buNone/>
              <a:defRPr sz="1350" b="0" u="none">
                <a:solidFill>
                  <a:srgbClr val="221F20"/>
                </a:solidFill>
                <a:latin typeface="Arial"/>
                <a:ea typeface="Arial"/>
                <a:cs typeface="Arial"/>
              </a:defRPr>
            </a:pPr>
            <a:r>
              <a:rPr sz="1350" b="0" u="none">
                <a:solidFill>
                  <a:srgbClr val="221F20"/>
                </a:solidFill>
                <a:latin typeface="Arial"/>
                <a:ea typeface="Arial"/>
                <a:cs typeface="Arial"/>
              </a:rPr>
              <a:t>GitHub Actions documentation: docs.github.com/actions</a:t>
            </a:r>
          </a:p>
          <a:p>
            <a:pPr marL="0" indent="0" algn="l">
              <a:spcBef>
                <a:spcPts val="0"/>
              </a:spcBef>
              <a:spcAft>
                <a:spcPts val="650"/>
              </a:spcAft>
              <a:buNone/>
              <a:defRPr sz="1350" b="0" u="none">
                <a:solidFill>
                  <a:srgbClr val="221F20"/>
                </a:solidFill>
                <a:latin typeface="Arial"/>
                <a:ea typeface="Arial"/>
                <a:cs typeface="Arial"/>
              </a:defRPr>
            </a:pPr>
            <a:r>
              <a:rPr sz="1350" b="0" u="none">
                <a:solidFill>
                  <a:srgbClr val="221F20"/>
                </a:solidFill>
                <a:latin typeface="Arial"/>
                <a:ea typeface="Arial"/>
                <a:cs typeface="Arial"/>
              </a:rPr>
              <a:t>Workflow syntax: docs.github.com/actions/using-workflows/workflow-syntax-for-github-actions</a:t>
            </a:r>
          </a:p>
          <a:p>
            <a:pPr marL="0" indent="0" algn="l">
              <a:spcBef>
                <a:spcPts val="0"/>
              </a:spcBef>
              <a:spcAft>
                <a:spcPts val="650"/>
              </a:spcAft>
              <a:buNone/>
              <a:defRPr sz="1350" b="0" u="none">
                <a:solidFill>
                  <a:srgbClr val="221F20"/>
                </a:solidFill>
                <a:latin typeface="Arial"/>
                <a:ea typeface="Arial"/>
                <a:cs typeface="Arial"/>
              </a:defRPr>
            </a:pPr>
            <a:r>
              <a:rPr sz="1350" b="0" u="none">
                <a:solidFill>
                  <a:srgbClr val="221F20"/>
                </a:solidFill>
                <a:latin typeface="Arial"/>
                <a:ea typeface="Arial"/>
                <a:cs typeface="Arial"/>
              </a:rPr>
              <a:t>GitHub Skills lab: github.com/skills/test-with-actions</a:t>
            </a:r>
          </a:p>
          <a:p>
            <a:pPr marL="0" indent="0" algn="l">
              <a:spcBef>
                <a:spcPts val="0"/>
              </a:spcBef>
              <a:spcAft>
                <a:spcPts val="650"/>
              </a:spcAft>
              <a:buNone/>
              <a:defRPr sz="1350" b="0" u="none">
                <a:solidFill>
                  <a:srgbClr val="221F20"/>
                </a:solidFill>
                <a:latin typeface="Arial"/>
                <a:ea typeface="Arial"/>
                <a:cs typeface="Arial"/>
              </a:defRPr>
            </a:pPr>
            <a:r>
              <a:rPr sz="1350" b="0" u="none">
                <a:solidFill>
                  <a:srgbClr val="221F20"/>
                </a:solidFill>
                <a:latin typeface="Arial"/>
                <a:ea typeface="Arial"/>
                <a:cs typeface="Arial"/>
              </a:rPr>
              <a:t>Terraform CLI commands: developer.hashicorp.com/terraform/cli/commands</a:t>
            </a:r>
          </a:p>
          <a:p>
            <a:pPr marL="0" indent="0" algn="l">
              <a:spcBef>
                <a:spcPts val="0"/>
              </a:spcBef>
              <a:spcAft>
                <a:spcPts val="650"/>
              </a:spcAft>
              <a:buNone/>
              <a:defRPr sz="1350" b="0" u="none">
                <a:solidFill>
                  <a:srgbClr val="221F20"/>
                </a:solidFill>
                <a:latin typeface="Arial"/>
                <a:ea typeface="Arial"/>
                <a:cs typeface="Arial"/>
              </a:defRPr>
            </a:pPr>
            <a:r>
              <a:rPr sz="1350" b="0" u="none">
                <a:solidFill>
                  <a:srgbClr val="221F20"/>
                </a:solidFill>
                <a:latin typeface="Arial"/>
                <a:ea typeface="Arial"/>
                <a:cs typeface="Arial"/>
              </a:rPr>
              <a:t>terraform_data resource: developer.hashicorp.com/terraform/language/resources/terraform-data</a:t>
            </a:r>
          </a:p>
          <a:p>
            <a:pPr marL="0" indent="0" algn="l">
              <a:spcBef>
                <a:spcPts val="0"/>
              </a:spcBef>
              <a:spcAft>
                <a:spcPts val="650"/>
              </a:spcAft>
              <a:buNone/>
              <a:defRPr sz="1350" b="0" u="none">
                <a:solidFill>
                  <a:srgbClr val="221F20"/>
                </a:solidFill>
                <a:latin typeface="Arial"/>
                <a:ea typeface="Arial"/>
                <a:cs typeface="Arial"/>
              </a:defRPr>
            </a:pPr>
            <a:r>
              <a:rPr sz="1350" b="0" u="none">
                <a:solidFill>
                  <a:srgbClr val="221F20"/>
                </a:solidFill>
                <a:latin typeface="Arial"/>
                <a:ea typeface="Arial"/>
                <a:cs typeface="Arial"/>
              </a:rPr>
              <a:t>Terraform values and modules: developer.hashicorp.com/terraform/language/values</a:t>
            </a:r>
          </a:p>
        </p:txBody>
      </p:sp>
      <p:sp>
        <p:nvSpPr>
          <p:cNvPr id="4" name="modern-gold-rule">
            <a:extLst>
              <a:ext uri="{FF2B5EF4-FFF2-40B4-BE49-F238E27FC236}">
                <a16:creationId xmlns:a16="http://schemas.microsoft.com/office/drawing/2014/main" id="{34A19E58-5CB6-498E-B283-D624D280BDEC}"/>
              </a:ext>
            </a:extLst>
          </p:cNvPr>
          <p:cNvSpPr>
            <a:spLocks noGrp="1"/>
          </p:cNvSpPr>
          <p:nvPr/>
        </p:nvSpPr>
        <p:spPr>
          <a:xfrm>
            <a:off x="381000" y="914400"/>
            <a:ext cx="2095500" cy="47625"/>
          </a:xfrm>
          <a:prstGeom prst="rect">
            <a:avLst/>
          </a:prstGeom>
          <a:solidFill>
            <a:srgbClr val="FFCC01"/>
          </a:solidFill>
          <a:ln w="0">
            <a:solidFill>
              <a:srgbClr val="FFCC01"/>
            </a:solidFill>
            <a:prstDash val="solid"/>
          </a:ln>
        </p:spPr>
        <p:txBody>
          <a:bodyPr/>
          <a:lstStyle/>
          <a:p>
            <a:endParaRPr lang="en-US"/>
          </a:p>
        </p:txBody>
      </p:sp>
      <p:sp>
        <p:nvSpPr>
          <p:cNvPr id="5" name="section-label">
            <a:extLst>
              <a:ext uri="{FF2B5EF4-FFF2-40B4-BE49-F238E27FC236}">
                <a16:creationId xmlns:a16="http://schemas.microsoft.com/office/drawing/2014/main" id="{0B0D2113-13E7-49E6-A1F1-DDC22359F2E4}"/>
              </a:ext>
            </a:extLst>
          </p:cNvPr>
          <p:cNvSpPr>
            <a:spLocks noGrp="1"/>
          </p:cNvSpPr>
          <p:nvPr/>
        </p:nvSpPr>
        <p:spPr>
          <a:xfrm>
            <a:off x="381000" y="990600"/>
            <a:ext cx="4286250" cy="171450"/>
          </a:xfrm>
          <a:prstGeom prst="rect">
            <a:avLst/>
          </a:prstGeom>
          <a:noFill/>
          <a:ln w="0">
            <a:noFill/>
            <a:prstDash val="solid"/>
          </a:ln>
        </p:spPr>
        <p:txBody>
          <a:bodyPr wrap="square" lIns="0" tIns="0" rIns="0" bIns="0" anchor="t">
            <a:normAutofit/>
          </a:bodyPr>
          <a:lstStyle/>
          <a:p>
            <a:pPr algn="l">
              <a:defRPr sz="638" b="1" u="none">
                <a:solidFill>
                  <a:srgbClr val="565557"/>
                </a:solidFill>
                <a:latin typeface="Arial"/>
                <a:ea typeface="Arial"/>
                <a:cs typeface="Arial"/>
              </a:defRPr>
            </a:pPr>
            <a:r>
              <a:rPr sz="638" b="1" u="none">
                <a:solidFill>
                  <a:srgbClr val="565557"/>
                </a:solidFill>
                <a:latin typeface="Arial"/>
                <a:ea typeface="Arial"/>
                <a:cs typeface="Arial"/>
              </a:rPr>
              <a:t>RESOURCES</a:t>
            </a:r>
          </a:p>
        </p:txBody>
      </p:sp>
    </p:spTree>
    <p:extLst>
      <p:ext uri="{BB962C8B-B14F-4D97-AF65-F5344CB8AC3E}">
        <p14:creationId xmlns:p14="http://schemas.microsoft.com/office/powerpoint/2010/main" val="34599081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3EBA7D-B4B3-3797-8578-839899CDAF0F}"/>
              </a:ext>
            </a:extLst>
          </p:cNvPr>
          <p:cNvSpPr>
            <a:spLocks noGrp="1"/>
          </p:cNvSpPr>
          <p:nvPr>
            <p:ph type="title"/>
          </p:nvPr>
        </p:nvSpPr>
        <p:spPr>
          <a:xfrm>
            <a:off x="381000" y="361950"/>
            <a:ext cx="6953250" cy="552450"/>
          </a:xfrm>
        </p:spPr>
        <p:txBody>
          <a:bodyPr wrap="square" lIns="0" tIns="0" rIns="38100" bIns="0" anchor="t">
            <a:normAutofit/>
          </a:bodyPr>
          <a:lstStyle/>
          <a:p>
            <a:pPr algn="l">
              <a:buNone/>
              <a:defRPr sz="2175" b="1" u="none">
                <a:solidFill>
                  <a:srgbClr val="221F20"/>
                </a:solidFill>
                <a:latin typeface="Arial"/>
                <a:ea typeface="Arial"/>
                <a:cs typeface="Arial"/>
              </a:defRPr>
            </a:pPr>
            <a:r>
              <a:rPr sz="2175" b="1" u="none">
                <a:solidFill>
                  <a:srgbClr val="221F20"/>
                </a:solidFill>
                <a:latin typeface="Arial"/>
                <a:ea typeface="Arial"/>
                <a:cs typeface="Arial"/>
              </a:rPr>
              <a:t>The habit is the same across both classes</a:t>
            </a:r>
          </a:p>
        </p:txBody>
      </p:sp>
      <p:sp>
        <p:nvSpPr>
          <p:cNvPr id="3" name="Content Placeholder 2">
            <a:extLst>
              <a:ext uri="{FF2B5EF4-FFF2-40B4-BE49-F238E27FC236}">
                <a16:creationId xmlns:a16="http://schemas.microsoft.com/office/drawing/2014/main" id="{D93EE42B-DB9D-4A87-960F-9EAB79C801BC}"/>
              </a:ext>
            </a:extLst>
          </p:cNvPr>
          <p:cNvSpPr>
            <a:spLocks noGrp="1"/>
          </p:cNvSpPr>
          <p:nvPr>
            <p:ph idx="1"/>
          </p:nvPr>
        </p:nvSpPr>
        <p:spPr>
          <a:xfrm>
            <a:off x="552450" y="1181100"/>
            <a:ext cx="7677150" cy="3048000"/>
          </a:xfrm>
        </p:spPr>
        <p:txBody>
          <a:bodyPr wrap="square" lIns="0" tIns="0" rIns="38100" bIns="0" anchor="t">
            <a:normAutofit/>
          </a:bodyPr>
          <a:lstStyle/>
          <a:p>
            <a:pPr marL="0" indent="0" algn="l">
              <a:spcBef>
                <a:spcPts val="0"/>
              </a:spcBef>
              <a:spcAft>
                <a:spcPts val="650"/>
              </a:spcAft>
              <a:buNone/>
              <a:defRPr sz="1350" b="0" u="none">
                <a:solidFill>
                  <a:srgbClr val="221F20"/>
                </a:solidFill>
                <a:latin typeface="Arial"/>
                <a:ea typeface="Arial"/>
                <a:cs typeface="Arial"/>
              </a:defRPr>
            </a:pPr>
            <a:r>
              <a:rPr sz="1350" b="0" u="none">
                <a:solidFill>
                  <a:srgbClr val="221F20"/>
                </a:solidFill>
                <a:latin typeface="Arial"/>
                <a:ea typeface="Arial"/>
                <a:cs typeface="Arial"/>
              </a:rPr>
              <a:t>Write the intended change in code.</a:t>
            </a:r>
          </a:p>
          <a:p>
            <a:pPr marL="0" indent="0" algn="l">
              <a:spcBef>
                <a:spcPts val="0"/>
              </a:spcBef>
              <a:spcAft>
                <a:spcPts val="650"/>
              </a:spcAft>
              <a:buNone/>
              <a:defRPr sz="1350" b="0" u="none">
                <a:solidFill>
                  <a:srgbClr val="221F20"/>
                </a:solidFill>
                <a:latin typeface="Arial"/>
                <a:ea typeface="Arial"/>
                <a:cs typeface="Arial"/>
              </a:defRPr>
            </a:pPr>
            <a:r>
              <a:rPr sz="1350" b="0" u="none">
                <a:solidFill>
                  <a:srgbClr val="221F20"/>
                </a:solidFill>
                <a:latin typeface="Arial"/>
                <a:ea typeface="Arial"/>
                <a:cs typeface="Arial"/>
              </a:rPr>
              <a:t>Run automated checks.</a:t>
            </a:r>
          </a:p>
          <a:p>
            <a:pPr marL="0" indent="0" algn="l">
              <a:spcBef>
                <a:spcPts val="0"/>
              </a:spcBef>
              <a:spcAft>
                <a:spcPts val="650"/>
              </a:spcAft>
              <a:buNone/>
              <a:defRPr sz="1350" b="0" u="none">
                <a:solidFill>
                  <a:srgbClr val="221F20"/>
                </a:solidFill>
                <a:latin typeface="Arial"/>
                <a:ea typeface="Arial"/>
                <a:cs typeface="Arial"/>
              </a:defRPr>
            </a:pPr>
            <a:r>
              <a:rPr sz="1350" b="0" u="none">
                <a:solidFill>
                  <a:srgbClr val="221F20"/>
                </a:solidFill>
                <a:latin typeface="Arial"/>
                <a:ea typeface="Arial"/>
                <a:cs typeface="Arial"/>
              </a:rPr>
              <a:t>Preview the difference.</a:t>
            </a:r>
          </a:p>
          <a:p>
            <a:pPr marL="0" indent="0" algn="l">
              <a:spcBef>
                <a:spcPts val="0"/>
              </a:spcBef>
              <a:spcAft>
                <a:spcPts val="650"/>
              </a:spcAft>
              <a:buNone/>
              <a:defRPr sz="1350" b="0" u="none">
                <a:solidFill>
                  <a:srgbClr val="221F20"/>
                </a:solidFill>
                <a:latin typeface="Arial"/>
                <a:ea typeface="Arial"/>
                <a:cs typeface="Arial"/>
              </a:defRPr>
            </a:pPr>
            <a:r>
              <a:rPr sz="1350" b="0" u="none">
                <a:solidFill>
                  <a:srgbClr val="221F20"/>
                </a:solidFill>
                <a:latin typeface="Arial"/>
                <a:ea typeface="Arial"/>
                <a:cs typeface="Arial"/>
              </a:rPr>
              <a:t>Review before merge or apply.</a:t>
            </a:r>
          </a:p>
          <a:p>
            <a:pPr marL="0" indent="0" algn="l">
              <a:spcBef>
                <a:spcPts val="0"/>
              </a:spcBef>
              <a:spcAft>
                <a:spcPts val="650"/>
              </a:spcAft>
              <a:buNone/>
              <a:defRPr sz="1350" b="0" u="none">
                <a:solidFill>
                  <a:srgbClr val="221F20"/>
                </a:solidFill>
                <a:latin typeface="Arial"/>
                <a:ea typeface="Arial"/>
                <a:cs typeface="Arial"/>
              </a:defRPr>
            </a:pPr>
            <a:r>
              <a:rPr sz="1350" b="0" u="none">
                <a:solidFill>
                  <a:srgbClr val="221F20"/>
                </a:solidFill>
                <a:latin typeface="Arial"/>
                <a:ea typeface="Arial"/>
                <a:cs typeface="Arial"/>
              </a:rPr>
              <a:t>Keep the path repeatable enough that the next change is safer.</a:t>
            </a:r>
          </a:p>
        </p:txBody>
      </p:sp>
      <p:sp>
        <p:nvSpPr>
          <p:cNvPr id="4" name="modern-gold-rule">
            <a:extLst>
              <a:ext uri="{FF2B5EF4-FFF2-40B4-BE49-F238E27FC236}">
                <a16:creationId xmlns:a16="http://schemas.microsoft.com/office/drawing/2014/main" id="{51110244-C29C-41BA-93C1-D38AB8FBC6AA}"/>
              </a:ext>
            </a:extLst>
          </p:cNvPr>
          <p:cNvSpPr>
            <a:spLocks noGrp="1"/>
          </p:cNvSpPr>
          <p:nvPr/>
        </p:nvSpPr>
        <p:spPr>
          <a:xfrm>
            <a:off x="381000" y="914400"/>
            <a:ext cx="2095500" cy="47625"/>
          </a:xfrm>
          <a:prstGeom prst="rect">
            <a:avLst/>
          </a:prstGeom>
          <a:solidFill>
            <a:srgbClr val="FFCC01"/>
          </a:solidFill>
          <a:ln w="0">
            <a:solidFill>
              <a:srgbClr val="FFCC01"/>
            </a:solidFill>
            <a:prstDash val="solid"/>
          </a:ln>
        </p:spPr>
        <p:txBody>
          <a:bodyPr/>
          <a:lstStyle/>
          <a:p>
            <a:endParaRPr lang="en-US"/>
          </a:p>
        </p:txBody>
      </p:sp>
      <p:sp>
        <p:nvSpPr>
          <p:cNvPr id="5" name="section-label">
            <a:extLst>
              <a:ext uri="{FF2B5EF4-FFF2-40B4-BE49-F238E27FC236}">
                <a16:creationId xmlns:a16="http://schemas.microsoft.com/office/drawing/2014/main" id="{3E5535FF-6075-473F-8627-6ACD5400E9C4}"/>
              </a:ext>
            </a:extLst>
          </p:cNvPr>
          <p:cNvSpPr>
            <a:spLocks noGrp="1"/>
          </p:cNvSpPr>
          <p:nvPr/>
        </p:nvSpPr>
        <p:spPr>
          <a:xfrm>
            <a:off x="381000" y="990600"/>
            <a:ext cx="4286250" cy="171450"/>
          </a:xfrm>
          <a:prstGeom prst="rect">
            <a:avLst/>
          </a:prstGeom>
          <a:noFill/>
          <a:ln w="0">
            <a:noFill/>
            <a:prstDash val="solid"/>
          </a:ln>
        </p:spPr>
        <p:txBody>
          <a:bodyPr wrap="square" lIns="0" tIns="0" rIns="0" bIns="0" anchor="t">
            <a:normAutofit/>
          </a:bodyPr>
          <a:lstStyle/>
          <a:p>
            <a:pPr algn="l">
              <a:defRPr sz="638" b="1" u="none">
                <a:solidFill>
                  <a:srgbClr val="565557"/>
                </a:solidFill>
                <a:latin typeface="Arial"/>
                <a:ea typeface="Arial"/>
                <a:cs typeface="Arial"/>
              </a:defRPr>
            </a:pPr>
            <a:r>
              <a:rPr sz="638" b="1" u="none">
                <a:solidFill>
                  <a:srgbClr val="565557"/>
                </a:solidFill>
                <a:latin typeface="Arial"/>
                <a:ea typeface="Arial"/>
                <a:cs typeface="Arial"/>
              </a:rPr>
              <a:t>CLOSE</a:t>
            </a:r>
          </a:p>
        </p:txBody>
      </p:sp>
    </p:spTree>
    <p:extLst>
      <p:ext uri="{BB962C8B-B14F-4D97-AF65-F5344CB8AC3E}">
        <p14:creationId xmlns:p14="http://schemas.microsoft.com/office/powerpoint/2010/main" val="34599081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3EBA7D-B4B3-3797-8578-839899CDAF0F}"/>
              </a:ext>
            </a:extLst>
          </p:cNvPr>
          <p:cNvSpPr>
            <a:spLocks noGrp="1"/>
          </p:cNvSpPr>
          <p:nvPr>
            <p:ph type="title"/>
          </p:nvPr>
        </p:nvSpPr>
        <p:spPr>
          <a:xfrm>
            <a:off x="381000" y="361950"/>
            <a:ext cx="6953250" cy="552450"/>
          </a:xfrm>
        </p:spPr>
        <p:txBody>
          <a:bodyPr wrap="square" lIns="0" tIns="0" rIns="38100" bIns="0" anchor="t">
            <a:normAutofit/>
          </a:bodyPr>
          <a:lstStyle/>
          <a:p>
            <a:pPr algn="l">
              <a:buNone/>
              <a:defRPr sz="2175" b="1" u="none">
                <a:solidFill>
                  <a:srgbClr val="221F20"/>
                </a:solidFill>
                <a:latin typeface="Arial"/>
                <a:ea typeface="Arial"/>
                <a:cs typeface="Arial"/>
              </a:defRPr>
            </a:pPr>
            <a:r>
              <a:rPr sz="2175" b="1" u="none">
                <a:solidFill>
                  <a:srgbClr val="221F20"/>
                </a:solidFill>
                <a:latin typeface="Arial"/>
                <a:ea typeface="Arial"/>
                <a:cs typeface="Arial"/>
              </a:rPr>
              <a:t>Capstone: one pull request, two safety nets</a:t>
            </a:r>
          </a:p>
        </p:txBody>
      </p:sp>
      <p:sp>
        <p:nvSpPr>
          <p:cNvPr id="3" name="Content Placeholder 2">
            <a:extLst>
              <a:ext uri="{FF2B5EF4-FFF2-40B4-BE49-F238E27FC236}">
                <a16:creationId xmlns:a16="http://schemas.microsoft.com/office/drawing/2014/main" id="{D93EE42B-DB9D-4A87-960F-9EAB79C801BC}"/>
              </a:ext>
            </a:extLst>
          </p:cNvPr>
          <p:cNvSpPr>
            <a:spLocks noGrp="1"/>
          </p:cNvSpPr>
          <p:nvPr>
            <p:ph idx="1"/>
          </p:nvPr>
        </p:nvSpPr>
        <p:spPr>
          <a:xfrm>
            <a:off x="552450" y="1181100"/>
            <a:ext cx="7677150" cy="2333625"/>
          </a:xfrm>
        </p:spPr>
        <p:txBody>
          <a:bodyPr wrap="square" lIns="0" tIns="0" rIns="38100" bIns="0" anchor="t">
            <a:normAutofit/>
          </a:bodyPr>
          <a:lstStyle/>
          <a:p>
            <a:pPr marL="0" indent="0" algn="l">
              <a:spcBef>
                <a:spcPts val="0"/>
              </a:spcBef>
              <a:spcAft>
                <a:spcPts val="650"/>
              </a:spcAft>
              <a:buNone/>
              <a:defRPr sz="1350" b="0" u="none">
                <a:solidFill>
                  <a:srgbClr val="221F20"/>
                </a:solidFill>
                <a:latin typeface="Arial"/>
                <a:ea typeface="Arial"/>
                <a:cs typeface="Arial"/>
              </a:defRPr>
            </a:pPr>
            <a:r>
              <a:rPr sz="1350" b="0" u="none" dirty="0">
                <a:solidFill>
                  <a:srgbClr val="221F20"/>
                </a:solidFill>
                <a:latin typeface="Arial"/>
                <a:ea typeface="Arial"/>
                <a:cs typeface="Arial"/>
              </a:rPr>
              <a:t>Students make one pull request that includes:</a:t>
            </a:r>
          </a:p>
          <a:p>
            <a:pPr marL="0" indent="0" algn="l">
              <a:spcBef>
                <a:spcPts val="0"/>
              </a:spcBef>
              <a:spcAft>
                <a:spcPts val="650"/>
              </a:spcAft>
              <a:buNone/>
              <a:defRPr sz="1350" b="0" u="none">
                <a:solidFill>
                  <a:srgbClr val="221F20"/>
                </a:solidFill>
                <a:latin typeface="Arial"/>
                <a:ea typeface="Arial"/>
                <a:cs typeface="Arial"/>
              </a:defRPr>
            </a:pPr>
            <a:r>
              <a:rPr sz="1350" b="0" u="none" dirty="0">
                <a:solidFill>
                  <a:srgbClr val="221F20"/>
                </a:solidFill>
                <a:latin typeface="Arial"/>
                <a:ea typeface="Arial"/>
                <a:cs typeface="Arial"/>
              </a:rPr>
              <a:t>An application change that must pass CI.</a:t>
            </a:r>
          </a:p>
          <a:p>
            <a:pPr marL="0" indent="0" algn="l">
              <a:spcBef>
                <a:spcPts val="0"/>
              </a:spcBef>
              <a:spcAft>
                <a:spcPts val="650"/>
              </a:spcAft>
              <a:buNone/>
              <a:defRPr sz="1350" b="0" u="none">
                <a:solidFill>
                  <a:srgbClr val="221F20"/>
                </a:solidFill>
                <a:latin typeface="Arial"/>
                <a:ea typeface="Arial"/>
                <a:cs typeface="Arial"/>
              </a:defRPr>
            </a:pPr>
            <a:r>
              <a:rPr sz="1350" b="0" u="none" dirty="0">
                <a:solidFill>
                  <a:srgbClr val="221F20"/>
                </a:solidFill>
                <a:latin typeface="Arial"/>
                <a:ea typeface="Arial"/>
                <a:cs typeface="Arial"/>
              </a:rPr>
              <a:t>A Terraform change that must pass format, validate, and test or plan review.</a:t>
            </a:r>
          </a:p>
          <a:p>
            <a:pPr marL="0" indent="0" algn="l">
              <a:spcBef>
                <a:spcPts val="0"/>
              </a:spcBef>
              <a:spcAft>
                <a:spcPts val="650"/>
              </a:spcAft>
              <a:buNone/>
              <a:defRPr sz="1350" b="0" u="none">
                <a:solidFill>
                  <a:srgbClr val="221F20"/>
                </a:solidFill>
                <a:latin typeface="Arial"/>
                <a:ea typeface="Arial"/>
                <a:cs typeface="Arial"/>
              </a:defRPr>
            </a:pPr>
            <a:endParaRPr sz="1350" b="0" u="none" dirty="0">
              <a:solidFill>
                <a:srgbClr val="221F20"/>
              </a:solidFill>
              <a:latin typeface="Arial"/>
              <a:ea typeface="Arial"/>
              <a:cs typeface="Arial"/>
            </a:endParaRPr>
          </a:p>
          <a:p>
            <a:pPr marL="0" indent="0" algn="l">
              <a:spcBef>
                <a:spcPts val="0"/>
              </a:spcBef>
              <a:spcAft>
                <a:spcPts val="650"/>
              </a:spcAft>
              <a:buNone/>
              <a:defRPr sz="1350" b="0" u="none">
                <a:solidFill>
                  <a:srgbClr val="221F20"/>
                </a:solidFill>
                <a:latin typeface="Arial"/>
                <a:ea typeface="Arial"/>
                <a:cs typeface="Arial"/>
              </a:defRPr>
            </a:pPr>
            <a:r>
              <a:rPr sz="1350" b="0" u="none" dirty="0">
                <a:solidFill>
                  <a:srgbClr val="221F20"/>
                </a:solidFill>
                <a:latin typeface="Arial"/>
                <a:ea typeface="Arial"/>
                <a:cs typeface="Arial"/>
              </a:rPr>
              <a:t>The merge decision uses both signals.</a:t>
            </a:r>
          </a:p>
        </p:txBody>
      </p:sp>
      <p:sp>
        <p:nvSpPr>
          <p:cNvPr id="4" name="modern-gold-rule">
            <a:extLst>
              <a:ext uri="{FF2B5EF4-FFF2-40B4-BE49-F238E27FC236}">
                <a16:creationId xmlns:a16="http://schemas.microsoft.com/office/drawing/2014/main" id="{7A2A091E-45DA-428B-8BC2-D0886AA7E5D1}"/>
              </a:ext>
            </a:extLst>
          </p:cNvPr>
          <p:cNvSpPr>
            <a:spLocks noGrp="1"/>
          </p:cNvSpPr>
          <p:nvPr/>
        </p:nvSpPr>
        <p:spPr>
          <a:xfrm>
            <a:off x="381000" y="914400"/>
            <a:ext cx="2095500" cy="47625"/>
          </a:xfrm>
          <a:prstGeom prst="rect">
            <a:avLst/>
          </a:prstGeom>
          <a:solidFill>
            <a:srgbClr val="FFCC01"/>
          </a:solidFill>
          <a:ln w="0">
            <a:solidFill>
              <a:srgbClr val="FFCC01"/>
            </a:solidFill>
            <a:prstDash val="solid"/>
          </a:ln>
        </p:spPr>
        <p:txBody>
          <a:bodyPr/>
          <a:lstStyle/>
          <a:p>
            <a:endParaRPr lang="en-US"/>
          </a:p>
        </p:txBody>
      </p:sp>
      <p:sp>
        <p:nvSpPr>
          <p:cNvPr id="5" name="section-label">
            <a:extLst>
              <a:ext uri="{FF2B5EF4-FFF2-40B4-BE49-F238E27FC236}">
                <a16:creationId xmlns:a16="http://schemas.microsoft.com/office/drawing/2014/main" id="{437780D5-177E-4202-875E-603C680B9AFA}"/>
              </a:ext>
            </a:extLst>
          </p:cNvPr>
          <p:cNvSpPr>
            <a:spLocks noGrp="1"/>
          </p:cNvSpPr>
          <p:nvPr/>
        </p:nvSpPr>
        <p:spPr>
          <a:xfrm>
            <a:off x="381000" y="990600"/>
            <a:ext cx="4286250" cy="171450"/>
          </a:xfrm>
          <a:prstGeom prst="rect">
            <a:avLst/>
          </a:prstGeom>
          <a:noFill/>
          <a:ln w="0">
            <a:noFill/>
            <a:prstDash val="solid"/>
          </a:ln>
        </p:spPr>
        <p:txBody>
          <a:bodyPr wrap="square" lIns="0" tIns="0" rIns="0" bIns="0" anchor="t">
            <a:normAutofit/>
          </a:bodyPr>
          <a:lstStyle/>
          <a:p>
            <a:pPr algn="l">
              <a:defRPr sz="638" b="1" u="none">
                <a:solidFill>
                  <a:srgbClr val="565557"/>
                </a:solidFill>
                <a:latin typeface="Arial"/>
                <a:ea typeface="Arial"/>
                <a:cs typeface="Arial"/>
              </a:defRPr>
            </a:pPr>
            <a:r>
              <a:rPr sz="638" b="1" u="none">
                <a:solidFill>
                  <a:srgbClr val="565557"/>
                </a:solidFill>
                <a:latin typeface="Arial"/>
                <a:ea typeface="Arial"/>
                <a:cs typeface="Arial"/>
              </a:rPr>
              <a:t>INTEGRATED EXERCISE</a:t>
            </a:r>
          </a:p>
        </p:txBody>
      </p:sp>
      <p:sp>
        <p:nvSpPr>
          <p:cNvPr id="6" name="diagram-node">
            <a:extLst>
              <a:ext uri="{FF2B5EF4-FFF2-40B4-BE49-F238E27FC236}">
                <a16:creationId xmlns:a16="http://schemas.microsoft.com/office/drawing/2014/main" id="{8F472EE6-4EF6-4E5C-A62D-88289B41198F}"/>
              </a:ext>
            </a:extLst>
          </p:cNvPr>
          <p:cNvSpPr>
            <a:spLocks noGrp="1"/>
          </p:cNvSpPr>
          <p:nvPr/>
        </p:nvSpPr>
        <p:spPr>
          <a:xfrm>
            <a:off x="670063" y="3714750"/>
            <a:ext cx="1285875" cy="514350"/>
          </a:xfrm>
          <a:prstGeom prst="roundRect">
            <a:avLst>
              <a:gd name="adj" fmla="val 14815"/>
            </a:avLst>
          </a:prstGeom>
          <a:solidFill>
            <a:srgbClr val="221F20"/>
          </a:solidFill>
          <a:ln w="9525">
            <a:solidFill>
              <a:srgbClr val="221F20"/>
            </a:solidFill>
            <a:prstDash val="solid"/>
          </a:ln>
        </p:spPr>
        <p:txBody>
          <a:bodyPr wrap="square" lIns="76200" tIns="95250" rIns="76200" bIns="76200" anchor="t">
            <a:normAutofit/>
          </a:bodyPr>
          <a:lstStyle/>
          <a:p>
            <a:pPr algn="ctr">
              <a:defRPr sz="1050" b="1" u="none">
                <a:solidFill>
                  <a:srgbClr val="FFFFFF"/>
                </a:solidFill>
                <a:latin typeface="Arial"/>
                <a:ea typeface="Arial"/>
                <a:cs typeface="Arial"/>
              </a:defRPr>
            </a:pPr>
            <a:r>
              <a:rPr sz="1050" b="1" u="none">
                <a:solidFill>
                  <a:srgbClr val="FFFFFF"/>
                </a:solidFill>
                <a:latin typeface="Arial"/>
                <a:ea typeface="Arial"/>
                <a:cs typeface="Arial"/>
              </a:rPr>
              <a:t>PR</a:t>
            </a:r>
          </a:p>
        </p:txBody>
      </p:sp>
      <p:sp>
        <p:nvSpPr>
          <p:cNvPr id="7" name="diagram-arrow">
            <a:extLst>
              <a:ext uri="{FF2B5EF4-FFF2-40B4-BE49-F238E27FC236}">
                <a16:creationId xmlns:a16="http://schemas.microsoft.com/office/drawing/2014/main" id="{2BBB1A00-2B0B-4ECE-9A66-C268D59D352A}"/>
              </a:ext>
            </a:extLst>
          </p:cNvPr>
          <p:cNvSpPr>
            <a:spLocks noGrp="1"/>
          </p:cNvSpPr>
          <p:nvPr/>
        </p:nvSpPr>
        <p:spPr>
          <a:xfrm>
            <a:off x="1994038" y="3876675"/>
            <a:ext cx="190500" cy="190500"/>
          </a:xfrm>
          <a:prstGeom prst="rightArrow">
            <a:avLst/>
          </a:prstGeom>
          <a:solidFill>
            <a:srgbClr val="565557"/>
          </a:solidFill>
          <a:ln w="0">
            <a:solidFill>
              <a:srgbClr val="565557"/>
            </a:solidFill>
            <a:prstDash val="solid"/>
          </a:ln>
        </p:spPr>
        <p:txBody>
          <a:bodyPr/>
          <a:lstStyle/>
          <a:p>
            <a:endParaRPr lang="en-US"/>
          </a:p>
        </p:txBody>
      </p:sp>
      <p:sp>
        <p:nvSpPr>
          <p:cNvPr id="8" name="diagram-node">
            <a:extLst>
              <a:ext uri="{FF2B5EF4-FFF2-40B4-BE49-F238E27FC236}">
                <a16:creationId xmlns:a16="http://schemas.microsoft.com/office/drawing/2014/main" id="{0DA19C85-B8BD-45F8-B0F0-FE544907BDAE}"/>
              </a:ext>
            </a:extLst>
          </p:cNvPr>
          <p:cNvSpPr>
            <a:spLocks noGrp="1"/>
          </p:cNvSpPr>
          <p:nvPr/>
        </p:nvSpPr>
        <p:spPr>
          <a:xfrm>
            <a:off x="2222638" y="3714750"/>
            <a:ext cx="1285875" cy="514350"/>
          </a:xfrm>
          <a:prstGeom prst="roundRect">
            <a:avLst>
              <a:gd name="adj" fmla="val 14815"/>
            </a:avLst>
          </a:prstGeom>
          <a:solidFill>
            <a:srgbClr val="FFCC01"/>
          </a:solidFill>
          <a:ln w="9525">
            <a:solidFill>
              <a:srgbClr val="FFCC01"/>
            </a:solidFill>
            <a:prstDash val="solid"/>
          </a:ln>
        </p:spPr>
        <p:txBody>
          <a:bodyPr wrap="square" lIns="76200" tIns="95250" rIns="76200" bIns="76200" anchor="t">
            <a:normAutofit/>
          </a:bodyPr>
          <a:lstStyle/>
          <a:p>
            <a:pPr algn="ctr">
              <a:defRPr sz="1050" b="1" u="none">
                <a:solidFill>
                  <a:srgbClr val="221F20"/>
                </a:solidFill>
                <a:latin typeface="Arial"/>
                <a:ea typeface="Arial"/>
                <a:cs typeface="Arial"/>
              </a:defRPr>
            </a:pPr>
            <a:r>
              <a:rPr sz="1050" b="1" u="none">
                <a:solidFill>
                  <a:srgbClr val="221F20"/>
                </a:solidFill>
                <a:latin typeface="Arial"/>
                <a:ea typeface="Arial"/>
                <a:cs typeface="Arial"/>
              </a:rPr>
              <a:t>App CI</a:t>
            </a:r>
          </a:p>
        </p:txBody>
      </p:sp>
      <p:sp>
        <p:nvSpPr>
          <p:cNvPr id="9" name="diagram-arrow">
            <a:extLst>
              <a:ext uri="{FF2B5EF4-FFF2-40B4-BE49-F238E27FC236}">
                <a16:creationId xmlns:a16="http://schemas.microsoft.com/office/drawing/2014/main" id="{9D4F7738-9DC3-4A7F-B1F8-D2FC25009BAB}"/>
              </a:ext>
            </a:extLst>
          </p:cNvPr>
          <p:cNvSpPr>
            <a:spLocks noGrp="1"/>
          </p:cNvSpPr>
          <p:nvPr/>
        </p:nvSpPr>
        <p:spPr>
          <a:xfrm>
            <a:off x="3546613" y="3876675"/>
            <a:ext cx="190500" cy="190500"/>
          </a:xfrm>
          <a:prstGeom prst="rightArrow">
            <a:avLst/>
          </a:prstGeom>
          <a:solidFill>
            <a:srgbClr val="565557"/>
          </a:solidFill>
          <a:ln w="0">
            <a:solidFill>
              <a:srgbClr val="565557"/>
            </a:solidFill>
            <a:prstDash val="solid"/>
          </a:ln>
        </p:spPr>
        <p:txBody>
          <a:bodyPr/>
          <a:lstStyle/>
          <a:p>
            <a:endParaRPr lang="en-US"/>
          </a:p>
        </p:txBody>
      </p:sp>
      <p:sp>
        <p:nvSpPr>
          <p:cNvPr id="10" name="diagram-node">
            <a:extLst>
              <a:ext uri="{FF2B5EF4-FFF2-40B4-BE49-F238E27FC236}">
                <a16:creationId xmlns:a16="http://schemas.microsoft.com/office/drawing/2014/main" id="{633E360C-21A8-4F35-BD11-13A9BC5D827D}"/>
              </a:ext>
            </a:extLst>
          </p:cNvPr>
          <p:cNvSpPr>
            <a:spLocks noGrp="1"/>
          </p:cNvSpPr>
          <p:nvPr/>
        </p:nvSpPr>
        <p:spPr>
          <a:xfrm>
            <a:off x="3775213" y="3714750"/>
            <a:ext cx="1285875" cy="514350"/>
          </a:xfrm>
          <a:prstGeom prst="roundRect">
            <a:avLst>
              <a:gd name="adj" fmla="val 14815"/>
            </a:avLst>
          </a:prstGeom>
          <a:solidFill>
            <a:srgbClr val="221F20"/>
          </a:solidFill>
          <a:ln w="9525">
            <a:solidFill>
              <a:srgbClr val="221F20"/>
            </a:solidFill>
            <a:prstDash val="solid"/>
          </a:ln>
        </p:spPr>
        <p:txBody>
          <a:bodyPr wrap="square" lIns="76200" tIns="95250" rIns="76200" bIns="76200" anchor="t">
            <a:normAutofit/>
          </a:bodyPr>
          <a:lstStyle/>
          <a:p>
            <a:pPr algn="ctr">
              <a:defRPr sz="1050" b="1" u="none">
                <a:solidFill>
                  <a:srgbClr val="FFFFFF"/>
                </a:solidFill>
                <a:latin typeface="Arial"/>
                <a:ea typeface="Arial"/>
                <a:cs typeface="Arial"/>
              </a:defRPr>
            </a:pPr>
            <a:r>
              <a:rPr sz="1050" b="1" u="none">
                <a:solidFill>
                  <a:srgbClr val="FFFFFF"/>
                </a:solidFill>
                <a:latin typeface="Arial"/>
                <a:ea typeface="Arial"/>
                <a:cs typeface="Arial"/>
              </a:rPr>
              <a:t>TF checks</a:t>
            </a:r>
          </a:p>
        </p:txBody>
      </p:sp>
      <p:sp>
        <p:nvSpPr>
          <p:cNvPr id="11" name="diagram-arrow">
            <a:extLst>
              <a:ext uri="{FF2B5EF4-FFF2-40B4-BE49-F238E27FC236}">
                <a16:creationId xmlns:a16="http://schemas.microsoft.com/office/drawing/2014/main" id="{4373F37B-8285-4135-985E-A19D2198A4B0}"/>
              </a:ext>
            </a:extLst>
          </p:cNvPr>
          <p:cNvSpPr>
            <a:spLocks noGrp="1"/>
          </p:cNvSpPr>
          <p:nvPr/>
        </p:nvSpPr>
        <p:spPr>
          <a:xfrm>
            <a:off x="5099188" y="3876675"/>
            <a:ext cx="190500" cy="190500"/>
          </a:xfrm>
          <a:prstGeom prst="rightArrow">
            <a:avLst/>
          </a:prstGeom>
          <a:solidFill>
            <a:srgbClr val="565557"/>
          </a:solidFill>
          <a:ln w="0">
            <a:solidFill>
              <a:srgbClr val="565557"/>
            </a:solidFill>
            <a:prstDash val="solid"/>
          </a:ln>
        </p:spPr>
        <p:txBody>
          <a:bodyPr/>
          <a:lstStyle/>
          <a:p>
            <a:endParaRPr lang="en-US"/>
          </a:p>
        </p:txBody>
      </p:sp>
      <p:sp>
        <p:nvSpPr>
          <p:cNvPr id="12" name="diagram-node">
            <a:extLst>
              <a:ext uri="{FF2B5EF4-FFF2-40B4-BE49-F238E27FC236}">
                <a16:creationId xmlns:a16="http://schemas.microsoft.com/office/drawing/2014/main" id="{70098876-B343-4865-9273-2844D2C110EB}"/>
              </a:ext>
            </a:extLst>
          </p:cNvPr>
          <p:cNvSpPr>
            <a:spLocks noGrp="1"/>
          </p:cNvSpPr>
          <p:nvPr/>
        </p:nvSpPr>
        <p:spPr>
          <a:xfrm>
            <a:off x="5327788" y="3714750"/>
            <a:ext cx="1285875" cy="514350"/>
          </a:xfrm>
          <a:prstGeom prst="roundRect">
            <a:avLst>
              <a:gd name="adj" fmla="val 14815"/>
            </a:avLst>
          </a:prstGeom>
          <a:solidFill>
            <a:srgbClr val="FFCC01"/>
          </a:solidFill>
          <a:ln w="9525">
            <a:solidFill>
              <a:srgbClr val="FFCC01"/>
            </a:solidFill>
            <a:prstDash val="solid"/>
          </a:ln>
        </p:spPr>
        <p:txBody>
          <a:bodyPr wrap="square" lIns="76200" tIns="95250" rIns="76200" bIns="76200" anchor="t">
            <a:normAutofit/>
          </a:bodyPr>
          <a:lstStyle/>
          <a:p>
            <a:pPr algn="ctr">
              <a:defRPr sz="1050" b="1" u="none">
                <a:solidFill>
                  <a:srgbClr val="221F20"/>
                </a:solidFill>
                <a:latin typeface="Arial"/>
                <a:ea typeface="Arial"/>
                <a:cs typeface="Arial"/>
              </a:defRPr>
            </a:pPr>
            <a:r>
              <a:rPr sz="1050" b="1" u="none">
                <a:solidFill>
                  <a:srgbClr val="221F20"/>
                </a:solidFill>
                <a:latin typeface="Arial"/>
                <a:ea typeface="Arial"/>
                <a:cs typeface="Arial"/>
              </a:rPr>
              <a:t>Review</a:t>
            </a:r>
          </a:p>
        </p:txBody>
      </p:sp>
      <p:sp>
        <p:nvSpPr>
          <p:cNvPr id="13" name="diagram-arrow">
            <a:extLst>
              <a:ext uri="{FF2B5EF4-FFF2-40B4-BE49-F238E27FC236}">
                <a16:creationId xmlns:a16="http://schemas.microsoft.com/office/drawing/2014/main" id="{3A2B9819-02C1-4BAE-861F-584F618DD964}"/>
              </a:ext>
            </a:extLst>
          </p:cNvPr>
          <p:cNvSpPr>
            <a:spLocks noGrp="1"/>
          </p:cNvSpPr>
          <p:nvPr/>
        </p:nvSpPr>
        <p:spPr>
          <a:xfrm>
            <a:off x="6651763" y="3876675"/>
            <a:ext cx="190500" cy="190500"/>
          </a:xfrm>
          <a:prstGeom prst="rightArrow">
            <a:avLst/>
          </a:prstGeom>
          <a:solidFill>
            <a:srgbClr val="565557"/>
          </a:solidFill>
          <a:ln w="0">
            <a:solidFill>
              <a:srgbClr val="565557"/>
            </a:solidFill>
            <a:prstDash val="solid"/>
          </a:ln>
        </p:spPr>
        <p:txBody>
          <a:bodyPr/>
          <a:lstStyle/>
          <a:p>
            <a:endParaRPr lang="en-US"/>
          </a:p>
        </p:txBody>
      </p:sp>
      <p:sp>
        <p:nvSpPr>
          <p:cNvPr id="14" name="diagram-node">
            <a:extLst>
              <a:ext uri="{FF2B5EF4-FFF2-40B4-BE49-F238E27FC236}">
                <a16:creationId xmlns:a16="http://schemas.microsoft.com/office/drawing/2014/main" id="{7E13B329-E8DF-42CD-8753-62D7C049A263}"/>
              </a:ext>
            </a:extLst>
          </p:cNvPr>
          <p:cNvSpPr>
            <a:spLocks noGrp="1"/>
          </p:cNvSpPr>
          <p:nvPr/>
        </p:nvSpPr>
        <p:spPr>
          <a:xfrm>
            <a:off x="6880363" y="3714750"/>
            <a:ext cx="1285875" cy="514350"/>
          </a:xfrm>
          <a:prstGeom prst="roundRect">
            <a:avLst>
              <a:gd name="adj" fmla="val 14815"/>
            </a:avLst>
          </a:prstGeom>
          <a:solidFill>
            <a:srgbClr val="221F20"/>
          </a:solidFill>
          <a:ln w="9525">
            <a:solidFill>
              <a:srgbClr val="221F20"/>
            </a:solidFill>
            <a:prstDash val="solid"/>
          </a:ln>
        </p:spPr>
        <p:txBody>
          <a:bodyPr wrap="square" lIns="76200" tIns="95250" rIns="76200" bIns="76200" anchor="t">
            <a:normAutofit/>
          </a:bodyPr>
          <a:lstStyle/>
          <a:p>
            <a:pPr algn="ctr">
              <a:defRPr sz="1050" b="1" u="none">
                <a:solidFill>
                  <a:srgbClr val="FFFFFF"/>
                </a:solidFill>
                <a:latin typeface="Arial"/>
                <a:ea typeface="Arial"/>
                <a:cs typeface="Arial"/>
              </a:defRPr>
            </a:pPr>
            <a:r>
              <a:rPr sz="1050" b="1" u="none">
                <a:solidFill>
                  <a:srgbClr val="FFFFFF"/>
                </a:solidFill>
                <a:latin typeface="Arial"/>
                <a:ea typeface="Arial"/>
                <a:cs typeface="Arial"/>
              </a:rPr>
              <a:t>Merge</a:t>
            </a:r>
          </a:p>
        </p:txBody>
      </p:sp>
    </p:spTree>
    <p:extLst>
      <p:ext uri="{BB962C8B-B14F-4D97-AF65-F5344CB8AC3E}">
        <p14:creationId xmlns:p14="http://schemas.microsoft.com/office/powerpoint/2010/main" val="34599081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3EBA7D-B4B3-3797-8578-839899CDAF0F}"/>
              </a:ext>
            </a:extLst>
          </p:cNvPr>
          <p:cNvSpPr>
            <a:spLocks noGrp="1"/>
          </p:cNvSpPr>
          <p:nvPr>
            <p:ph type="title"/>
          </p:nvPr>
        </p:nvSpPr>
        <p:spPr>
          <a:xfrm>
            <a:off x="381000" y="361950"/>
            <a:ext cx="6953250" cy="552450"/>
          </a:xfrm>
        </p:spPr>
        <p:txBody>
          <a:bodyPr wrap="square" lIns="0" tIns="0" rIns="38100" bIns="0" anchor="t">
            <a:normAutofit/>
          </a:bodyPr>
          <a:lstStyle/>
          <a:p>
            <a:pPr algn="l">
              <a:buNone/>
              <a:defRPr sz="2175" b="1" u="none">
                <a:solidFill>
                  <a:srgbClr val="221F20"/>
                </a:solidFill>
                <a:latin typeface="Arial"/>
                <a:ea typeface="Arial"/>
                <a:cs typeface="Arial"/>
              </a:defRPr>
            </a:pPr>
            <a:r>
              <a:rPr sz="2175" b="1" u="none">
                <a:solidFill>
                  <a:srgbClr val="221F20"/>
                </a:solidFill>
                <a:latin typeface="Arial"/>
                <a:ea typeface="Arial"/>
                <a:cs typeface="Arial"/>
              </a:rPr>
              <a:t>Terraform checks fit naturally into GitHub Actions</a:t>
            </a:r>
          </a:p>
        </p:txBody>
      </p:sp>
      <p:sp>
        <p:nvSpPr>
          <p:cNvPr id="3" name="Content Placeholder 2">
            <a:extLst>
              <a:ext uri="{FF2B5EF4-FFF2-40B4-BE49-F238E27FC236}">
                <a16:creationId xmlns:a16="http://schemas.microsoft.com/office/drawing/2014/main" id="{D93EE42B-DB9D-4A87-960F-9EAB79C801BC}"/>
              </a:ext>
            </a:extLst>
          </p:cNvPr>
          <p:cNvSpPr>
            <a:spLocks noGrp="1"/>
          </p:cNvSpPr>
          <p:nvPr>
            <p:ph idx="1"/>
          </p:nvPr>
        </p:nvSpPr>
        <p:spPr>
          <a:xfrm>
            <a:off x="552450" y="1181100"/>
            <a:ext cx="7677150" cy="3048000"/>
          </a:xfrm>
        </p:spPr>
        <p:txBody>
          <a:bodyPr wrap="square" lIns="0" tIns="0" rIns="38100" bIns="0" anchor="t">
            <a:normAutofit/>
          </a:bodyPr>
          <a:lstStyle/>
          <a:p>
            <a:pPr marL="0" indent="0" algn="l">
              <a:spcBef>
                <a:spcPts val="0"/>
              </a:spcBef>
              <a:spcAft>
                <a:spcPts val="650"/>
              </a:spcAft>
              <a:buNone/>
              <a:defRPr sz="1238" b="0" u="none">
                <a:solidFill>
                  <a:srgbClr val="221F20"/>
                </a:solidFill>
                <a:latin typeface="Arial"/>
                <a:ea typeface="Arial"/>
                <a:cs typeface="Arial"/>
              </a:defRPr>
            </a:pPr>
            <a:r>
              <a:rPr sz="1238" b="0" u="none">
                <a:solidFill>
                  <a:srgbClr val="221F20"/>
                </a:solidFill>
                <a:latin typeface="Arial"/>
                <a:ea typeface="Arial"/>
                <a:cs typeface="Arial"/>
              </a:rPr>
              <a:t>Pull request checks:</a:t>
            </a:r>
          </a:p>
          <a:p>
            <a:pPr marL="0" indent="0" algn="l">
              <a:spcBef>
                <a:spcPts val="0"/>
              </a:spcBef>
              <a:spcAft>
                <a:spcPts val="650"/>
              </a:spcAft>
              <a:buNone/>
              <a:defRPr sz="1238" b="0" u="none">
                <a:solidFill>
                  <a:srgbClr val="221F20"/>
                </a:solidFill>
                <a:latin typeface="Arial"/>
                <a:ea typeface="Arial"/>
                <a:cs typeface="Arial"/>
              </a:defRPr>
            </a:pPr>
            <a:r>
              <a:rPr sz="1238" b="0" u="none">
                <a:solidFill>
                  <a:srgbClr val="221F20"/>
                </a:solidFill>
                <a:latin typeface="Arial"/>
                <a:ea typeface="Arial"/>
                <a:cs typeface="Arial"/>
              </a:rPr>
              <a:t>terraform fmt -check</a:t>
            </a:r>
          </a:p>
          <a:p>
            <a:pPr marL="0" indent="0" algn="l">
              <a:spcBef>
                <a:spcPts val="0"/>
              </a:spcBef>
              <a:spcAft>
                <a:spcPts val="650"/>
              </a:spcAft>
              <a:buNone/>
              <a:defRPr sz="1238" b="0" u="none">
                <a:solidFill>
                  <a:srgbClr val="221F20"/>
                </a:solidFill>
                <a:latin typeface="Arial"/>
                <a:ea typeface="Arial"/>
                <a:cs typeface="Arial"/>
              </a:defRPr>
            </a:pPr>
            <a:r>
              <a:rPr sz="1238" b="0" u="none">
                <a:solidFill>
                  <a:srgbClr val="221F20"/>
                </a:solidFill>
                <a:latin typeface="Arial"/>
                <a:ea typeface="Arial"/>
                <a:cs typeface="Arial"/>
              </a:rPr>
              <a:t>terraform validate</a:t>
            </a:r>
          </a:p>
          <a:p>
            <a:pPr marL="0" indent="0" algn="l">
              <a:spcBef>
                <a:spcPts val="0"/>
              </a:spcBef>
              <a:spcAft>
                <a:spcPts val="650"/>
              </a:spcAft>
              <a:buNone/>
              <a:defRPr sz="1238" b="0" u="none">
                <a:solidFill>
                  <a:srgbClr val="221F20"/>
                </a:solidFill>
                <a:latin typeface="Arial"/>
                <a:ea typeface="Arial"/>
                <a:cs typeface="Arial"/>
              </a:defRPr>
            </a:pPr>
            <a:r>
              <a:rPr sz="1238" b="0" u="none">
                <a:solidFill>
                  <a:srgbClr val="221F20"/>
                </a:solidFill>
                <a:latin typeface="Arial"/>
                <a:ea typeface="Arial"/>
                <a:cs typeface="Arial"/>
              </a:rPr>
              <a:t>terraform plan or terraform test</a:t>
            </a:r>
          </a:p>
          <a:p>
            <a:pPr marL="0" indent="0" algn="l">
              <a:spcBef>
                <a:spcPts val="0"/>
              </a:spcBef>
              <a:spcAft>
                <a:spcPts val="650"/>
              </a:spcAft>
              <a:buNone/>
              <a:defRPr sz="1350" b="0" u="none">
                <a:solidFill>
                  <a:srgbClr val="221F20"/>
                </a:solidFill>
                <a:latin typeface="Arial"/>
                <a:ea typeface="Arial"/>
                <a:cs typeface="Arial"/>
              </a:defRPr>
            </a:pPr>
            <a:endParaRPr sz="1238" b="0" u="none">
              <a:solidFill>
                <a:srgbClr val="221F20"/>
              </a:solidFill>
              <a:latin typeface="Arial"/>
              <a:ea typeface="Arial"/>
              <a:cs typeface="Arial"/>
            </a:endParaRPr>
          </a:p>
          <a:p>
            <a:pPr marL="0" indent="0" algn="l">
              <a:spcBef>
                <a:spcPts val="0"/>
              </a:spcBef>
              <a:spcAft>
                <a:spcPts val="650"/>
              </a:spcAft>
              <a:buNone/>
              <a:defRPr sz="1238" b="0" u="none">
                <a:solidFill>
                  <a:srgbClr val="221F20"/>
                </a:solidFill>
                <a:latin typeface="Arial"/>
                <a:ea typeface="Arial"/>
                <a:cs typeface="Arial"/>
              </a:defRPr>
            </a:pPr>
            <a:r>
              <a:rPr sz="1238" b="0" u="none">
                <a:solidFill>
                  <a:srgbClr val="221F20"/>
                </a:solidFill>
                <a:latin typeface="Arial"/>
                <a:ea typeface="Arial"/>
                <a:cs typeface="Arial"/>
              </a:rPr>
              <a:t>Merge/apply path:</a:t>
            </a:r>
          </a:p>
          <a:p>
            <a:pPr marL="0" indent="0" algn="l">
              <a:spcBef>
                <a:spcPts val="0"/>
              </a:spcBef>
              <a:spcAft>
                <a:spcPts val="650"/>
              </a:spcAft>
              <a:buNone/>
              <a:defRPr sz="1238" b="0" u="none">
                <a:solidFill>
                  <a:srgbClr val="221F20"/>
                </a:solidFill>
                <a:latin typeface="Arial"/>
                <a:ea typeface="Arial"/>
                <a:cs typeface="Arial"/>
              </a:defRPr>
            </a:pPr>
            <a:r>
              <a:rPr sz="1238" b="0" u="none">
                <a:solidFill>
                  <a:srgbClr val="221F20"/>
                </a:solidFill>
                <a:latin typeface="Arial"/>
                <a:ea typeface="Arial"/>
                <a:cs typeface="Arial"/>
              </a:rPr>
              <a:t>controlled branch, protected environment, approval, and state backend</a:t>
            </a:r>
          </a:p>
        </p:txBody>
      </p:sp>
      <p:sp>
        <p:nvSpPr>
          <p:cNvPr id="4" name="modern-gold-rule">
            <a:extLst>
              <a:ext uri="{FF2B5EF4-FFF2-40B4-BE49-F238E27FC236}">
                <a16:creationId xmlns:a16="http://schemas.microsoft.com/office/drawing/2014/main" id="{1F7CA161-5C03-4904-BD24-B12A7675D902}"/>
              </a:ext>
            </a:extLst>
          </p:cNvPr>
          <p:cNvSpPr>
            <a:spLocks noGrp="1"/>
          </p:cNvSpPr>
          <p:nvPr/>
        </p:nvSpPr>
        <p:spPr>
          <a:xfrm>
            <a:off x="381000" y="914400"/>
            <a:ext cx="2095500" cy="47625"/>
          </a:xfrm>
          <a:prstGeom prst="rect">
            <a:avLst/>
          </a:prstGeom>
          <a:solidFill>
            <a:srgbClr val="FFCC01"/>
          </a:solidFill>
          <a:ln w="0">
            <a:solidFill>
              <a:srgbClr val="FFCC01"/>
            </a:solidFill>
            <a:prstDash val="solid"/>
          </a:ln>
        </p:spPr>
        <p:txBody>
          <a:bodyPr/>
          <a:lstStyle/>
          <a:p>
            <a:endParaRPr lang="en-US"/>
          </a:p>
        </p:txBody>
      </p:sp>
      <p:sp>
        <p:nvSpPr>
          <p:cNvPr id="5" name="section-label">
            <a:extLst>
              <a:ext uri="{FF2B5EF4-FFF2-40B4-BE49-F238E27FC236}">
                <a16:creationId xmlns:a16="http://schemas.microsoft.com/office/drawing/2014/main" id="{595E4000-6A59-400F-B823-3ECB8E99EF24}"/>
              </a:ext>
            </a:extLst>
          </p:cNvPr>
          <p:cNvSpPr>
            <a:spLocks noGrp="1"/>
          </p:cNvSpPr>
          <p:nvPr/>
        </p:nvSpPr>
        <p:spPr>
          <a:xfrm>
            <a:off x="381000" y="990600"/>
            <a:ext cx="4286250" cy="171450"/>
          </a:xfrm>
          <a:prstGeom prst="rect">
            <a:avLst/>
          </a:prstGeom>
          <a:noFill/>
          <a:ln w="0">
            <a:noFill/>
            <a:prstDash val="solid"/>
          </a:ln>
        </p:spPr>
        <p:txBody>
          <a:bodyPr wrap="square" lIns="0" tIns="0" rIns="0" bIns="0" anchor="t">
            <a:normAutofit/>
          </a:bodyPr>
          <a:lstStyle/>
          <a:p>
            <a:pPr algn="l">
              <a:defRPr sz="638" b="1" u="none">
                <a:solidFill>
                  <a:srgbClr val="565557"/>
                </a:solidFill>
                <a:latin typeface="Arial"/>
                <a:ea typeface="Arial"/>
                <a:cs typeface="Arial"/>
              </a:defRPr>
            </a:pPr>
            <a:r>
              <a:rPr sz="638" b="1" u="none">
                <a:solidFill>
                  <a:srgbClr val="565557"/>
                </a:solidFill>
                <a:latin typeface="Arial"/>
                <a:ea typeface="Arial"/>
                <a:cs typeface="Arial"/>
              </a:rPr>
              <a:t>CI/CD BRIDGE</a:t>
            </a:r>
          </a:p>
        </p:txBody>
      </p:sp>
      <p:sp>
        <p:nvSpPr>
          <p:cNvPr id="6" name="code-snippet">
            <a:extLst>
              <a:ext uri="{FF2B5EF4-FFF2-40B4-BE49-F238E27FC236}">
                <a16:creationId xmlns:a16="http://schemas.microsoft.com/office/drawing/2014/main" id="{774444D9-38F5-486C-8B7B-E0B2F14A9F6B}"/>
              </a:ext>
            </a:extLst>
          </p:cNvPr>
          <p:cNvSpPr>
            <a:spLocks noGrp="1"/>
          </p:cNvSpPr>
          <p:nvPr/>
        </p:nvSpPr>
        <p:spPr>
          <a:xfrm>
            <a:off x="552450" y="3213155"/>
            <a:ext cx="7620000" cy="1695450"/>
          </a:xfrm>
          <a:prstGeom prst="rect">
            <a:avLst/>
          </a:prstGeom>
          <a:solidFill>
            <a:srgbClr val="F7F7F5"/>
          </a:solidFill>
          <a:ln w="9525">
            <a:solidFill>
              <a:srgbClr val="D5D5D7"/>
            </a:solidFill>
            <a:prstDash val="solid"/>
          </a:ln>
        </p:spPr>
        <p:txBody>
          <a:bodyPr wrap="square" lIns="133350" tIns="114300" rIns="133350" bIns="95250">
            <a:normAutofit/>
          </a:bodyPr>
          <a:lstStyle/>
          <a:p>
            <a:pPr>
              <a:defRPr sz="975">
                <a:solidFill>
                  <a:srgbClr val="221F20"/>
                </a:solidFill>
                <a:latin typeface="Courier New"/>
                <a:ea typeface="Courier New"/>
                <a:cs typeface="Courier New"/>
              </a:defRPr>
            </a:pPr>
            <a:r>
              <a:rPr sz="975">
                <a:solidFill>
                  <a:srgbClr val="221F20"/>
                </a:solidFill>
                <a:latin typeface="Courier New"/>
                <a:ea typeface="Courier New"/>
                <a:cs typeface="Courier New"/>
              </a:rPr>
              <a:t>terraform init</a:t>
            </a:r>
          </a:p>
          <a:p>
            <a:pPr>
              <a:defRPr sz="975">
                <a:solidFill>
                  <a:srgbClr val="221F20"/>
                </a:solidFill>
                <a:latin typeface="Courier New"/>
                <a:ea typeface="Courier New"/>
                <a:cs typeface="Courier New"/>
              </a:defRPr>
            </a:pPr>
            <a:r>
              <a:rPr sz="975">
                <a:solidFill>
                  <a:srgbClr val="221F20"/>
                </a:solidFill>
                <a:latin typeface="Courier New"/>
                <a:ea typeface="Courier New"/>
                <a:cs typeface="Courier New"/>
              </a:rPr>
              <a:t>terraform fmt -check</a:t>
            </a:r>
          </a:p>
          <a:p>
            <a:pPr>
              <a:defRPr sz="975">
                <a:solidFill>
                  <a:srgbClr val="221F20"/>
                </a:solidFill>
                <a:latin typeface="Courier New"/>
                <a:ea typeface="Courier New"/>
                <a:cs typeface="Courier New"/>
              </a:defRPr>
            </a:pPr>
            <a:r>
              <a:rPr sz="975">
                <a:solidFill>
                  <a:srgbClr val="221F20"/>
                </a:solidFill>
                <a:latin typeface="Courier New"/>
                <a:ea typeface="Courier New"/>
                <a:cs typeface="Courier New"/>
              </a:rPr>
              <a:t>terraform validate</a:t>
            </a:r>
          </a:p>
          <a:p>
            <a:pPr>
              <a:defRPr sz="975">
                <a:solidFill>
                  <a:srgbClr val="221F20"/>
                </a:solidFill>
                <a:latin typeface="Courier New"/>
                <a:ea typeface="Courier New"/>
                <a:cs typeface="Courier New"/>
              </a:defRPr>
            </a:pPr>
            <a:r>
              <a:rPr sz="975">
                <a:solidFill>
                  <a:srgbClr val="221F20"/>
                </a:solidFill>
                <a:latin typeface="Courier New"/>
                <a:ea typeface="Courier New"/>
                <a:cs typeface="Courier New"/>
              </a:rPr>
              <a:t>terraform test</a:t>
            </a:r>
          </a:p>
        </p:txBody>
      </p:sp>
    </p:spTree>
    <p:extLst>
      <p:ext uri="{BB962C8B-B14F-4D97-AF65-F5344CB8AC3E}">
        <p14:creationId xmlns:p14="http://schemas.microsoft.com/office/powerpoint/2010/main" val="34599081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3EBA7D-B4B3-3797-8578-839899CDAF0F}"/>
              </a:ext>
            </a:extLst>
          </p:cNvPr>
          <p:cNvSpPr>
            <a:spLocks noGrp="1"/>
          </p:cNvSpPr>
          <p:nvPr>
            <p:ph type="title"/>
          </p:nvPr>
        </p:nvSpPr>
        <p:spPr>
          <a:xfrm>
            <a:off x="381000" y="361950"/>
            <a:ext cx="6953250" cy="552450"/>
          </a:xfrm>
        </p:spPr>
        <p:txBody>
          <a:bodyPr wrap="square" lIns="0" tIns="0" rIns="38100" bIns="0" anchor="t">
            <a:normAutofit/>
          </a:bodyPr>
          <a:lstStyle/>
          <a:p>
            <a:pPr algn="l">
              <a:buNone/>
              <a:defRPr sz="2175" b="1" u="none">
                <a:solidFill>
                  <a:srgbClr val="221F20"/>
                </a:solidFill>
                <a:latin typeface="Arial"/>
                <a:ea typeface="Arial"/>
                <a:cs typeface="Arial"/>
              </a:defRPr>
            </a:pPr>
            <a:r>
              <a:rPr sz="2175" b="1" u="none">
                <a:solidFill>
                  <a:srgbClr val="221F20"/>
                </a:solidFill>
                <a:latin typeface="Arial"/>
                <a:ea typeface="Arial"/>
                <a:cs typeface="Arial"/>
              </a:rPr>
              <a:t>State is Terraform's memory</a:t>
            </a:r>
          </a:p>
        </p:txBody>
      </p:sp>
      <p:sp>
        <p:nvSpPr>
          <p:cNvPr id="3" name="Content Placeholder 2">
            <a:extLst>
              <a:ext uri="{FF2B5EF4-FFF2-40B4-BE49-F238E27FC236}">
                <a16:creationId xmlns:a16="http://schemas.microsoft.com/office/drawing/2014/main" id="{D93EE42B-DB9D-4A87-960F-9EAB79C801BC}"/>
              </a:ext>
            </a:extLst>
          </p:cNvPr>
          <p:cNvSpPr>
            <a:spLocks noGrp="1"/>
          </p:cNvSpPr>
          <p:nvPr>
            <p:ph idx="1"/>
          </p:nvPr>
        </p:nvSpPr>
        <p:spPr>
          <a:xfrm>
            <a:off x="552450" y="1181100"/>
            <a:ext cx="7677150" cy="3048000"/>
          </a:xfrm>
        </p:spPr>
        <p:txBody>
          <a:bodyPr wrap="square" lIns="0" tIns="0" rIns="38100" bIns="0" anchor="t">
            <a:normAutofit/>
          </a:bodyPr>
          <a:lstStyle/>
          <a:p>
            <a:pPr marL="0" indent="0" algn="l">
              <a:spcBef>
                <a:spcPts val="0"/>
              </a:spcBef>
              <a:spcAft>
                <a:spcPts val="650"/>
              </a:spcAft>
              <a:buNone/>
              <a:defRPr sz="1238" b="0" u="none">
                <a:solidFill>
                  <a:srgbClr val="221F20"/>
                </a:solidFill>
                <a:latin typeface="Arial"/>
                <a:ea typeface="Arial"/>
                <a:cs typeface="Arial"/>
              </a:defRPr>
            </a:pPr>
            <a:r>
              <a:rPr sz="1238" b="0" u="none">
                <a:solidFill>
                  <a:srgbClr val="221F20"/>
                </a:solidFill>
                <a:latin typeface="Arial"/>
                <a:ea typeface="Arial"/>
                <a:cs typeface="Arial"/>
              </a:rPr>
              <a:t>State records Terraform's last known object data.</a:t>
            </a:r>
          </a:p>
          <a:p>
            <a:pPr marL="0" indent="0" algn="l">
              <a:spcBef>
                <a:spcPts val="0"/>
              </a:spcBef>
              <a:spcAft>
                <a:spcPts val="650"/>
              </a:spcAft>
              <a:buNone/>
              <a:defRPr sz="1238" b="0" u="none">
                <a:solidFill>
                  <a:srgbClr val="221F20"/>
                </a:solidFill>
                <a:latin typeface="Arial"/>
                <a:ea typeface="Arial"/>
                <a:cs typeface="Arial"/>
              </a:defRPr>
            </a:pPr>
            <a:r>
              <a:rPr sz="1238" b="0" u="none">
                <a:solidFill>
                  <a:srgbClr val="221F20"/>
                </a:solidFill>
                <a:latin typeface="Arial"/>
                <a:ea typeface="Arial"/>
                <a:cs typeface="Arial"/>
              </a:rPr>
              <a:t>The plan compares configuration with state.</a:t>
            </a:r>
          </a:p>
          <a:p>
            <a:pPr marL="0" indent="0" algn="l">
              <a:spcBef>
                <a:spcPts val="0"/>
              </a:spcBef>
              <a:spcAft>
                <a:spcPts val="650"/>
              </a:spcAft>
              <a:buNone/>
              <a:defRPr sz="1238" b="0" u="none">
                <a:solidFill>
                  <a:srgbClr val="221F20"/>
                </a:solidFill>
                <a:latin typeface="Arial"/>
                <a:ea typeface="Arial"/>
                <a:cs typeface="Arial"/>
              </a:defRPr>
            </a:pPr>
            <a:r>
              <a:rPr sz="1238" b="0" u="none">
                <a:solidFill>
                  <a:srgbClr val="221F20"/>
                </a:solidFill>
                <a:latin typeface="Arial"/>
                <a:ea typeface="Arial"/>
                <a:cs typeface="Arial"/>
              </a:rPr>
              <a:t>Outputs help humans and automation read useful results.</a:t>
            </a:r>
          </a:p>
          <a:p>
            <a:pPr marL="0" indent="0" algn="l">
              <a:spcBef>
                <a:spcPts val="0"/>
              </a:spcBef>
              <a:spcAft>
                <a:spcPts val="650"/>
              </a:spcAft>
              <a:buNone/>
              <a:defRPr sz="1238" b="0" u="none">
                <a:solidFill>
                  <a:srgbClr val="221F20"/>
                </a:solidFill>
                <a:latin typeface="Arial"/>
                <a:ea typeface="Arial"/>
                <a:cs typeface="Arial"/>
              </a:defRPr>
            </a:pPr>
            <a:r>
              <a:rPr sz="1238" b="0" u="none">
                <a:solidFill>
                  <a:srgbClr val="221F20"/>
                </a:solidFill>
                <a:latin typeface="Arial"/>
                <a:ea typeface="Arial"/>
                <a:cs typeface="Arial"/>
              </a:rPr>
              <a:t>Destroy cleans up managed objects from state and the target system.</a:t>
            </a:r>
          </a:p>
          <a:p>
            <a:pPr marL="0" indent="0" algn="l">
              <a:spcBef>
                <a:spcPts val="0"/>
              </a:spcBef>
              <a:spcAft>
                <a:spcPts val="650"/>
              </a:spcAft>
              <a:buNone/>
              <a:defRPr sz="1238" b="0" u="none">
                <a:solidFill>
                  <a:srgbClr val="221F20"/>
                </a:solidFill>
                <a:latin typeface="Arial"/>
                <a:ea typeface="Arial"/>
                <a:cs typeface="Arial"/>
              </a:defRPr>
            </a:pPr>
            <a:r>
              <a:rPr sz="1238" b="0" u="none">
                <a:solidFill>
                  <a:srgbClr val="221F20"/>
                </a:solidFill>
                <a:latin typeface="Arial"/>
                <a:ea typeface="Arial"/>
                <a:cs typeface="Arial"/>
              </a:rPr>
              <a:t>Never treat state casually when real providers and secrets are involved.</a:t>
            </a:r>
          </a:p>
        </p:txBody>
      </p:sp>
      <p:sp>
        <p:nvSpPr>
          <p:cNvPr id="4" name="modern-gold-rule">
            <a:extLst>
              <a:ext uri="{FF2B5EF4-FFF2-40B4-BE49-F238E27FC236}">
                <a16:creationId xmlns:a16="http://schemas.microsoft.com/office/drawing/2014/main" id="{22C2543E-7EF5-4397-893F-C73A74D56949}"/>
              </a:ext>
            </a:extLst>
          </p:cNvPr>
          <p:cNvSpPr>
            <a:spLocks noGrp="1"/>
          </p:cNvSpPr>
          <p:nvPr/>
        </p:nvSpPr>
        <p:spPr>
          <a:xfrm>
            <a:off x="381000" y="914400"/>
            <a:ext cx="2095500" cy="47625"/>
          </a:xfrm>
          <a:prstGeom prst="rect">
            <a:avLst/>
          </a:prstGeom>
          <a:solidFill>
            <a:srgbClr val="FFCC01"/>
          </a:solidFill>
          <a:ln w="0">
            <a:solidFill>
              <a:srgbClr val="FFCC01"/>
            </a:solidFill>
            <a:prstDash val="solid"/>
          </a:ln>
        </p:spPr>
        <p:txBody>
          <a:bodyPr/>
          <a:lstStyle/>
          <a:p>
            <a:endParaRPr lang="en-US"/>
          </a:p>
        </p:txBody>
      </p:sp>
      <p:sp>
        <p:nvSpPr>
          <p:cNvPr id="5" name="section-label">
            <a:extLst>
              <a:ext uri="{FF2B5EF4-FFF2-40B4-BE49-F238E27FC236}">
                <a16:creationId xmlns:a16="http://schemas.microsoft.com/office/drawing/2014/main" id="{D71F0DCB-2C44-438F-BF13-868AAA374838}"/>
              </a:ext>
            </a:extLst>
          </p:cNvPr>
          <p:cNvSpPr>
            <a:spLocks noGrp="1"/>
          </p:cNvSpPr>
          <p:nvPr/>
        </p:nvSpPr>
        <p:spPr>
          <a:xfrm>
            <a:off x="381000" y="990600"/>
            <a:ext cx="4286250" cy="171450"/>
          </a:xfrm>
          <a:prstGeom prst="rect">
            <a:avLst/>
          </a:prstGeom>
          <a:noFill/>
          <a:ln w="0">
            <a:noFill/>
            <a:prstDash val="solid"/>
          </a:ln>
        </p:spPr>
        <p:txBody>
          <a:bodyPr wrap="square" lIns="0" tIns="0" rIns="0" bIns="0" anchor="t">
            <a:normAutofit/>
          </a:bodyPr>
          <a:lstStyle/>
          <a:p>
            <a:pPr algn="l">
              <a:defRPr sz="638" b="1" u="none">
                <a:solidFill>
                  <a:srgbClr val="565557"/>
                </a:solidFill>
                <a:latin typeface="Arial"/>
                <a:ea typeface="Arial"/>
                <a:cs typeface="Arial"/>
              </a:defRPr>
            </a:pPr>
            <a:r>
              <a:rPr sz="638" b="1" u="none">
                <a:solidFill>
                  <a:srgbClr val="565557"/>
                </a:solidFill>
                <a:latin typeface="Arial"/>
                <a:ea typeface="Arial"/>
                <a:cs typeface="Arial"/>
              </a:rPr>
              <a:t>STATE AND CLEANUP</a:t>
            </a:r>
          </a:p>
        </p:txBody>
      </p:sp>
      <p:sp>
        <p:nvSpPr>
          <p:cNvPr id="6" name="code-snippet">
            <a:extLst>
              <a:ext uri="{FF2B5EF4-FFF2-40B4-BE49-F238E27FC236}">
                <a16:creationId xmlns:a16="http://schemas.microsoft.com/office/drawing/2014/main" id="{FB105FDB-0CC0-4B8E-961E-FB1A460EE67B}"/>
              </a:ext>
            </a:extLst>
          </p:cNvPr>
          <p:cNvSpPr>
            <a:spLocks noGrp="1"/>
          </p:cNvSpPr>
          <p:nvPr/>
        </p:nvSpPr>
        <p:spPr>
          <a:xfrm>
            <a:off x="552450" y="2705100"/>
            <a:ext cx="7620000" cy="1695450"/>
          </a:xfrm>
          <a:prstGeom prst="rect">
            <a:avLst/>
          </a:prstGeom>
          <a:solidFill>
            <a:srgbClr val="F7F7F5"/>
          </a:solidFill>
          <a:ln w="9525">
            <a:solidFill>
              <a:srgbClr val="D5D5D7"/>
            </a:solidFill>
            <a:prstDash val="solid"/>
          </a:ln>
        </p:spPr>
        <p:txBody>
          <a:bodyPr wrap="square" lIns="133350" tIns="114300" rIns="133350" bIns="95250">
            <a:normAutofit/>
          </a:bodyPr>
          <a:lstStyle/>
          <a:p>
            <a:pPr>
              <a:defRPr sz="975">
                <a:solidFill>
                  <a:srgbClr val="221F20"/>
                </a:solidFill>
                <a:latin typeface="Courier New"/>
                <a:ea typeface="Courier New"/>
                <a:cs typeface="Courier New"/>
              </a:defRPr>
            </a:pPr>
            <a:r>
              <a:rPr sz="975">
                <a:solidFill>
                  <a:srgbClr val="221F20"/>
                </a:solidFill>
                <a:latin typeface="Courier New"/>
                <a:ea typeface="Courier New"/>
                <a:cs typeface="Courier New"/>
              </a:rPr>
              <a:t>terraform state list</a:t>
            </a:r>
          </a:p>
          <a:p>
            <a:pPr>
              <a:defRPr sz="975">
                <a:solidFill>
                  <a:srgbClr val="221F20"/>
                </a:solidFill>
                <a:latin typeface="Courier New"/>
                <a:ea typeface="Courier New"/>
                <a:cs typeface="Courier New"/>
              </a:defRPr>
            </a:pPr>
            <a:r>
              <a:rPr sz="975">
                <a:solidFill>
                  <a:srgbClr val="221F20"/>
                </a:solidFill>
                <a:latin typeface="Courier New"/>
                <a:ea typeface="Courier New"/>
                <a:cs typeface="Courier New"/>
              </a:rPr>
              <a:t>terraform state show terraform_data.release</a:t>
            </a:r>
          </a:p>
          <a:p>
            <a:pPr>
              <a:defRPr sz="975">
                <a:solidFill>
                  <a:srgbClr val="221F20"/>
                </a:solidFill>
                <a:latin typeface="Courier New"/>
                <a:ea typeface="Courier New"/>
                <a:cs typeface="Courier New"/>
              </a:defRPr>
            </a:pPr>
            <a:r>
              <a:rPr sz="975">
                <a:solidFill>
                  <a:srgbClr val="221F20"/>
                </a:solidFill>
                <a:latin typeface="Courier New"/>
                <a:ea typeface="Courier New"/>
                <a:cs typeface="Courier New"/>
              </a:rPr>
              <a:t>terraform output -json</a:t>
            </a:r>
          </a:p>
          <a:p>
            <a:pPr>
              <a:defRPr sz="975">
                <a:solidFill>
                  <a:srgbClr val="221F20"/>
                </a:solidFill>
                <a:latin typeface="Courier New"/>
                <a:ea typeface="Courier New"/>
                <a:cs typeface="Courier New"/>
              </a:defRPr>
            </a:pPr>
            <a:r>
              <a:rPr sz="975">
                <a:solidFill>
                  <a:srgbClr val="221F20"/>
                </a:solidFill>
                <a:latin typeface="Courier New"/>
                <a:ea typeface="Courier New"/>
                <a:cs typeface="Courier New"/>
              </a:rPr>
              <a:t>terraform destroy</a:t>
            </a:r>
          </a:p>
        </p:txBody>
      </p:sp>
    </p:spTree>
    <p:extLst>
      <p:ext uri="{BB962C8B-B14F-4D97-AF65-F5344CB8AC3E}">
        <p14:creationId xmlns:p14="http://schemas.microsoft.com/office/powerpoint/2010/main" val="34599081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3EBA7D-B4B3-3797-8578-839899CDAF0F}"/>
              </a:ext>
            </a:extLst>
          </p:cNvPr>
          <p:cNvSpPr>
            <a:spLocks noGrp="1"/>
          </p:cNvSpPr>
          <p:nvPr>
            <p:ph type="title"/>
          </p:nvPr>
        </p:nvSpPr>
        <p:spPr>
          <a:xfrm>
            <a:off x="381000" y="361950"/>
            <a:ext cx="6953250" cy="552450"/>
          </a:xfrm>
        </p:spPr>
        <p:txBody>
          <a:bodyPr wrap="square" lIns="0" tIns="0" rIns="38100" bIns="0" anchor="t">
            <a:normAutofit/>
          </a:bodyPr>
          <a:lstStyle/>
          <a:p>
            <a:pPr algn="l">
              <a:buNone/>
              <a:defRPr sz="2175" b="1" u="none">
                <a:solidFill>
                  <a:srgbClr val="221F20"/>
                </a:solidFill>
                <a:latin typeface="Arial"/>
                <a:ea typeface="Arial"/>
                <a:cs typeface="Arial"/>
              </a:defRPr>
            </a:pPr>
            <a:r>
              <a:rPr sz="2175" b="1" u="none" dirty="0">
                <a:solidFill>
                  <a:srgbClr val="221F20"/>
                </a:solidFill>
                <a:latin typeface="Arial"/>
                <a:ea typeface="Arial"/>
                <a:cs typeface="Arial"/>
              </a:rPr>
              <a:t>Lab </a:t>
            </a:r>
            <a:r>
              <a:rPr lang="en-US" sz="2175" b="1" u="none" dirty="0">
                <a:solidFill>
                  <a:srgbClr val="221F20"/>
                </a:solidFill>
                <a:latin typeface="Arial"/>
                <a:ea typeface="Arial"/>
                <a:cs typeface="Arial"/>
              </a:rPr>
              <a:t>1</a:t>
            </a:r>
            <a:r>
              <a:rPr sz="2175" b="1" u="none" dirty="0">
                <a:solidFill>
                  <a:srgbClr val="221F20"/>
                </a:solidFill>
                <a:latin typeface="Arial"/>
                <a:ea typeface="Arial"/>
                <a:cs typeface="Arial"/>
              </a:rPr>
              <a:t>: modules turn repeated logic into an interface</a:t>
            </a:r>
          </a:p>
        </p:txBody>
      </p:sp>
      <p:sp>
        <p:nvSpPr>
          <p:cNvPr id="3" name="Content Placeholder 2">
            <a:extLst>
              <a:ext uri="{FF2B5EF4-FFF2-40B4-BE49-F238E27FC236}">
                <a16:creationId xmlns:a16="http://schemas.microsoft.com/office/drawing/2014/main" id="{D93EE42B-DB9D-4A87-960F-9EAB79C801BC}"/>
              </a:ext>
            </a:extLst>
          </p:cNvPr>
          <p:cNvSpPr>
            <a:spLocks noGrp="1"/>
          </p:cNvSpPr>
          <p:nvPr>
            <p:ph idx="1"/>
          </p:nvPr>
        </p:nvSpPr>
        <p:spPr>
          <a:xfrm>
            <a:off x="552450" y="1181100"/>
            <a:ext cx="7677150" cy="3048000"/>
          </a:xfrm>
        </p:spPr>
        <p:txBody>
          <a:bodyPr wrap="square" lIns="0" tIns="0" rIns="38100" bIns="0" anchor="t">
            <a:normAutofit/>
          </a:bodyPr>
          <a:lstStyle/>
          <a:p>
            <a:pPr marL="0" indent="0" algn="l">
              <a:spcBef>
                <a:spcPts val="0"/>
              </a:spcBef>
              <a:spcAft>
                <a:spcPts val="650"/>
              </a:spcAft>
              <a:buNone/>
              <a:defRPr sz="1238" b="0" u="none">
                <a:solidFill>
                  <a:srgbClr val="221F20"/>
                </a:solidFill>
                <a:latin typeface="Arial"/>
                <a:ea typeface="Arial"/>
                <a:cs typeface="Arial"/>
              </a:defRPr>
            </a:pPr>
            <a:r>
              <a:rPr sz="1238" b="0" u="none">
                <a:solidFill>
                  <a:srgbClr val="221F20"/>
                </a:solidFill>
                <a:latin typeface="Arial"/>
                <a:ea typeface="Arial"/>
                <a:cs typeface="Arial"/>
              </a:rPr>
              <a:t>Goal: move service-release logic into a child module.</a:t>
            </a:r>
          </a:p>
          <a:p>
            <a:pPr marL="0" indent="0" algn="l">
              <a:spcBef>
                <a:spcPts val="0"/>
              </a:spcBef>
              <a:spcAft>
                <a:spcPts val="650"/>
              </a:spcAft>
              <a:buNone/>
              <a:defRPr sz="1238" b="0" u="none">
                <a:solidFill>
                  <a:srgbClr val="221F20"/>
                </a:solidFill>
                <a:latin typeface="Arial"/>
                <a:ea typeface="Arial"/>
                <a:cs typeface="Arial"/>
              </a:defRPr>
            </a:pPr>
            <a:r>
              <a:rPr sz="1238" b="0" u="none">
                <a:solidFill>
                  <a:srgbClr val="221F20"/>
                </a:solidFill>
                <a:latin typeface="Arial"/>
                <a:ea typeface="Arial"/>
                <a:cs typeface="Arial"/>
              </a:rPr>
              <a:t>Inputs define what the module needs.</a:t>
            </a:r>
          </a:p>
          <a:p>
            <a:pPr marL="0" indent="0" algn="l">
              <a:spcBef>
                <a:spcPts val="0"/>
              </a:spcBef>
              <a:spcAft>
                <a:spcPts val="650"/>
              </a:spcAft>
              <a:buNone/>
              <a:defRPr sz="1238" b="0" u="none">
                <a:solidFill>
                  <a:srgbClr val="221F20"/>
                </a:solidFill>
                <a:latin typeface="Arial"/>
                <a:ea typeface="Arial"/>
                <a:cs typeface="Arial"/>
              </a:defRPr>
            </a:pPr>
            <a:r>
              <a:rPr sz="1238" b="0" u="none">
                <a:solidFill>
                  <a:srgbClr val="221F20"/>
                </a:solidFill>
                <a:latin typeface="Arial"/>
                <a:ea typeface="Arial"/>
                <a:cs typeface="Arial"/>
              </a:rPr>
              <a:t>Outputs define what the caller receives.</a:t>
            </a:r>
          </a:p>
          <a:p>
            <a:pPr marL="0" indent="0" algn="l">
              <a:spcBef>
                <a:spcPts val="0"/>
              </a:spcBef>
              <a:spcAft>
                <a:spcPts val="650"/>
              </a:spcAft>
              <a:buNone/>
              <a:defRPr sz="1238" b="0" u="none">
                <a:solidFill>
                  <a:srgbClr val="221F20"/>
                </a:solidFill>
                <a:latin typeface="Arial"/>
                <a:ea typeface="Arial"/>
                <a:cs typeface="Arial"/>
              </a:defRPr>
            </a:pPr>
            <a:r>
              <a:rPr sz="1238" b="0" u="none">
                <a:solidFill>
                  <a:srgbClr val="221F20"/>
                </a:solidFill>
                <a:latin typeface="Arial"/>
                <a:ea typeface="Arial"/>
                <a:cs typeface="Arial"/>
              </a:rPr>
              <a:t>The root module calls the child module with a source path.</a:t>
            </a:r>
          </a:p>
        </p:txBody>
      </p:sp>
      <p:sp>
        <p:nvSpPr>
          <p:cNvPr id="4" name="modern-gold-rule">
            <a:extLst>
              <a:ext uri="{FF2B5EF4-FFF2-40B4-BE49-F238E27FC236}">
                <a16:creationId xmlns:a16="http://schemas.microsoft.com/office/drawing/2014/main" id="{FCD32004-065D-44AA-AEB7-5120B4B203E2}"/>
              </a:ext>
            </a:extLst>
          </p:cNvPr>
          <p:cNvSpPr>
            <a:spLocks noGrp="1"/>
          </p:cNvSpPr>
          <p:nvPr/>
        </p:nvSpPr>
        <p:spPr>
          <a:xfrm>
            <a:off x="381000" y="914400"/>
            <a:ext cx="2095500" cy="47625"/>
          </a:xfrm>
          <a:prstGeom prst="rect">
            <a:avLst/>
          </a:prstGeom>
          <a:solidFill>
            <a:srgbClr val="FFCC01"/>
          </a:solidFill>
          <a:ln w="0">
            <a:solidFill>
              <a:srgbClr val="FFCC01"/>
            </a:solidFill>
            <a:prstDash val="solid"/>
          </a:ln>
        </p:spPr>
        <p:txBody>
          <a:bodyPr/>
          <a:lstStyle/>
          <a:p>
            <a:endParaRPr lang="en-US"/>
          </a:p>
        </p:txBody>
      </p:sp>
      <p:sp>
        <p:nvSpPr>
          <p:cNvPr id="5" name="section-label">
            <a:extLst>
              <a:ext uri="{FF2B5EF4-FFF2-40B4-BE49-F238E27FC236}">
                <a16:creationId xmlns:a16="http://schemas.microsoft.com/office/drawing/2014/main" id="{E115EB48-C9A5-4C84-9ABE-8D19A8B490C8}"/>
              </a:ext>
            </a:extLst>
          </p:cNvPr>
          <p:cNvSpPr>
            <a:spLocks noGrp="1"/>
          </p:cNvSpPr>
          <p:nvPr/>
        </p:nvSpPr>
        <p:spPr>
          <a:xfrm>
            <a:off x="381000" y="990600"/>
            <a:ext cx="4286250" cy="171450"/>
          </a:xfrm>
          <a:prstGeom prst="rect">
            <a:avLst/>
          </a:prstGeom>
          <a:noFill/>
          <a:ln w="0">
            <a:noFill/>
            <a:prstDash val="solid"/>
          </a:ln>
        </p:spPr>
        <p:txBody>
          <a:bodyPr wrap="square" lIns="0" tIns="0" rIns="0" bIns="0" anchor="t">
            <a:normAutofit/>
          </a:bodyPr>
          <a:lstStyle/>
          <a:p>
            <a:pPr algn="l">
              <a:defRPr sz="638" b="1" u="none">
                <a:solidFill>
                  <a:srgbClr val="565557"/>
                </a:solidFill>
                <a:latin typeface="Arial"/>
                <a:ea typeface="Arial"/>
                <a:cs typeface="Arial"/>
              </a:defRPr>
            </a:pPr>
            <a:r>
              <a:rPr sz="638" b="1" u="none">
                <a:solidFill>
                  <a:srgbClr val="565557"/>
                </a:solidFill>
                <a:latin typeface="Arial"/>
                <a:ea typeface="Arial"/>
                <a:cs typeface="Arial"/>
              </a:rPr>
              <a:t>MODULES</a:t>
            </a:r>
          </a:p>
        </p:txBody>
      </p:sp>
      <p:sp>
        <p:nvSpPr>
          <p:cNvPr id="6" name="code-snippet">
            <a:extLst>
              <a:ext uri="{FF2B5EF4-FFF2-40B4-BE49-F238E27FC236}">
                <a16:creationId xmlns:a16="http://schemas.microsoft.com/office/drawing/2014/main" id="{FDE8F916-06A9-4B00-95E8-AB13690CC52E}"/>
              </a:ext>
            </a:extLst>
          </p:cNvPr>
          <p:cNvSpPr>
            <a:spLocks noGrp="1"/>
          </p:cNvSpPr>
          <p:nvPr/>
        </p:nvSpPr>
        <p:spPr>
          <a:xfrm>
            <a:off x="581025" y="2705100"/>
            <a:ext cx="7620000" cy="1695450"/>
          </a:xfrm>
          <a:prstGeom prst="rect">
            <a:avLst/>
          </a:prstGeom>
          <a:solidFill>
            <a:srgbClr val="F7F7F5"/>
          </a:solidFill>
          <a:ln w="9525">
            <a:solidFill>
              <a:srgbClr val="D5D5D7"/>
            </a:solidFill>
            <a:prstDash val="solid"/>
          </a:ln>
        </p:spPr>
        <p:txBody>
          <a:bodyPr wrap="square" lIns="133350" tIns="114300" rIns="133350" bIns="95250">
            <a:normAutofit/>
          </a:bodyPr>
          <a:lstStyle/>
          <a:p>
            <a:pPr>
              <a:defRPr sz="975">
                <a:solidFill>
                  <a:srgbClr val="221F20"/>
                </a:solidFill>
                <a:latin typeface="Courier New"/>
                <a:ea typeface="Courier New"/>
                <a:cs typeface="Courier New"/>
              </a:defRPr>
            </a:pPr>
            <a:r>
              <a:rPr sz="975">
                <a:solidFill>
                  <a:srgbClr val="221F20"/>
                </a:solidFill>
                <a:latin typeface="Courier New"/>
                <a:ea typeface="Courier New"/>
                <a:cs typeface="Courier New"/>
              </a:rPr>
              <a:t>module "checkout" {</a:t>
            </a:r>
          </a:p>
          <a:p>
            <a:pPr>
              <a:defRPr sz="975">
                <a:solidFill>
                  <a:srgbClr val="221F20"/>
                </a:solidFill>
                <a:latin typeface="Courier New"/>
                <a:ea typeface="Courier New"/>
                <a:cs typeface="Courier New"/>
              </a:defRPr>
            </a:pPr>
            <a:r>
              <a:rPr sz="975">
                <a:solidFill>
                  <a:srgbClr val="221F20"/>
                </a:solidFill>
                <a:latin typeface="Courier New"/>
                <a:ea typeface="Courier New"/>
                <a:cs typeface="Courier New"/>
              </a:rPr>
              <a:t>  source      = "./modules/service"</a:t>
            </a:r>
          </a:p>
          <a:p>
            <a:pPr>
              <a:defRPr sz="975">
                <a:solidFill>
                  <a:srgbClr val="221F20"/>
                </a:solidFill>
                <a:latin typeface="Courier New"/>
                <a:ea typeface="Courier New"/>
                <a:cs typeface="Courier New"/>
              </a:defRPr>
            </a:pPr>
            <a:r>
              <a:rPr sz="975">
                <a:solidFill>
                  <a:srgbClr val="221F20"/>
                </a:solidFill>
                <a:latin typeface="Courier New"/>
                <a:ea typeface="Courier New"/>
                <a:cs typeface="Courier New"/>
              </a:rPr>
              <a:t>  name        = "checkout"</a:t>
            </a:r>
          </a:p>
          <a:p>
            <a:pPr>
              <a:defRPr sz="975">
                <a:solidFill>
                  <a:srgbClr val="221F20"/>
                </a:solidFill>
                <a:latin typeface="Courier New"/>
                <a:ea typeface="Courier New"/>
                <a:cs typeface="Courier New"/>
              </a:defRPr>
            </a:pPr>
            <a:r>
              <a:rPr sz="975">
                <a:solidFill>
                  <a:srgbClr val="221F20"/>
                </a:solidFill>
                <a:latin typeface="Courier New"/>
                <a:ea typeface="Courier New"/>
                <a:cs typeface="Courier New"/>
              </a:rPr>
              <a:t>  environment = var.environment</a:t>
            </a:r>
          </a:p>
          <a:p>
            <a:pPr>
              <a:defRPr sz="975">
                <a:solidFill>
                  <a:srgbClr val="221F20"/>
                </a:solidFill>
                <a:latin typeface="Courier New"/>
                <a:ea typeface="Courier New"/>
                <a:cs typeface="Courier New"/>
              </a:defRPr>
            </a:pPr>
            <a:r>
              <a:rPr sz="975">
                <a:solidFill>
                  <a:srgbClr val="221F20"/>
                </a:solidFill>
                <a:latin typeface="Courier New"/>
                <a:ea typeface="Courier New"/>
                <a:cs typeface="Courier New"/>
              </a:rPr>
              <a:t>}</a:t>
            </a:r>
          </a:p>
          <a:p>
            <a:endParaRPr sz="975">
              <a:solidFill>
                <a:srgbClr val="221F20"/>
              </a:solidFill>
              <a:latin typeface="Courier New"/>
              <a:ea typeface="Courier New"/>
              <a:cs typeface="Courier New"/>
            </a:endParaRPr>
          </a:p>
          <a:p>
            <a:pPr>
              <a:defRPr sz="975">
                <a:solidFill>
                  <a:srgbClr val="221F20"/>
                </a:solidFill>
                <a:latin typeface="Courier New"/>
                <a:ea typeface="Courier New"/>
                <a:cs typeface="Courier New"/>
              </a:defRPr>
            </a:pPr>
            <a:r>
              <a:rPr sz="975">
                <a:solidFill>
                  <a:srgbClr val="221F20"/>
                </a:solidFill>
                <a:latin typeface="Courier New"/>
                <a:ea typeface="Courier New"/>
                <a:cs typeface="Courier New"/>
              </a:rPr>
              <a:t>output "checkout_service" {</a:t>
            </a:r>
          </a:p>
          <a:p>
            <a:pPr>
              <a:defRPr sz="975">
                <a:solidFill>
                  <a:srgbClr val="221F20"/>
                </a:solidFill>
                <a:latin typeface="Courier New"/>
                <a:ea typeface="Courier New"/>
                <a:cs typeface="Courier New"/>
              </a:defRPr>
            </a:pPr>
            <a:r>
              <a:rPr sz="975">
                <a:solidFill>
                  <a:srgbClr val="221F20"/>
                </a:solidFill>
                <a:latin typeface="Courier New"/>
                <a:ea typeface="Courier New"/>
                <a:cs typeface="Courier New"/>
              </a:rPr>
              <a:t>  value = module.checkout.service</a:t>
            </a:r>
          </a:p>
          <a:p>
            <a:pPr>
              <a:defRPr sz="975">
                <a:solidFill>
                  <a:srgbClr val="221F20"/>
                </a:solidFill>
                <a:latin typeface="Courier New"/>
                <a:ea typeface="Courier New"/>
                <a:cs typeface="Courier New"/>
              </a:defRPr>
            </a:pPr>
            <a:r>
              <a:rPr sz="975">
                <a:solidFill>
                  <a:srgbClr val="221F20"/>
                </a:solidFill>
                <a:latin typeface="Courier New"/>
                <a:ea typeface="Courier New"/>
                <a:cs typeface="Courier New"/>
              </a:rPr>
              <a:t>}</a:t>
            </a:r>
          </a:p>
        </p:txBody>
      </p:sp>
    </p:spTree>
    <p:extLst>
      <p:ext uri="{BB962C8B-B14F-4D97-AF65-F5344CB8AC3E}">
        <p14:creationId xmlns:p14="http://schemas.microsoft.com/office/powerpoint/2010/main" val="34599081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3EBA7D-B4B3-3797-8578-839899CDAF0F}"/>
              </a:ext>
            </a:extLst>
          </p:cNvPr>
          <p:cNvSpPr>
            <a:spLocks noGrp="1"/>
          </p:cNvSpPr>
          <p:nvPr>
            <p:ph type="title"/>
          </p:nvPr>
        </p:nvSpPr>
        <p:spPr>
          <a:xfrm>
            <a:off x="381000" y="361950"/>
            <a:ext cx="6953250" cy="552450"/>
          </a:xfrm>
        </p:spPr>
        <p:txBody>
          <a:bodyPr wrap="square" lIns="0" tIns="0" rIns="38100" bIns="0" anchor="t">
            <a:normAutofit/>
          </a:bodyPr>
          <a:lstStyle/>
          <a:p>
            <a:pPr algn="l">
              <a:buNone/>
              <a:defRPr sz="2175" b="1" u="none">
                <a:solidFill>
                  <a:srgbClr val="221F20"/>
                </a:solidFill>
                <a:latin typeface="Arial"/>
                <a:ea typeface="Arial"/>
                <a:cs typeface="Arial"/>
              </a:defRPr>
            </a:pPr>
            <a:r>
              <a:rPr sz="2175" b="1" u="none">
                <a:solidFill>
                  <a:srgbClr val="221F20"/>
                </a:solidFill>
                <a:latin typeface="Arial"/>
                <a:ea typeface="Arial"/>
                <a:cs typeface="Arial"/>
              </a:rPr>
              <a:t>Lab 2: change, re-plan, and explain the difference</a:t>
            </a:r>
          </a:p>
        </p:txBody>
      </p:sp>
      <p:sp>
        <p:nvSpPr>
          <p:cNvPr id="3" name="Content Placeholder 2">
            <a:extLst>
              <a:ext uri="{FF2B5EF4-FFF2-40B4-BE49-F238E27FC236}">
                <a16:creationId xmlns:a16="http://schemas.microsoft.com/office/drawing/2014/main" id="{D93EE42B-DB9D-4A87-960F-9EAB79C801BC}"/>
              </a:ext>
            </a:extLst>
          </p:cNvPr>
          <p:cNvSpPr>
            <a:spLocks noGrp="1"/>
          </p:cNvSpPr>
          <p:nvPr>
            <p:ph idx="1"/>
          </p:nvPr>
        </p:nvSpPr>
        <p:spPr>
          <a:xfrm>
            <a:off x="552450" y="1181100"/>
            <a:ext cx="7677150" cy="3048000"/>
          </a:xfrm>
        </p:spPr>
        <p:txBody>
          <a:bodyPr wrap="square" lIns="0" tIns="0" rIns="38100" bIns="0" anchor="t">
            <a:normAutofit/>
          </a:bodyPr>
          <a:lstStyle/>
          <a:p>
            <a:pPr marL="0" indent="0" algn="l">
              <a:spcBef>
                <a:spcPts val="0"/>
              </a:spcBef>
              <a:spcAft>
                <a:spcPts val="650"/>
              </a:spcAft>
              <a:buNone/>
              <a:defRPr sz="1238" b="0" u="none">
                <a:solidFill>
                  <a:srgbClr val="221F20"/>
                </a:solidFill>
                <a:latin typeface="Arial"/>
                <a:ea typeface="Arial"/>
                <a:cs typeface="Arial"/>
              </a:defRPr>
            </a:pPr>
            <a:r>
              <a:rPr sz="1238" b="0" u="none">
                <a:solidFill>
                  <a:srgbClr val="221F20"/>
                </a:solidFill>
                <a:latin typeface="Arial"/>
                <a:ea typeface="Arial"/>
                <a:cs typeface="Arial"/>
              </a:rPr>
              <a:t>Goal: see Terraform detect a configuration change.</a:t>
            </a:r>
          </a:p>
          <a:p>
            <a:pPr marL="0" indent="0" algn="l">
              <a:spcBef>
                <a:spcPts val="0"/>
              </a:spcBef>
              <a:spcAft>
                <a:spcPts val="650"/>
              </a:spcAft>
              <a:buNone/>
              <a:defRPr sz="1238" b="0" u="none">
                <a:solidFill>
                  <a:srgbClr val="221F20"/>
                </a:solidFill>
                <a:latin typeface="Arial"/>
                <a:ea typeface="Arial"/>
                <a:cs typeface="Arial"/>
              </a:defRPr>
            </a:pPr>
            <a:r>
              <a:rPr sz="1238" b="0" u="none">
                <a:solidFill>
                  <a:srgbClr val="221F20"/>
                </a:solidFill>
                <a:latin typeface="Arial"/>
                <a:ea typeface="Arial"/>
                <a:cs typeface="Arial"/>
              </a:rPr>
              <a:t>Change app_version from 1.0.0 to 1.0.1.</a:t>
            </a:r>
          </a:p>
          <a:p>
            <a:pPr marL="0" indent="0" algn="l">
              <a:spcBef>
                <a:spcPts val="0"/>
              </a:spcBef>
              <a:spcAft>
                <a:spcPts val="650"/>
              </a:spcAft>
              <a:buNone/>
              <a:defRPr sz="1238" b="0" u="none">
                <a:solidFill>
                  <a:srgbClr val="221F20"/>
                </a:solidFill>
                <a:latin typeface="Arial"/>
                <a:ea typeface="Arial"/>
                <a:cs typeface="Arial"/>
              </a:defRPr>
            </a:pPr>
            <a:r>
              <a:rPr sz="1238" b="0" u="none">
                <a:solidFill>
                  <a:srgbClr val="221F20"/>
                </a:solidFill>
                <a:latin typeface="Arial"/>
                <a:ea typeface="Arial"/>
                <a:cs typeface="Arial"/>
              </a:rPr>
              <a:t>Run plan before apply.</a:t>
            </a:r>
          </a:p>
          <a:p>
            <a:pPr marL="0" indent="0" algn="l">
              <a:spcBef>
                <a:spcPts val="0"/>
              </a:spcBef>
              <a:spcAft>
                <a:spcPts val="650"/>
              </a:spcAft>
              <a:buNone/>
              <a:defRPr sz="1238" b="0" u="none">
                <a:solidFill>
                  <a:srgbClr val="221F20"/>
                </a:solidFill>
                <a:latin typeface="Arial"/>
                <a:ea typeface="Arial"/>
                <a:cs typeface="Arial"/>
              </a:defRPr>
            </a:pPr>
            <a:r>
              <a:rPr sz="1238" b="0" u="none">
                <a:solidFill>
                  <a:srgbClr val="221F20"/>
                </a:solidFill>
                <a:latin typeface="Arial"/>
                <a:ea typeface="Arial"/>
                <a:cs typeface="Arial"/>
              </a:rPr>
              <a:t>Explain what changed, what stayed the same, and where Terraform remembered the old value.</a:t>
            </a:r>
          </a:p>
        </p:txBody>
      </p:sp>
      <p:sp>
        <p:nvSpPr>
          <p:cNvPr id="4" name="modern-gold-rule">
            <a:extLst>
              <a:ext uri="{FF2B5EF4-FFF2-40B4-BE49-F238E27FC236}">
                <a16:creationId xmlns:a16="http://schemas.microsoft.com/office/drawing/2014/main" id="{90F040A3-2306-4DC0-893C-6733D2320C72}"/>
              </a:ext>
            </a:extLst>
          </p:cNvPr>
          <p:cNvSpPr>
            <a:spLocks noGrp="1"/>
          </p:cNvSpPr>
          <p:nvPr/>
        </p:nvSpPr>
        <p:spPr>
          <a:xfrm>
            <a:off x="381000" y="914400"/>
            <a:ext cx="2095500" cy="47625"/>
          </a:xfrm>
          <a:prstGeom prst="rect">
            <a:avLst/>
          </a:prstGeom>
          <a:solidFill>
            <a:srgbClr val="FFCC01"/>
          </a:solidFill>
          <a:ln w="0">
            <a:solidFill>
              <a:srgbClr val="FFCC01"/>
            </a:solidFill>
            <a:prstDash val="solid"/>
          </a:ln>
        </p:spPr>
        <p:txBody>
          <a:bodyPr/>
          <a:lstStyle/>
          <a:p>
            <a:endParaRPr lang="en-US"/>
          </a:p>
        </p:txBody>
      </p:sp>
      <p:sp>
        <p:nvSpPr>
          <p:cNvPr id="5" name="section-label">
            <a:extLst>
              <a:ext uri="{FF2B5EF4-FFF2-40B4-BE49-F238E27FC236}">
                <a16:creationId xmlns:a16="http://schemas.microsoft.com/office/drawing/2014/main" id="{630EDAA5-0101-43AA-8E6D-EA239F21AE0B}"/>
              </a:ext>
            </a:extLst>
          </p:cNvPr>
          <p:cNvSpPr>
            <a:spLocks noGrp="1"/>
          </p:cNvSpPr>
          <p:nvPr/>
        </p:nvSpPr>
        <p:spPr>
          <a:xfrm>
            <a:off x="381000" y="990600"/>
            <a:ext cx="4286250" cy="171450"/>
          </a:xfrm>
          <a:prstGeom prst="rect">
            <a:avLst/>
          </a:prstGeom>
          <a:noFill/>
          <a:ln w="0">
            <a:noFill/>
            <a:prstDash val="solid"/>
          </a:ln>
        </p:spPr>
        <p:txBody>
          <a:bodyPr wrap="square" lIns="0" tIns="0" rIns="0" bIns="0" anchor="t">
            <a:normAutofit/>
          </a:bodyPr>
          <a:lstStyle/>
          <a:p>
            <a:pPr algn="l">
              <a:defRPr sz="638" b="1" u="none">
                <a:solidFill>
                  <a:srgbClr val="565557"/>
                </a:solidFill>
                <a:latin typeface="Arial"/>
                <a:ea typeface="Arial"/>
                <a:cs typeface="Arial"/>
              </a:defRPr>
            </a:pPr>
            <a:r>
              <a:rPr sz="638" b="1" u="none">
                <a:solidFill>
                  <a:srgbClr val="565557"/>
                </a:solidFill>
                <a:latin typeface="Arial"/>
                <a:ea typeface="Arial"/>
                <a:cs typeface="Arial"/>
              </a:rPr>
              <a:t>CHANGE MANAGEMENT</a:t>
            </a:r>
          </a:p>
        </p:txBody>
      </p:sp>
      <p:sp>
        <p:nvSpPr>
          <p:cNvPr id="6" name="code-snippet">
            <a:extLst>
              <a:ext uri="{FF2B5EF4-FFF2-40B4-BE49-F238E27FC236}">
                <a16:creationId xmlns:a16="http://schemas.microsoft.com/office/drawing/2014/main" id="{F51ADC2D-47F6-4DA6-BEA9-16324E9EED14}"/>
              </a:ext>
            </a:extLst>
          </p:cNvPr>
          <p:cNvSpPr>
            <a:spLocks noGrp="1"/>
          </p:cNvSpPr>
          <p:nvPr/>
        </p:nvSpPr>
        <p:spPr>
          <a:xfrm>
            <a:off x="552450" y="2705100"/>
            <a:ext cx="7620000" cy="1695450"/>
          </a:xfrm>
          <a:prstGeom prst="rect">
            <a:avLst/>
          </a:prstGeom>
          <a:solidFill>
            <a:srgbClr val="F7F7F5"/>
          </a:solidFill>
          <a:ln w="9525">
            <a:solidFill>
              <a:srgbClr val="D5D5D7"/>
            </a:solidFill>
            <a:prstDash val="solid"/>
          </a:ln>
        </p:spPr>
        <p:txBody>
          <a:bodyPr wrap="square" lIns="133350" tIns="114300" rIns="133350" bIns="95250">
            <a:normAutofit/>
          </a:bodyPr>
          <a:lstStyle/>
          <a:p>
            <a:pPr>
              <a:defRPr sz="975">
                <a:solidFill>
                  <a:srgbClr val="221F20"/>
                </a:solidFill>
                <a:latin typeface="Courier New"/>
                <a:ea typeface="Courier New"/>
                <a:cs typeface="Courier New"/>
              </a:defRPr>
            </a:pPr>
            <a:r>
              <a:rPr sz="975">
                <a:solidFill>
                  <a:srgbClr val="221F20"/>
                </a:solidFill>
                <a:latin typeface="Courier New"/>
                <a:ea typeface="Courier New"/>
                <a:cs typeface="Courier New"/>
              </a:rPr>
              <a:t>terraform plan -var="app_version=1.0.1"</a:t>
            </a:r>
          </a:p>
          <a:p>
            <a:pPr>
              <a:defRPr sz="975">
                <a:solidFill>
                  <a:srgbClr val="221F20"/>
                </a:solidFill>
                <a:latin typeface="Courier New"/>
                <a:ea typeface="Courier New"/>
                <a:cs typeface="Courier New"/>
              </a:defRPr>
            </a:pPr>
            <a:r>
              <a:rPr sz="975">
                <a:solidFill>
                  <a:srgbClr val="221F20"/>
                </a:solidFill>
                <a:latin typeface="Courier New"/>
                <a:ea typeface="Courier New"/>
                <a:cs typeface="Courier New"/>
              </a:rPr>
              <a:t>terraform apply -var="app_version=1.0.1"</a:t>
            </a:r>
          </a:p>
          <a:p>
            <a:pPr>
              <a:defRPr sz="975">
                <a:solidFill>
                  <a:srgbClr val="221F20"/>
                </a:solidFill>
                <a:latin typeface="Courier New"/>
                <a:ea typeface="Courier New"/>
                <a:cs typeface="Courier New"/>
              </a:defRPr>
            </a:pPr>
            <a:r>
              <a:rPr sz="975">
                <a:solidFill>
                  <a:srgbClr val="221F20"/>
                </a:solidFill>
                <a:latin typeface="Courier New"/>
                <a:ea typeface="Courier New"/>
                <a:cs typeface="Courier New"/>
              </a:rPr>
              <a:t>terraform show</a:t>
            </a:r>
          </a:p>
        </p:txBody>
      </p:sp>
    </p:spTree>
    <p:extLst>
      <p:ext uri="{BB962C8B-B14F-4D97-AF65-F5344CB8AC3E}">
        <p14:creationId xmlns:p14="http://schemas.microsoft.com/office/powerpoint/2010/main" val="34599081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3EBA7D-B4B3-3797-8578-839899CDAF0F}"/>
              </a:ext>
            </a:extLst>
          </p:cNvPr>
          <p:cNvSpPr>
            <a:spLocks noGrp="1"/>
          </p:cNvSpPr>
          <p:nvPr>
            <p:ph type="title"/>
          </p:nvPr>
        </p:nvSpPr>
        <p:spPr>
          <a:xfrm>
            <a:off x="381000" y="361950"/>
            <a:ext cx="6953250" cy="552450"/>
          </a:xfrm>
        </p:spPr>
        <p:txBody>
          <a:bodyPr wrap="square" lIns="0" tIns="0" rIns="38100" bIns="0" anchor="t">
            <a:normAutofit/>
          </a:bodyPr>
          <a:lstStyle/>
          <a:p>
            <a:pPr algn="l">
              <a:buNone/>
              <a:defRPr sz="2175" b="1" u="none">
                <a:solidFill>
                  <a:srgbClr val="221F20"/>
                </a:solidFill>
                <a:latin typeface="Arial"/>
                <a:ea typeface="Arial"/>
                <a:cs typeface="Arial"/>
              </a:defRPr>
            </a:pPr>
            <a:r>
              <a:rPr sz="2175" b="1" u="none" dirty="0">
                <a:solidFill>
                  <a:srgbClr val="221F20"/>
                </a:solidFill>
                <a:latin typeface="Arial"/>
                <a:ea typeface="Arial"/>
                <a:cs typeface="Arial"/>
              </a:rPr>
              <a:t>Lab </a:t>
            </a:r>
            <a:r>
              <a:rPr lang="en-US" sz="2175" b="1" u="none" dirty="0">
                <a:solidFill>
                  <a:srgbClr val="221F20"/>
                </a:solidFill>
                <a:latin typeface="Arial"/>
                <a:ea typeface="Arial"/>
                <a:cs typeface="Arial"/>
              </a:rPr>
              <a:t>3</a:t>
            </a:r>
            <a:r>
              <a:rPr sz="2175" b="1" u="none" dirty="0">
                <a:solidFill>
                  <a:srgbClr val="221F20"/>
                </a:solidFill>
                <a:latin typeface="Arial"/>
                <a:ea typeface="Arial"/>
                <a:cs typeface="Arial"/>
              </a:rPr>
              <a:t>: create a local release record</a:t>
            </a:r>
          </a:p>
        </p:txBody>
      </p:sp>
      <p:sp>
        <p:nvSpPr>
          <p:cNvPr id="3" name="Content Placeholder 2">
            <a:extLst>
              <a:ext uri="{FF2B5EF4-FFF2-40B4-BE49-F238E27FC236}">
                <a16:creationId xmlns:a16="http://schemas.microsoft.com/office/drawing/2014/main" id="{D93EE42B-DB9D-4A87-960F-9EAB79C801BC}"/>
              </a:ext>
            </a:extLst>
          </p:cNvPr>
          <p:cNvSpPr>
            <a:spLocks noGrp="1"/>
          </p:cNvSpPr>
          <p:nvPr>
            <p:ph idx="1"/>
          </p:nvPr>
        </p:nvSpPr>
        <p:spPr>
          <a:xfrm>
            <a:off x="552450" y="1181100"/>
            <a:ext cx="7677150" cy="3048000"/>
          </a:xfrm>
        </p:spPr>
        <p:txBody>
          <a:bodyPr wrap="square" lIns="0" tIns="0" rIns="38100" bIns="0" anchor="t">
            <a:normAutofit/>
          </a:bodyPr>
          <a:lstStyle/>
          <a:p>
            <a:pPr marL="0" indent="0" algn="l">
              <a:spcBef>
                <a:spcPts val="0"/>
              </a:spcBef>
              <a:spcAft>
                <a:spcPts val="650"/>
              </a:spcAft>
              <a:buNone/>
              <a:defRPr sz="1238" b="0" u="none">
                <a:solidFill>
                  <a:srgbClr val="221F20"/>
                </a:solidFill>
                <a:latin typeface="Arial"/>
                <a:ea typeface="Arial"/>
                <a:cs typeface="Arial"/>
              </a:defRPr>
            </a:pPr>
            <a:r>
              <a:rPr sz="1238" b="0" u="none">
                <a:solidFill>
                  <a:srgbClr val="221F20"/>
                </a:solidFill>
                <a:latin typeface="Arial"/>
                <a:ea typeface="Arial"/>
                <a:cs typeface="Arial"/>
              </a:rPr>
              <a:t>Goal: create one managed training object and inspect the output.</a:t>
            </a:r>
          </a:p>
          <a:p>
            <a:pPr marL="0" indent="0" algn="l">
              <a:spcBef>
                <a:spcPts val="0"/>
              </a:spcBef>
              <a:spcAft>
                <a:spcPts val="650"/>
              </a:spcAft>
              <a:buNone/>
              <a:defRPr sz="1238" b="0" u="none">
                <a:solidFill>
                  <a:srgbClr val="221F20"/>
                </a:solidFill>
                <a:latin typeface="Arial"/>
                <a:ea typeface="Arial"/>
                <a:cs typeface="Arial"/>
              </a:defRPr>
            </a:pPr>
            <a:r>
              <a:rPr sz="1238" b="0" u="none">
                <a:solidFill>
                  <a:srgbClr val="221F20"/>
                </a:solidFill>
                <a:latin typeface="Arial"/>
                <a:ea typeface="Arial"/>
                <a:cs typeface="Arial"/>
              </a:rPr>
              <a:t>Students create main.tf with variables, locals, terraform_data, and an output.</a:t>
            </a:r>
          </a:p>
          <a:p>
            <a:pPr marL="0" indent="0" algn="l">
              <a:spcBef>
                <a:spcPts val="0"/>
              </a:spcBef>
              <a:spcAft>
                <a:spcPts val="650"/>
              </a:spcAft>
              <a:buNone/>
              <a:defRPr sz="1238" b="0" u="none">
                <a:solidFill>
                  <a:srgbClr val="221F20"/>
                </a:solidFill>
                <a:latin typeface="Arial"/>
                <a:ea typeface="Arial"/>
                <a:cs typeface="Arial"/>
              </a:defRPr>
            </a:pPr>
            <a:r>
              <a:rPr sz="1238" b="0" u="none">
                <a:solidFill>
                  <a:srgbClr val="221F20"/>
                </a:solidFill>
                <a:latin typeface="Arial"/>
                <a:ea typeface="Arial"/>
                <a:cs typeface="Arial"/>
              </a:rPr>
              <a:t>Then they run init, validate, plan, apply, and output.</a:t>
            </a:r>
          </a:p>
        </p:txBody>
      </p:sp>
      <p:sp>
        <p:nvSpPr>
          <p:cNvPr id="4" name="modern-gold-rule">
            <a:extLst>
              <a:ext uri="{FF2B5EF4-FFF2-40B4-BE49-F238E27FC236}">
                <a16:creationId xmlns:a16="http://schemas.microsoft.com/office/drawing/2014/main" id="{E6C6E99F-9D0B-4FF3-89DE-2A783580F099}"/>
              </a:ext>
            </a:extLst>
          </p:cNvPr>
          <p:cNvSpPr>
            <a:spLocks noGrp="1"/>
          </p:cNvSpPr>
          <p:nvPr/>
        </p:nvSpPr>
        <p:spPr>
          <a:xfrm>
            <a:off x="381000" y="914400"/>
            <a:ext cx="2095500" cy="47625"/>
          </a:xfrm>
          <a:prstGeom prst="rect">
            <a:avLst/>
          </a:prstGeom>
          <a:solidFill>
            <a:srgbClr val="FFCC01"/>
          </a:solidFill>
          <a:ln w="0">
            <a:solidFill>
              <a:srgbClr val="FFCC01"/>
            </a:solidFill>
            <a:prstDash val="solid"/>
          </a:ln>
        </p:spPr>
        <p:txBody>
          <a:bodyPr/>
          <a:lstStyle/>
          <a:p>
            <a:endParaRPr lang="en-US"/>
          </a:p>
        </p:txBody>
      </p:sp>
      <p:sp>
        <p:nvSpPr>
          <p:cNvPr id="5" name="section-label">
            <a:extLst>
              <a:ext uri="{FF2B5EF4-FFF2-40B4-BE49-F238E27FC236}">
                <a16:creationId xmlns:a16="http://schemas.microsoft.com/office/drawing/2014/main" id="{5DD9288A-9D5C-4F7A-A9E9-5450F269ACA5}"/>
              </a:ext>
            </a:extLst>
          </p:cNvPr>
          <p:cNvSpPr>
            <a:spLocks noGrp="1"/>
          </p:cNvSpPr>
          <p:nvPr/>
        </p:nvSpPr>
        <p:spPr>
          <a:xfrm>
            <a:off x="381000" y="990600"/>
            <a:ext cx="4286250" cy="171450"/>
          </a:xfrm>
          <a:prstGeom prst="rect">
            <a:avLst/>
          </a:prstGeom>
          <a:noFill/>
          <a:ln w="0">
            <a:noFill/>
            <a:prstDash val="solid"/>
          </a:ln>
        </p:spPr>
        <p:txBody>
          <a:bodyPr wrap="square" lIns="0" tIns="0" rIns="0" bIns="0" anchor="t">
            <a:normAutofit/>
          </a:bodyPr>
          <a:lstStyle/>
          <a:p>
            <a:pPr algn="l">
              <a:defRPr sz="638" b="1" u="none">
                <a:solidFill>
                  <a:srgbClr val="565557"/>
                </a:solidFill>
                <a:latin typeface="Arial"/>
                <a:ea typeface="Arial"/>
                <a:cs typeface="Arial"/>
              </a:defRPr>
            </a:pPr>
            <a:r>
              <a:rPr sz="638" b="1" u="none">
                <a:solidFill>
                  <a:srgbClr val="565557"/>
                </a:solidFill>
                <a:latin typeface="Arial"/>
                <a:ea typeface="Arial"/>
                <a:cs typeface="Arial"/>
              </a:rPr>
              <a:t>NO-CLOUD LAB</a:t>
            </a:r>
          </a:p>
        </p:txBody>
      </p:sp>
      <p:sp>
        <p:nvSpPr>
          <p:cNvPr id="6" name="code-snippet">
            <a:extLst>
              <a:ext uri="{FF2B5EF4-FFF2-40B4-BE49-F238E27FC236}">
                <a16:creationId xmlns:a16="http://schemas.microsoft.com/office/drawing/2014/main" id="{B2333ECA-1EE1-4573-9A98-E2900E2CF038}"/>
              </a:ext>
            </a:extLst>
          </p:cNvPr>
          <p:cNvSpPr>
            <a:spLocks noGrp="1"/>
          </p:cNvSpPr>
          <p:nvPr/>
        </p:nvSpPr>
        <p:spPr>
          <a:xfrm>
            <a:off x="590550" y="2266950"/>
            <a:ext cx="7620000" cy="1695450"/>
          </a:xfrm>
          <a:prstGeom prst="rect">
            <a:avLst/>
          </a:prstGeom>
          <a:solidFill>
            <a:srgbClr val="F7F7F5"/>
          </a:solidFill>
          <a:ln w="9525">
            <a:solidFill>
              <a:srgbClr val="D5D5D7"/>
            </a:solidFill>
            <a:prstDash val="solid"/>
          </a:ln>
        </p:spPr>
        <p:txBody>
          <a:bodyPr wrap="square" lIns="133350" tIns="114300" rIns="133350" bIns="95250">
            <a:normAutofit fontScale="90909" lnSpcReduction="10000"/>
          </a:bodyPr>
          <a:lstStyle/>
          <a:p>
            <a:pPr>
              <a:defRPr sz="975">
                <a:solidFill>
                  <a:srgbClr val="221F20"/>
                </a:solidFill>
                <a:latin typeface="Courier New"/>
                <a:ea typeface="Courier New"/>
                <a:cs typeface="Courier New"/>
              </a:defRPr>
            </a:pPr>
            <a:r>
              <a:rPr sz="975">
                <a:solidFill>
                  <a:srgbClr val="221F20"/>
                </a:solidFill>
                <a:latin typeface="Courier New"/>
                <a:ea typeface="Courier New"/>
                <a:cs typeface="Courier New"/>
              </a:rPr>
              <a:t>resource "terraform_data" "release" {</a:t>
            </a:r>
          </a:p>
          <a:p>
            <a:pPr>
              <a:defRPr sz="975">
                <a:solidFill>
                  <a:srgbClr val="221F20"/>
                </a:solidFill>
                <a:latin typeface="Courier New"/>
                <a:ea typeface="Courier New"/>
                <a:cs typeface="Courier New"/>
              </a:defRPr>
            </a:pPr>
            <a:r>
              <a:rPr sz="975">
                <a:solidFill>
                  <a:srgbClr val="221F20"/>
                </a:solidFill>
                <a:latin typeface="Courier New"/>
                <a:ea typeface="Courier New"/>
                <a:cs typeface="Courier New"/>
              </a:rPr>
              <a:t>  input = {</a:t>
            </a:r>
          </a:p>
          <a:p>
            <a:pPr>
              <a:defRPr sz="975">
                <a:solidFill>
                  <a:srgbClr val="221F20"/>
                </a:solidFill>
                <a:latin typeface="Courier New"/>
                <a:ea typeface="Courier New"/>
                <a:cs typeface="Courier New"/>
              </a:defRPr>
            </a:pPr>
            <a:r>
              <a:rPr sz="975">
                <a:solidFill>
                  <a:srgbClr val="221F20"/>
                </a:solidFill>
                <a:latin typeface="Courier New"/>
                <a:ea typeface="Courier New"/>
                <a:cs typeface="Courier New"/>
              </a:rPr>
              <a:t>    name        = local.service_name</a:t>
            </a:r>
          </a:p>
          <a:p>
            <a:pPr>
              <a:defRPr sz="975">
                <a:solidFill>
                  <a:srgbClr val="221F20"/>
                </a:solidFill>
                <a:latin typeface="Courier New"/>
                <a:ea typeface="Courier New"/>
                <a:cs typeface="Courier New"/>
              </a:defRPr>
            </a:pPr>
            <a:r>
              <a:rPr sz="975">
                <a:solidFill>
                  <a:srgbClr val="221F20"/>
                </a:solidFill>
                <a:latin typeface="Courier New"/>
                <a:ea typeface="Courier New"/>
                <a:cs typeface="Courier New"/>
              </a:rPr>
              <a:t>    environment = var.environment</a:t>
            </a:r>
          </a:p>
          <a:p>
            <a:pPr>
              <a:defRPr sz="975">
                <a:solidFill>
                  <a:srgbClr val="221F20"/>
                </a:solidFill>
                <a:latin typeface="Courier New"/>
                <a:ea typeface="Courier New"/>
                <a:cs typeface="Courier New"/>
              </a:defRPr>
            </a:pPr>
            <a:r>
              <a:rPr sz="975">
                <a:solidFill>
                  <a:srgbClr val="221F20"/>
                </a:solidFill>
                <a:latin typeface="Courier New"/>
                <a:ea typeface="Courier New"/>
                <a:cs typeface="Courier New"/>
              </a:rPr>
              <a:t>    version     = var.app_version</a:t>
            </a:r>
          </a:p>
          <a:p>
            <a:pPr>
              <a:defRPr sz="975">
                <a:solidFill>
                  <a:srgbClr val="221F20"/>
                </a:solidFill>
                <a:latin typeface="Courier New"/>
                <a:ea typeface="Courier New"/>
                <a:cs typeface="Courier New"/>
              </a:defRPr>
            </a:pPr>
            <a:r>
              <a:rPr sz="975">
                <a:solidFill>
                  <a:srgbClr val="221F20"/>
                </a:solidFill>
                <a:latin typeface="Courier New"/>
                <a:ea typeface="Courier New"/>
                <a:cs typeface="Courier New"/>
              </a:rPr>
              <a:t>  }</a:t>
            </a:r>
          </a:p>
          <a:p>
            <a:pPr>
              <a:defRPr sz="975">
                <a:solidFill>
                  <a:srgbClr val="221F20"/>
                </a:solidFill>
                <a:latin typeface="Courier New"/>
                <a:ea typeface="Courier New"/>
                <a:cs typeface="Courier New"/>
              </a:defRPr>
            </a:pPr>
            <a:r>
              <a:rPr sz="975">
                <a:solidFill>
                  <a:srgbClr val="221F20"/>
                </a:solidFill>
                <a:latin typeface="Courier New"/>
                <a:ea typeface="Courier New"/>
                <a:cs typeface="Courier New"/>
              </a:rPr>
              <a:t>}</a:t>
            </a:r>
          </a:p>
          <a:p>
            <a:endParaRPr sz="975">
              <a:solidFill>
                <a:srgbClr val="221F20"/>
              </a:solidFill>
              <a:latin typeface="Courier New"/>
              <a:ea typeface="Courier New"/>
              <a:cs typeface="Courier New"/>
            </a:endParaRPr>
          </a:p>
          <a:p>
            <a:pPr>
              <a:defRPr sz="975">
                <a:solidFill>
                  <a:srgbClr val="221F20"/>
                </a:solidFill>
                <a:latin typeface="Courier New"/>
                <a:ea typeface="Courier New"/>
                <a:cs typeface="Courier New"/>
              </a:defRPr>
            </a:pPr>
            <a:r>
              <a:rPr sz="975">
                <a:solidFill>
                  <a:srgbClr val="221F20"/>
                </a:solidFill>
                <a:latin typeface="Courier New"/>
                <a:ea typeface="Courier New"/>
                <a:cs typeface="Courier New"/>
              </a:rPr>
              <a:t>output "release_record" {</a:t>
            </a:r>
          </a:p>
          <a:p>
            <a:pPr>
              <a:defRPr sz="975">
                <a:solidFill>
                  <a:srgbClr val="221F20"/>
                </a:solidFill>
                <a:latin typeface="Courier New"/>
                <a:ea typeface="Courier New"/>
                <a:cs typeface="Courier New"/>
              </a:defRPr>
            </a:pPr>
            <a:r>
              <a:rPr sz="975">
                <a:solidFill>
                  <a:srgbClr val="221F20"/>
                </a:solidFill>
                <a:latin typeface="Courier New"/>
                <a:ea typeface="Courier New"/>
                <a:cs typeface="Courier New"/>
              </a:rPr>
              <a:t>  value = terraform_data.release.output</a:t>
            </a:r>
          </a:p>
          <a:p>
            <a:pPr>
              <a:defRPr sz="975">
                <a:solidFill>
                  <a:srgbClr val="221F20"/>
                </a:solidFill>
                <a:latin typeface="Courier New"/>
                <a:ea typeface="Courier New"/>
                <a:cs typeface="Courier New"/>
              </a:defRPr>
            </a:pPr>
            <a:r>
              <a:rPr sz="975">
                <a:solidFill>
                  <a:srgbClr val="221F20"/>
                </a:solidFill>
                <a:latin typeface="Courier New"/>
                <a:ea typeface="Courier New"/>
                <a:cs typeface="Courier New"/>
              </a:rPr>
              <a:t>}</a:t>
            </a:r>
          </a:p>
        </p:txBody>
      </p:sp>
    </p:spTree>
    <p:extLst>
      <p:ext uri="{BB962C8B-B14F-4D97-AF65-F5344CB8AC3E}">
        <p14:creationId xmlns:p14="http://schemas.microsoft.com/office/powerpoint/2010/main" val="34599081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3EBA7D-B4B3-3797-8578-839899CDAF0F}"/>
              </a:ext>
            </a:extLst>
          </p:cNvPr>
          <p:cNvSpPr>
            <a:spLocks noGrp="1"/>
          </p:cNvSpPr>
          <p:nvPr>
            <p:ph type="title"/>
          </p:nvPr>
        </p:nvSpPr>
        <p:spPr>
          <a:xfrm>
            <a:off x="381000" y="361950"/>
            <a:ext cx="6953250" cy="552450"/>
          </a:xfrm>
        </p:spPr>
        <p:txBody>
          <a:bodyPr wrap="square" lIns="0" tIns="0" rIns="38100" bIns="0" anchor="t">
            <a:normAutofit/>
          </a:bodyPr>
          <a:lstStyle/>
          <a:p>
            <a:pPr algn="l">
              <a:buNone/>
              <a:defRPr sz="2175" b="1" u="none">
                <a:solidFill>
                  <a:srgbClr val="221F20"/>
                </a:solidFill>
                <a:latin typeface="Arial"/>
                <a:ea typeface="Arial"/>
                <a:cs typeface="Arial"/>
              </a:defRPr>
            </a:pPr>
            <a:r>
              <a:rPr sz="2175" b="1" u="none">
                <a:solidFill>
                  <a:srgbClr val="221F20"/>
                </a:solidFill>
                <a:latin typeface="Arial"/>
                <a:ea typeface="Arial"/>
                <a:cs typeface="Arial"/>
              </a:rPr>
              <a:t>HCL gives Terraform a readable contract</a:t>
            </a:r>
          </a:p>
        </p:txBody>
      </p:sp>
      <p:sp>
        <p:nvSpPr>
          <p:cNvPr id="3" name="Content Placeholder 2">
            <a:extLst>
              <a:ext uri="{FF2B5EF4-FFF2-40B4-BE49-F238E27FC236}">
                <a16:creationId xmlns:a16="http://schemas.microsoft.com/office/drawing/2014/main" id="{D93EE42B-DB9D-4A87-960F-9EAB79C801BC}"/>
              </a:ext>
            </a:extLst>
          </p:cNvPr>
          <p:cNvSpPr>
            <a:spLocks noGrp="1"/>
          </p:cNvSpPr>
          <p:nvPr>
            <p:ph idx="1"/>
          </p:nvPr>
        </p:nvSpPr>
        <p:spPr>
          <a:xfrm>
            <a:off x="552450" y="1181100"/>
            <a:ext cx="7677150" cy="3048000"/>
          </a:xfrm>
        </p:spPr>
        <p:txBody>
          <a:bodyPr wrap="square" lIns="0" tIns="0" rIns="38100" bIns="0" anchor="t">
            <a:normAutofit/>
          </a:bodyPr>
          <a:lstStyle/>
          <a:p>
            <a:pPr marL="0" indent="0" algn="l">
              <a:spcBef>
                <a:spcPts val="0"/>
              </a:spcBef>
              <a:spcAft>
                <a:spcPts val="650"/>
              </a:spcAft>
              <a:buNone/>
              <a:defRPr sz="1238" b="0" u="none">
                <a:solidFill>
                  <a:srgbClr val="221F20"/>
                </a:solidFill>
                <a:latin typeface="Arial"/>
                <a:ea typeface="Arial"/>
                <a:cs typeface="Arial"/>
              </a:defRPr>
            </a:pPr>
            <a:r>
              <a:rPr sz="1238" b="0" u="none">
                <a:solidFill>
                  <a:srgbClr val="221F20"/>
                </a:solidFill>
                <a:latin typeface="Arial"/>
                <a:ea typeface="Arial"/>
                <a:cs typeface="Arial"/>
              </a:rPr>
              <a:t>Blocks group configuration.</a:t>
            </a:r>
          </a:p>
          <a:p>
            <a:pPr marL="0" indent="0" algn="l">
              <a:spcBef>
                <a:spcPts val="0"/>
              </a:spcBef>
              <a:spcAft>
                <a:spcPts val="650"/>
              </a:spcAft>
              <a:buNone/>
              <a:defRPr sz="1238" b="0" u="none">
                <a:solidFill>
                  <a:srgbClr val="221F20"/>
                </a:solidFill>
                <a:latin typeface="Arial"/>
                <a:ea typeface="Arial"/>
                <a:cs typeface="Arial"/>
              </a:defRPr>
            </a:pPr>
            <a:r>
              <a:rPr sz="1238" b="0" u="none">
                <a:solidFill>
                  <a:srgbClr val="221F20"/>
                </a:solidFill>
                <a:latin typeface="Arial"/>
                <a:ea typeface="Arial"/>
                <a:cs typeface="Arial"/>
              </a:rPr>
              <a:t>Arguments assign values.</a:t>
            </a:r>
          </a:p>
          <a:p>
            <a:pPr marL="0" indent="0" algn="l">
              <a:spcBef>
                <a:spcPts val="0"/>
              </a:spcBef>
              <a:spcAft>
                <a:spcPts val="650"/>
              </a:spcAft>
              <a:buNone/>
              <a:defRPr sz="1238" b="0" u="none">
                <a:solidFill>
                  <a:srgbClr val="221F20"/>
                </a:solidFill>
                <a:latin typeface="Arial"/>
                <a:ea typeface="Arial"/>
                <a:cs typeface="Arial"/>
              </a:defRPr>
            </a:pPr>
            <a:r>
              <a:rPr sz="1238" b="0" u="none">
                <a:solidFill>
                  <a:srgbClr val="221F20"/>
                </a:solidFill>
                <a:latin typeface="Arial"/>
                <a:ea typeface="Arial"/>
                <a:cs typeface="Arial"/>
              </a:rPr>
              <a:t>Variables define inputs.</a:t>
            </a:r>
          </a:p>
          <a:p>
            <a:pPr marL="0" indent="0" algn="l">
              <a:spcBef>
                <a:spcPts val="0"/>
              </a:spcBef>
              <a:spcAft>
                <a:spcPts val="650"/>
              </a:spcAft>
              <a:buNone/>
              <a:defRPr sz="1238" b="0" u="none">
                <a:solidFill>
                  <a:srgbClr val="221F20"/>
                </a:solidFill>
                <a:latin typeface="Arial"/>
                <a:ea typeface="Arial"/>
                <a:cs typeface="Arial"/>
              </a:defRPr>
            </a:pPr>
            <a:r>
              <a:rPr sz="1238" b="0" u="none">
                <a:solidFill>
                  <a:srgbClr val="221F20"/>
                </a:solidFill>
                <a:latin typeface="Arial"/>
                <a:ea typeface="Arial"/>
                <a:cs typeface="Arial"/>
              </a:rPr>
              <a:t>Locals name reusable expressions.</a:t>
            </a:r>
          </a:p>
          <a:p>
            <a:pPr marL="0" indent="0" algn="l">
              <a:spcBef>
                <a:spcPts val="0"/>
              </a:spcBef>
              <a:spcAft>
                <a:spcPts val="650"/>
              </a:spcAft>
              <a:buNone/>
              <a:defRPr sz="1238" b="0" u="none">
                <a:solidFill>
                  <a:srgbClr val="221F20"/>
                </a:solidFill>
                <a:latin typeface="Arial"/>
                <a:ea typeface="Arial"/>
                <a:cs typeface="Arial"/>
              </a:defRPr>
            </a:pPr>
            <a:r>
              <a:rPr sz="1238" b="0" u="none">
                <a:solidFill>
                  <a:srgbClr val="221F20"/>
                </a:solidFill>
                <a:latin typeface="Arial"/>
                <a:ea typeface="Arial"/>
                <a:cs typeface="Arial"/>
              </a:rPr>
              <a:t>Outputs expose useful results.</a:t>
            </a:r>
          </a:p>
        </p:txBody>
      </p:sp>
      <p:sp>
        <p:nvSpPr>
          <p:cNvPr id="4" name="modern-gold-rule">
            <a:extLst>
              <a:ext uri="{FF2B5EF4-FFF2-40B4-BE49-F238E27FC236}">
                <a16:creationId xmlns:a16="http://schemas.microsoft.com/office/drawing/2014/main" id="{ADE1AA7D-FE6D-4A89-95D5-88E8CD5E9A5B}"/>
              </a:ext>
            </a:extLst>
          </p:cNvPr>
          <p:cNvSpPr>
            <a:spLocks noGrp="1"/>
          </p:cNvSpPr>
          <p:nvPr/>
        </p:nvSpPr>
        <p:spPr>
          <a:xfrm>
            <a:off x="381000" y="914400"/>
            <a:ext cx="2095500" cy="47625"/>
          </a:xfrm>
          <a:prstGeom prst="rect">
            <a:avLst/>
          </a:prstGeom>
          <a:solidFill>
            <a:srgbClr val="FFCC01"/>
          </a:solidFill>
          <a:ln w="0">
            <a:solidFill>
              <a:srgbClr val="FFCC01"/>
            </a:solidFill>
            <a:prstDash val="solid"/>
          </a:ln>
        </p:spPr>
        <p:txBody>
          <a:bodyPr/>
          <a:lstStyle/>
          <a:p>
            <a:endParaRPr lang="en-US"/>
          </a:p>
        </p:txBody>
      </p:sp>
      <p:sp>
        <p:nvSpPr>
          <p:cNvPr id="5" name="section-label">
            <a:extLst>
              <a:ext uri="{FF2B5EF4-FFF2-40B4-BE49-F238E27FC236}">
                <a16:creationId xmlns:a16="http://schemas.microsoft.com/office/drawing/2014/main" id="{B8B2056A-F73B-4FEA-8DB4-B69CD30D86EF}"/>
              </a:ext>
            </a:extLst>
          </p:cNvPr>
          <p:cNvSpPr>
            <a:spLocks noGrp="1"/>
          </p:cNvSpPr>
          <p:nvPr/>
        </p:nvSpPr>
        <p:spPr>
          <a:xfrm>
            <a:off x="381000" y="990600"/>
            <a:ext cx="4286250" cy="171450"/>
          </a:xfrm>
          <a:prstGeom prst="rect">
            <a:avLst/>
          </a:prstGeom>
          <a:noFill/>
          <a:ln w="0">
            <a:noFill/>
            <a:prstDash val="solid"/>
          </a:ln>
        </p:spPr>
        <p:txBody>
          <a:bodyPr wrap="square" lIns="0" tIns="0" rIns="0" bIns="0" anchor="t">
            <a:normAutofit/>
          </a:bodyPr>
          <a:lstStyle/>
          <a:p>
            <a:pPr algn="l">
              <a:defRPr sz="638" b="1" u="none">
                <a:solidFill>
                  <a:srgbClr val="565557"/>
                </a:solidFill>
                <a:latin typeface="Arial"/>
                <a:ea typeface="Arial"/>
                <a:cs typeface="Arial"/>
              </a:defRPr>
            </a:pPr>
            <a:r>
              <a:rPr sz="638" b="1" u="none">
                <a:solidFill>
                  <a:srgbClr val="565557"/>
                </a:solidFill>
                <a:latin typeface="Arial"/>
                <a:ea typeface="Arial"/>
                <a:cs typeface="Arial"/>
              </a:rPr>
              <a:t>CONFIGURATION LANGUAGE</a:t>
            </a:r>
          </a:p>
        </p:txBody>
      </p:sp>
      <p:sp>
        <p:nvSpPr>
          <p:cNvPr id="6" name="code-snippet">
            <a:extLst>
              <a:ext uri="{FF2B5EF4-FFF2-40B4-BE49-F238E27FC236}">
                <a16:creationId xmlns:a16="http://schemas.microsoft.com/office/drawing/2014/main" id="{57E2E528-1065-49D3-B349-35CF9E5D0581}"/>
              </a:ext>
            </a:extLst>
          </p:cNvPr>
          <p:cNvSpPr>
            <a:spLocks noGrp="1"/>
          </p:cNvSpPr>
          <p:nvPr/>
        </p:nvSpPr>
        <p:spPr>
          <a:xfrm>
            <a:off x="581025" y="2705100"/>
            <a:ext cx="7620000" cy="1695450"/>
          </a:xfrm>
          <a:prstGeom prst="rect">
            <a:avLst/>
          </a:prstGeom>
          <a:solidFill>
            <a:srgbClr val="F7F7F5"/>
          </a:solidFill>
          <a:ln w="9525">
            <a:solidFill>
              <a:srgbClr val="D5D5D7"/>
            </a:solidFill>
            <a:prstDash val="solid"/>
          </a:ln>
        </p:spPr>
        <p:txBody>
          <a:bodyPr wrap="square" lIns="133350" tIns="114300" rIns="133350" bIns="95250">
            <a:normAutofit fontScale="90833" lnSpcReduction="10000"/>
          </a:bodyPr>
          <a:lstStyle/>
          <a:p>
            <a:pPr>
              <a:defRPr sz="975">
                <a:solidFill>
                  <a:srgbClr val="221F20"/>
                </a:solidFill>
                <a:latin typeface="Courier New"/>
                <a:ea typeface="Courier New"/>
                <a:cs typeface="Courier New"/>
              </a:defRPr>
            </a:pPr>
            <a:r>
              <a:rPr sz="975">
                <a:solidFill>
                  <a:srgbClr val="221F20"/>
                </a:solidFill>
                <a:latin typeface="Courier New"/>
                <a:ea typeface="Courier New"/>
                <a:cs typeface="Courier New"/>
              </a:rPr>
              <a:t>variable "environment" {</a:t>
            </a:r>
          </a:p>
          <a:p>
            <a:pPr>
              <a:defRPr sz="975">
                <a:solidFill>
                  <a:srgbClr val="221F20"/>
                </a:solidFill>
                <a:latin typeface="Courier New"/>
                <a:ea typeface="Courier New"/>
                <a:cs typeface="Courier New"/>
              </a:defRPr>
            </a:pPr>
            <a:r>
              <a:rPr sz="975">
                <a:solidFill>
                  <a:srgbClr val="221F20"/>
                </a:solidFill>
                <a:latin typeface="Courier New"/>
                <a:ea typeface="Courier New"/>
                <a:cs typeface="Courier New"/>
              </a:rPr>
              <a:t>  type    = string</a:t>
            </a:r>
          </a:p>
          <a:p>
            <a:pPr>
              <a:defRPr sz="975">
                <a:solidFill>
                  <a:srgbClr val="221F20"/>
                </a:solidFill>
                <a:latin typeface="Courier New"/>
                <a:ea typeface="Courier New"/>
                <a:cs typeface="Courier New"/>
              </a:defRPr>
            </a:pPr>
            <a:r>
              <a:rPr sz="975">
                <a:solidFill>
                  <a:srgbClr val="221F20"/>
                </a:solidFill>
                <a:latin typeface="Courier New"/>
                <a:ea typeface="Courier New"/>
                <a:cs typeface="Courier New"/>
              </a:rPr>
              <a:t>  default = "dev"</a:t>
            </a:r>
          </a:p>
          <a:p>
            <a:pPr>
              <a:defRPr sz="975">
                <a:solidFill>
                  <a:srgbClr val="221F20"/>
                </a:solidFill>
                <a:latin typeface="Courier New"/>
                <a:ea typeface="Courier New"/>
                <a:cs typeface="Courier New"/>
              </a:defRPr>
            </a:pPr>
            <a:r>
              <a:rPr sz="975">
                <a:solidFill>
                  <a:srgbClr val="221F20"/>
                </a:solidFill>
                <a:latin typeface="Courier New"/>
                <a:ea typeface="Courier New"/>
                <a:cs typeface="Courier New"/>
              </a:rPr>
              <a:t>}</a:t>
            </a:r>
          </a:p>
          <a:p>
            <a:endParaRPr sz="975">
              <a:solidFill>
                <a:srgbClr val="221F20"/>
              </a:solidFill>
              <a:latin typeface="Courier New"/>
              <a:ea typeface="Courier New"/>
              <a:cs typeface="Courier New"/>
            </a:endParaRPr>
          </a:p>
          <a:p>
            <a:pPr>
              <a:defRPr sz="975">
                <a:solidFill>
                  <a:srgbClr val="221F20"/>
                </a:solidFill>
                <a:latin typeface="Courier New"/>
                <a:ea typeface="Courier New"/>
                <a:cs typeface="Courier New"/>
              </a:defRPr>
            </a:pPr>
            <a:r>
              <a:rPr sz="975">
                <a:solidFill>
                  <a:srgbClr val="221F20"/>
                </a:solidFill>
                <a:latin typeface="Courier New"/>
                <a:ea typeface="Courier New"/>
                <a:cs typeface="Courier New"/>
              </a:rPr>
              <a:t>locals {</a:t>
            </a:r>
          </a:p>
          <a:p>
            <a:pPr>
              <a:defRPr sz="975">
                <a:solidFill>
                  <a:srgbClr val="221F20"/>
                </a:solidFill>
                <a:latin typeface="Courier New"/>
                <a:ea typeface="Courier New"/>
                <a:cs typeface="Courier New"/>
              </a:defRPr>
            </a:pPr>
            <a:r>
              <a:rPr sz="975">
                <a:solidFill>
                  <a:srgbClr val="221F20"/>
                </a:solidFill>
                <a:latin typeface="Courier New"/>
                <a:ea typeface="Courier New"/>
                <a:cs typeface="Courier New"/>
              </a:rPr>
              <a:t>  service_name = "checkout-${var.environment}"</a:t>
            </a:r>
          </a:p>
          <a:p>
            <a:pPr>
              <a:defRPr sz="975">
                <a:solidFill>
                  <a:srgbClr val="221F20"/>
                </a:solidFill>
                <a:latin typeface="Courier New"/>
                <a:ea typeface="Courier New"/>
                <a:cs typeface="Courier New"/>
              </a:defRPr>
            </a:pPr>
            <a:r>
              <a:rPr sz="975">
                <a:solidFill>
                  <a:srgbClr val="221F20"/>
                </a:solidFill>
                <a:latin typeface="Courier New"/>
                <a:ea typeface="Courier New"/>
                <a:cs typeface="Courier New"/>
              </a:rPr>
              <a:t>}</a:t>
            </a:r>
          </a:p>
          <a:p>
            <a:endParaRPr sz="975">
              <a:solidFill>
                <a:srgbClr val="221F20"/>
              </a:solidFill>
              <a:latin typeface="Courier New"/>
              <a:ea typeface="Courier New"/>
              <a:cs typeface="Courier New"/>
            </a:endParaRPr>
          </a:p>
          <a:p>
            <a:pPr>
              <a:defRPr sz="975">
                <a:solidFill>
                  <a:srgbClr val="221F20"/>
                </a:solidFill>
                <a:latin typeface="Courier New"/>
                <a:ea typeface="Courier New"/>
                <a:cs typeface="Courier New"/>
              </a:defRPr>
            </a:pPr>
            <a:r>
              <a:rPr sz="975">
                <a:solidFill>
                  <a:srgbClr val="221F20"/>
                </a:solidFill>
                <a:latin typeface="Courier New"/>
                <a:ea typeface="Courier New"/>
                <a:cs typeface="Courier New"/>
              </a:rPr>
              <a:t>output "service_name" {</a:t>
            </a:r>
          </a:p>
          <a:p>
            <a:pPr>
              <a:defRPr sz="975">
                <a:solidFill>
                  <a:srgbClr val="221F20"/>
                </a:solidFill>
                <a:latin typeface="Courier New"/>
                <a:ea typeface="Courier New"/>
                <a:cs typeface="Courier New"/>
              </a:defRPr>
            </a:pPr>
            <a:r>
              <a:rPr sz="975">
                <a:solidFill>
                  <a:srgbClr val="221F20"/>
                </a:solidFill>
                <a:latin typeface="Courier New"/>
                <a:ea typeface="Courier New"/>
                <a:cs typeface="Courier New"/>
              </a:rPr>
              <a:t>  value = local.service_name</a:t>
            </a:r>
          </a:p>
          <a:p>
            <a:pPr>
              <a:defRPr sz="975">
                <a:solidFill>
                  <a:srgbClr val="221F20"/>
                </a:solidFill>
                <a:latin typeface="Courier New"/>
                <a:ea typeface="Courier New"/>
                <a:cs typeface="Courier New"/>
              </a:defRPr>
            </a:pPr>
            <a:r>
              <a:rPr sz="975">
                <a:solidFill>
                  <a:srgbClr val="221F20"/>
                </a:solidFill>
                <a:latin typeface="Courier New"/>
                <a:ea typeface="Courier New"/>
                <a:cs typeface="Courier New"/>
              </a:rPr>
              <a:t>}</a:t>
            </a:r>
          </a:p>
        </p:txBody>
      </p:sp>
    </p:spTree>
    <p:extLst>
      <p:ext uri="{BB962C8B-B14F-4D97-AF65-F5344CB8AC3E}">
        <p14:creationId xmlns:p14="http://schemas.microsoft.com/office/powerpoint/2010/main" val="34599081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3EBA7D-B4B3-3797-8578-839899CDAF0F}"/>
              </a:ext>
            </a:extLst>
          </p:cNvPr>
          <p:cNvSpPr>
            <a:spLocks noGrp="1"/>
          </p:cNvSpPr>
          <p:nvPr>
            <p:ph type="title"/>
          </p:nvPr>
        </p:nvSpPr>
        <p:spPr>
          <a:xfrm>
            <a:off x="381000" y="361950"/>
            <a:ext cx="6953250" cy="552450"/>
          </a:xfrm>
        </p:spPr>
        <p:txBody>
          <a:bodyPr wrap="square" lIns="0" tIns="0" rIns="38100" bIns="0" anchor="t">
            <a:normAutofit/>
          </a:bodyPr>
          <a:lstStyle/>
          <a:p>
            <a:pPr algn="l">
              <a:buNone/>
              <a:defRPr sz="2175" b="1" u="none">
                <a:solidFill>
                  <a:srgbClr val="221F20"/>
                </a:solidFill>
                <a:latin typeface="Arial"/>
                <a:ea typeface="Arial"/>
                <a:cs typeface="Arial"/>
              </a:defRPr>
            </a:pPr>
            <a:r>
              <a:rPr sz="2175" b="1" u="none">
                <a:solidFill>
                  <a:srgbClr val="221F20"/>
                </a:solidFill>
                <a:latin typeface="Arial"/>
                <a:ea typeface="Arial"/>
                <a:cs typeface="Arial"/>
              </a:rPr>
              <a:t>The CLI workflow is the class rhythm</a:t>
            </a:r>
          </a:p>
        </p:txBody>
      </p:sp>
      <p:sp>
        <p:nvSpPr>
          <p:cNvPr id="3" name="Content Placeholder 2">
            <a:extLst>
              <a:ext uri="{FF2B5EF4-FFF2-40B4-BE49-F238E27FC236}">
                <a16:creationId xmlns:a16="http://schemas.microsoft.com/office/drawing/2014/main" id="{D93EE42B-DB9D-4A87-960F-9EAB79C801BC}"/>
              </a:ext>
            </a:extLst>
          </p:cNvPr>
          <p:cNvSpPr>
            <a:spLocks noGrp="1"/>
          </p:cNvSpPr>
          <p:nvPr>
            <p:ph idx="1"/>
          </p:nvPr>
        </p:nvSpPr>
        <p:spPr>
          <a:xfrm>
            <a:off x="552450" y="1181100"/>
            <a:ext cx="7677150" cy="3048000"/>
          </a:xfrm>
        </p:spPr>
        <p:txBody>
          <a:bodyPr wrap="square" lIns="0" tIns="0" rIns="38100" bIns="0" anchor="t">
            <a:normAutofit/>
          </a:bodyPr>
          <a:lstStyle/>
          <a:p>
            <a:pPr marL="0" indent="0" algn="l">
              <a:spcBef>
                <a:spcPts val="0"/>
              </a:spcBef>
              <a:spcAft>
                <a:spcPts val="650"/>
              </a:spcAft>
              <a:buNone/>
              <a:defRPr sz="1238" b="0" u="none">
                <a:solidFill>
                  <a:srgbClr val="221F20"/>
                </a:solidFill>
                <a:latin typeface="Arial"/>
                <a:ea typeface="Arial"/>
                <a:cs typeface="Arial"/>
              </a:defRPr>
            </a:pPr>
            <a:r>
              <a:rPr sz="1238" b="0" u="none">
                <a:solidFill>
                  <a:srgbClr val="221F20"/>
                </a:solidFill>
                <a:latin typeface="Arial"/>
                <a:ea typeface="Arial"/>
                <a:cs typeface="Arial"/>
              </a:rPr>
              <a:t>Initialize the working directory.</a:t>
            </a:r>
          </a:p>
          <a:p>
            <a:pPr marL="0" indent="0" algn="l">
              <a:spcBef>
                <a:spcPts val="0"/>
              </a:spcBef>
              <a:spcAft>
                <a:spcPts val="650"/>
              </a:spcAft>
              <a:buNone/>
              <a:defRPr sz="1238" b="0" u="none">
                <a:solidFill>
                  <a:srgbClr val="221F20"/>
                </a:solidFill>
                <a:latin typeface="Arial"/>
                <a:ea typeface="Arial"/>
                <a:cs typeface="Arial"/>
              </a:defRPr>
            </a:pPr>
            <a:r>
              <a:rPr sz="1238" b="0" u="none">
                <a:solidFill>
                  <a:srgbClr val="221F20"/>
                </a:solidFill>
                <a:latin typeface="Arial"/>
                <a:ea typeface="Arial"/>
                <a:cs typeface="Arial"/>
              </a:rPr>
              <a:t>Format and validate the configuration.</a:t>
            </a:r>
          </a:p>
          <a:p>
            <a:pPr marL="0" indent="0" algn="l">
              <a:spcBef>
                <a:spcPts val="0"/>
              </a:spcBef>
              <a:spcAft>
                <a:spcPts val="650"/>
              </a:spcAft>
              <a:buNone/>
              <a:defRPr sz="1238" b="0" u="none">
                <a:solidFill>
                  <a:srgbClr val="221F20"/>
                </a:solidFill>
                <a:latin typeface="Arial"/>
                <a:ea typeface="Arial"/>
                <a:cs typeface="Arial"/>
              </a:defRPr>
            </a:pPr>
            <a:r>
              <a:rPr sz="1238" b="0" u="none">
                <a:solidFill>
                  <a:srgbClr val="221F20"/>
                </a:solidFill>
                <a:latin typeface="Arial"/>
                <a:ea typeface="Arial"/>
                <a:cs typeface="Arial"/>
              </a:rPr>
              <a:t>Preview the proposed change.</a:t>
            </a:r>
          </a:p>
          <a:p>
            <a:pPr marL="0" indent="0" algn="l">
              <a:spcBef>
                <a:spcPts val="0"/>
              </a:spcBef>
              <a:spcAft>
                <a:spcPts val="650"/>
              </a:spcAft>
              <a:buNone/>
              <a:defRPr sz="1238" b="0" u="none">
                <a:solidFill>
                  <a:srgbClr val="221F20"/>
                </a:solidFill>
                <a:latin typeface="Arial"/>
                <a:ea typeface="Arial"/>
                <a:cs typeface="Arial"/>
              </a:defRPr>
            </a:pPr>
            <a:r>
              <a:rPr sz="1238" b="0" u="none">
                <a:solidFill>
                  <a:srgbClr val="221F20"/>
                </a:solidFill>
                <a:latin typeface="Arial"/>
                <a:ea typeface="Arial"/>
                <a:cs typeface="Arial"/>
              </a:rPr>
              <a:t>Apply only after reading the plan.</a:t>
            </a:r>
          </a:p>
          <a:p>
            <a:pPr marL="0" indent="0" algn="l">
              <a:spcBef>
                <a:spcPts val="0"/>
              </a:spcBef>
              <a:spcAft>
                <a:spcPts val="650"/>
              </a:spcAft>
              <a:buNone/>
              <a:defRPr sz="1238" b="0" u="none">
                <a:solidFill>
                  <a:srgbClr val="221F20"/>
                </a:solidFill>
                <a:latin typeface="Arial"/>
                <a:ea typeface="Arial"/>
                <a:cs typeface="Arial"/>
              </a:defRPr>
            </a:pPr>
            <a:r>
              <a:rPr sz="1238" b="0" u="none">
                <a:solidFill>
                  <a:srgbClr val="221F20"/>
                </a:solidFill>
                <a:latin typeface="Arial"/>
                <a:ea typeface="Arial"/>
                <a:cs typeface="Arial"/>
              </a:rPr>
              <a:t>Inspect outputs and state, then clean up.</a:t>
            </a:r>
          </a:p>
        </p:txBody>
      </p:sp>
      <p:sp>
        <p:nvSpPr>
          <p:cNvPr id="4" name="modern-gold-rule">
            <a:extLst>
              <a:ext uri="{FF2B5EF4-FFF2-40B4-BE49-F238E27FC236}">
                <a16:creationId xmlns:a16="http://schemas.microsoft.com/office/drawing/2014/main" id="{E0A189C8-77FB-4385-9FE7-DC6AEB830A98}"/>
              </a:ext>
            </a:extLst>
          </p:cNvPr>
          <p:cNvSpPr>
            <a:spLocks noGrp="1"/>
          </p:cNvSpPr>
          <p:nvPr/>
        </p:nvSpPr>
        <p:spPr>
          <a:xfrm>
            <a:off x="381000" y="914400"/>
            <a:ext cx="2095500" cy="47625"/>
          </a:xfrm>
          <a:prstGeom prst="rect">
            <a:avLst/>
          </a:prstGeom>
          <a:solidFill>
            <a:srgbClr val="FFCC01"/>
          </a:solidFill>
          <a:ln w="0">
            <a:solidFill>
              <a:srgbClr val="FFCC01"/>
            </a:solidFill>
            <a:prstDash val="solid"/>
          </a:ln>
        </p:spPr>
        <p:txBody>
          <a:bodyPr/>
          <a:lstStyle/>
          <a:p>
            <a:endParaRPr lang="en-US"/>
          </a:p>
        </p:txBody>
      </p:sp>
      <p:sp>
        <p:nvSpPr>
          <p:cNvPr id="5" name="section-label">
            <a:extLst>
              <a:ext uri="{FF2B5EF4-FFF2-40B4-BE49-F238E27FC236}">
                <a16:creationId xmlns:a16="http://schemas.microsoft.com/office/drawing/2014/main" id="{E122F632-BB12-46EC-9A27-166C53C69C4F}"/>
              </a:ext>
            </a:extLst>
          </p:cNvPr>
          <p:cNvSpPr>
            <a:spLocks noGrp="1"/>
          </p:cNvSpPr>
          <p:nvPr/>
        </p:nvSpPr>
        <p:spPr>
          <a:xfrm>
            <a:off x="381000" y="990600"/>
            <a:ext cx="4286250" cy="171450"/>
          </a:xfrm>
          <a:prstGeom prst="rect">
            <a:avLst/>
          </a:prstGeom>
          <a:noFill/>
          <a:ln w="0">
            <a:noFill/>
            <a:prstDash val="solid"/>
          </a:ln>
        </p:spPr>
        <p:txBody>
          <a:bodyPr wrap="square" lIns="0" tIns="0" rIns="0" bIns="0" anchor="t">
            <a:normAutofit/>
          </a:bodyPr>
          <a:lstStyle/>
          <a:p>
            <a:pPr algn="l">
              <a:defRPr sz="638" b="1" u="none">
                <a:solidFill>
                  <a:srgbClr val="565557"/>
                </a:solidFill>
                <a:latin typeface="Arial"/>
                <a:ea typeface="Arial"/>
                <a:cs typeface="Arial"/>
              </a:defRPr>
            </a:pPr>
            <a:r>
              <a:rPr sz="638" b="1" u="none">
                <a:solidFill>
                  <a:srgbClr val="565557"/>
                </a:solidFill>
                <a:latin typeface="Arial"/>
                <a:ea typeface="Arial"/>
                <a:cs typeface="Arial"/>
              </a:rPr>
              <a:t>TERRAFORM WORKFLOW</a:t>
            </a:r>
          </a:p>
        </p:txBody>
      </p:sp>
      <p:sp>
        <p:nvSpPr>
          <p:cNvPr id="6" name="code-snippet">
            <a:extLst>
              <a:ext uri="{FF2B5EF4-FFF2-40B4-BE49-F238E27FC236}">
                <a16:creationId xmlns:a16="http://schemas.microsoft.com/office/drawing/2014/main" id="{7A7B82B5-BD18-4FF8-B46C-EF605807B05C}"/>
              </a:ext>
            </a:extLst>
          </p:cNvPr>
          <p:cNvSpPr>
            <a:spLocks noGrp="1"/>
          </p:cNvSpPr>
          <p:nvPr/>
        </p:nvSpPr>
        <p:spPr>
          <a:xfrm>
            <a:off x="552450" y="2705100"/>
            <a:ext cx="7620000" cy="1695450"/>
          </a:xfrm>
          <a:prstGeom prst="rect">
            <a:avLst/>
          </a:prstGeom>
          <a:solidFill>
            <a:srgbClr val="F7F7F5"/>
          </a:solidFill>
          <a:ln w="9525">
            <a:solidFill>
              <a:srgbClr val="D5D5D7"/>
            </a:solidFill>
            <a:prstDash val="solid"/>
          </a:ln>
        </p:spPr>
        <p:txBody>
          <a:bodyPr wrap="square" lIns="133350" tIns="114300" rIns="133350" bIns="95250">
            <a:normAutofit/>
          </a:bodyPr>
          <a:lstStyle/>
          <a:p>
            <a:pPr>
              <a:defRPr sz="975">
                <a:solidFill>
                  <a:srgbClr val="221F20"/>
                </a:solidFill>
                <a:latin typeface="Courier New"/>
                <a:ea typeface="Courier New"/>
                <a:cs typeface="Courier New"/>
              </a:defRPr>
            </a:pPr>
            <a:r>
              <a:rPr sz="975">
                <a:solidFill>
                  <a:srgbClr val="221F20"/>
                </a:solidFill>
                <a:latin typeface="Courier New"/>
                <a:ea typeface="Courier New"/>
                <a:cs typeface="Courier New"/>
              </a:rPr>
              <a:t>terraform init</a:t>
            </a:r>
          </a:p>
          <a:p>
            <a:pPr>
              <a:defRPr sz="975">
                <a:solidFill>
                  <a:srgbClr val="221F20"/>
                </a:solidFill>
                <a:latin typeface="Courier New"/>
                <a:ea typeface="Courier New"/>
                <a:cs typeface="Courier New"/>
              </a:defRPr>
            </a:pPr>
            <a:r>
              <a:rPr sz="975">
                <a:solidFill>
                  <a:srgbClr val="221F20"/>
                </a:solidFill>
                <a:latin typeface="Courier New"/>
                <a:ea typeface="Courier New"/>
                <a:cs typeface="Courier New"/>
              </a:rPr>
              <a:t>terraform fmt</a:t>
            </a:r>
          </a:p>
          <a:p>
            <a:pPr>
              <a:defRPr sz="975">
                <a:solidFill>
                  <a:srgbClr val="221F20"/>
                </a:solidFill>
                <a:latin typeface="Courier New"/>
                <a:ea typeface="Courier New"/>
                <a:cs typeface="Courier New"/>
              </a:defRPr>
            </a:pPr>
            <a:r>
              <a:rPr sz="975">
                <a:solidFill>
                  <a:srgbClr val="221F20"/>
                </a:solidFill>
                <a:latin typeface="Courier New"/>
                <a:ea typeface="Courier New"/>
                <a:cs typeface="Courier New"/>
              </a:rPr>
              <a:t>terraform validate</a:t>
            </a:r>
          </a:p>
          <a:p>
            <a:pPr>
              <a:defRPr sz="975">
                <a:solidFill>
                  <a:srgbClr val="221F20"/>
                </a:solidFill>
                <a:latin typeface="Courier New"/>
                <a:ea typeface="Courier New"/>
                <a:cs typeface="Courier New"/>
              </a:defRPr>
            </a:pPr>
            <a:r>
              <a:rPr sz="975">
                <a:solidFill>
                  <a:srgbClr val="221F20"/>
                </a:solidFill>
                <a:latin typeface="Courier New"/>
                <a:ea typeface="Courier New"/>
                <a:cs typeface="Courier New"/>
              </a:rPr>
              <a:t>terraform plan</a:t>
            </a:r>
          </a:p>
          <a:p>
            <a:pPr>
              <a:defRPr sz="975">
                <a:solidFill>
                  <a:srgbClr val="221F20"/>
                </a:solidFill>
                <a:latin typeface="Courier New"/>
                <a:ea typeface="Courier New"/>
                <a:cs typeface="Courier New"/>
              </a:defRPr>
            </a:pPr>
            <a:r>
              <a:rPr sz="975">
                <a:solidFill>
                  <a:srgbClr val="221F20"/>
                </a:solidFill>
                <a:latin typeface="Courier New"/>
                <a:ea typeface="Courier New"/>
                <a:cs typeface="Courier New"/>
              </a:rPr>
              <a:t>terraform apply</a:t>
            </a:r>
          </a:p>
          <a:p>
            <a:pPr>
              <a:defRPr sz="975">
                <a:solidFill>
                  <a:srgbClr val="221F20"/>
                </a:solidFill>
                <a:latin typeface="Courier New"/>
                <a:ea typeface="Courier New"/>
                <a:cs typeface="Courier New"/>
              </a:defRPr>
            </a:pPr>
            <a:r>
              <a:rPr sz="975">
                <a:solidFill>
                  <a:srgbClr val="221F20"/>
                </a:solidFill>
                <a:latin typeface="Courier New"/>
                <a:ea typeface="Courier New"/>
                <a:cs typeface="Courier New"/>
              </a:rPr>
              <a:t>terraform output</a:t>
            </a:r>
          </a:p>
          <a:p>
            <a:pPr>
              <a:defRPr sz="975">
                <a:solidFill>
                  <a:srgbClr val="221F20"/>
                </a:solidFill>
                <a:latin typeface="Courier New"/>
                <a:ea typeface="Courier New"/>
                <a:cs typeface="Courier New"/>
              </a:defRPr>
            </a:pPr>
            <a:r>
              <a:rPr sz="975">
                <a:solidFill>
                  <a:srgbClr val="221F20"/>
                </a:solidFill>
                <a:latin typeface="Courier New"/>
                <a:ea typeface="Courier New"/>
                <a:cs typeface="Courier New"/>
              </a:rPr>
              <a:t>terraform state list</a:t>
            </a:r>
          </a:p>
          <a:p>
            <a:pPr>
              <a:defRPr sz="975">
                <a:solidFill>
                  <a:srgbClr val="221F20"/>
                </a:solidFill>
                <a:latin typeface="Courier New"/>
                <a:ea typeface="Courier New"/>
                <a:cs typeface="Courier New"/>
              </a:defRPr>
            </a:pPr>
            <a:r>
              <a:rPr sz="975">
                <a:solidFill>
                  <a:srgbClr val="221F20"/>
                </a:solidFill>
                <a:latin typeface="Courier New"/>
                <a:ea typeface="Courier New"/>
                <a:cs typeface="Courier New"/>
              </a:rPr>
              <a:t>terraform destroy</a:t>
            </a:r>
          </a:p>
        </p:txBody>
      </p:sp>
    </p:spTree>
    <p:extLst>
      <p:ext uri="{BB962C8B-B14F-4D97-AF65-F5344CB8AC3E}">
        <p14:creationId xmlns:p14="http://schemas.microsoft.com/office/powerpoint/2010/main" val="34599081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3EBA7D-B4B3-3797-8578-839899CDAF0F}"/>
              </a:ext>
            </a:extLst>
          </p:cNvPr>
          <p:cNvSpPr>
            <a:spLocks noGrp="1"/>
          </p:cNvSpPr>
          <p:nvPr>
            <p:ph type="title"/>
          </p:nvPr>
        </p:nvSpPr>
        <p:spPr>
          <a:xfrm>
            <a:off x="381000" y="361950"/>
            <a:ext cx="6953250" cy="552450"/>
          </a:xfrm>
        </p:spPr>
        <p:txBody>
          <a:bodyPr wrap="square" lIns="0" tIns="0" rIns="38100" bIns="0" anchor="t">
            <a:normAutofit/>
          </a:bodyPr>
          <a:lstStyle/>
          <a:p>
            <a:pPr algn="l">
              <a:buNone/>
              <a:defRPr sz="2175" b="1" u="none">
                <a:solidFill>
                  <a:srgbClr val="221F20"/>
                </a:solidFill>
                <a:latin typeface="Arial"/>
                <a:ea typeface="Arial"/>
                <a:cs typeface="Arial"/>
              </a:defRPr>
            </a:pPr>
            <a:r>
              <a:rPr sz="2175" b="1" u="none">
                <a:solidFill>
                  <a:srgbClr val="221F20"/>
                </a:solidFill>
                <a:latin typeface="Arial"/>
                <a:ea typeface="Arial"/>
                <a:cs typeface="Arial"/>
              </a:rPr>
              <a:t>Terraform has five core concepts</a:t>
            </a:r>
          </a:p>
        </p:txBody>
      </p:sp>
      <p:sp>
        <p:nvSpPr>
          <p:cNvPr id="3" name="Content Placeholder 2">
            <a:extLst>
              <a:ext uri="{FF2B5EF4-FFF2-40B4-BE49-F238E27FC236}">
                <a16:creationId xmlns:a16="http://schemas.microsoft.com/office/drawing/2014/main" id="{D93EE42B-DB9D-4A87-960F-9EAB79C801BC}"/>
              </a:ext>
            </a:extLst>
          </p:cNvPr>
          <p:cNvSpPr>
            <a:spLocks noGrp="1"/>
          </p:cNvSpPr>
          <p:nvPr>
            <p:ph idx="1"/>
          </p:nvPr>
        </p:nvSpPr>
        <p:spPr>
          <a:xfrm>
            <a:off x="552450" y="1181100"/>
            <a:ext cx="7677150" cy="3048000"/>
          </a:xfrm>
        </p:spPr>
        <p:txBody>
          <a:bodyPr wrap="square" lIns="0" tIns="0" rIns="38100" bIns="0" anchor="t">
            <a:normAutofit/>
          </a:bodyPr>
          <a:lstStyle/>
          <a:p>
            <a:pPr marL="0" indent="0" algn="l">
              <a:spcBef>
                <a:spcPts val="0"/>
              </a:spcBef>
              <a:spcAft>
                <a:spcPts val="650"/>
              </a:spcAft>
              <a:buNone/>
              <a:defRPr sz="1350" b="0" u="none">
                <a:solidFill>
                  <a:srgbClr val="221F20"/>
                </a:solidFill>
                <a:latin typeface="Arial"/>
                <a:ea typeface="Arial"/>
                <a:cs typeface="Arial"/>
              </a:defRPr>
            </a:pPr>
            <a:r>
              <a:rPr sz="1350" b="0" u="none">
                <a:solidFill>
                  <a:srgbClr val="221F20"/>
                </a:solidFill>
                <a:latin typeface="Arial"/>
                <a:ea typeface="Arial"/>
                <a:cs typeface="Arial"/>
              </a:rPr>
              <a:t>Configuration: what you want.</a:t>
            </a:r>
          </a:p>
          <a:p>
            <a:pPr marL="0" indent="0" algn="l">
              <a:spcBef>
                <a:spcPts val="0"/>
              </a:spcBef>
              <a:spcAft>
                <a:spcPts val="650"/>
              </a:spcAft>
              <a:buNone/>
              <a:defRPr sz="1350" b="0" u="none">
                <a:solidFill>
                  <a:srgbClr val="221F20"/>
                </a:solidFill>
                <a:latin typeface="Arial"/>
                <a:ea typeface="Arial"/>
                <a:cs typeface="Arial"/>
              </a:defRPr>
            </a:pPr>
            <a:r>
              <a:rPr sz="1350" b="0" u="none">
                <a:solidFill>
                  <a:srgbClr val="221F20"/>
                </a:solidFill>
                <a:latin typeface="Arial"/>
                <a:ea typeface="Arial"/>
                <a:cs typeface="Arial"/>
              </a:rPr>
              <a:t>Providers: APIs Terraform talks to.</a:t>
            </a:r>
          </a:p>
          <a:p>
            <a:pPr marL="0" indent="0" algn="l">
              <a:spcBef>
                <a:spcPts val="0"/>
              </a:spcBef>
              <a:spcAft>
                <a:spcPts val="650"/>
              </a:spcAft>
              <a:buNone/>
              <a:defRPr sz="1350" b="0" u="none">
                <a:solidFill>
                  <a:srgbClr val="221F20"/>
                </a:solidFill>
                <a:latin typeface="Arial"/>
                <a:ea typeface="Arial"/>
                <a:cs typeface="Arial"/>
              </a:defRPr>
            </a:pPr>
            <a:r>
              <a:rPr sz="1350" b="0" u="none">
                <a:solidFill>
                  <a:srgbClr val="221F20"/>
                </a:solidFill>
                <a:latin typeface="Arial"/>
                <a:ea typeface="Arial"/>
                <a:cs typeface="Arial"/>
              </a:rPr>
              <a:t>Resources: objects Terraform manages.</a:t>
            </a:r>
          </a:p>
          <a:p>
            <a:pPr marL="0" indent="0" algn="l">
              <a:spcBef>
                <a:spcPts val="0"/>
              </a:spcBef>
              <a:spcAft>
                <a:spcPts val="650"/>
              </a:spcAft>
              <a:buNone/>
              <a:defRPr sz="1350" b="0" u="none">
                <a:solidFill>
                  <a:srgbClr val="221F20"/>
                </a:solidFill>
                <a:latin typeface="Arial"/>
                <a:ea typeface="Arial"/>
                <a:cs typeface="Arial"/>
              </a:defRPr>
            </a:pPr>
            <a:r>
              <a:rPr sz="1350" b="0" u="none">
                <a:solidFill>
                  <a:srgbClr val="221F20"/>
                </a:solidFill>
                <a:latin typeface="Arial"/>
                <a:ea typeface="Arial"/>
                <a:cs typeface="Arial"/>
              </a:rPr>
              <a:t>State: what Terraform believes exists.</a:t>
            </a:r>
          </a:p>
          <a:p>
            <a:pPr marL="0" indent="0" algn="l">
              <a:spcBef>
                <a:spcPts val="0"/>
              </a:spcBef>
              <a:spcAft>
                <a:spcPts val="650"/>
              </a:spcAft>
              <a:buNone/>
              <a:defRPr sz="1350" b="0" u="none">
                <a:solidFill>
                  <a:srgbClr val="221F20"/>
                </a:solidFill>
                <a:latin typeface="Arial"/>
                <a:ea typeface="Arial"/>
                <a:cs typeface="Arial"/>
              </a:defRPr>
            </a:pPr>
            <a:r>
              <a:rPr sz="1350" b="0" u="none">
                <a:solidFill>
                  <a:srgbClr val="221F20"/>
                </a:solidFill>
                <a:latin typeface="Arial"/>
                <a:ea typeface="Arial"/>
                <a:cs typeface="Arial"/>
              </a:rPr>
              <a:t>Plan and apply: preview the difference, then execute intentionally.</a:t>
            </a:r>
          </a:p>
        </p:txBody>
      </p:sp>
      <p:sp>
        <p:nvSpPr>
          <p:cNvPr id="4" name="modern-gold-rule">
            <a:extLst>
              <a:ext uri="{FF2B5EF4-FFF2-40B4-BE49-F238E27FC236}">
                <a16:creationId xmlns:a16="http://schemas.microsoft.com/office/drawing/2014/main" id="{8BE5AC4A-337D-427C-BA98-F9D592598259}"/>
              </a:ext>
            </a:extLst>
          </p:cNvPr>
          <p:cNvSpPr>
            <a:spLocks noGrp="1"/>
          </p:cNvSpPr>
          <p:nvPr/>
        </p:nvSpPr>
        <p:spPr>
          <a:xfrm>
            <a:off x="381000" y="914400"/>
            <a:ext cx="2095500" cy="47625"/>
          </a:xfrm>
          <a:prstGeom prst="rect">
            <a:avLst/>
          </a:prstGeom>
          <a:solidFill>
            <a:srgbClr val="FFCC01"/>
          </a:solidFill>
          <a:ln w="0">
            <a:solidFill>
              <a:srgbClr val="FFCC01"/>
            </a:solidFill>
            <a:prstDash val="solid"/>
          </a:ln>
        </p:spPr>
        <p:txBody>
          <a:bodyPr/>
          <a:lstStyle/>
          <a:p>
            <a:endParaRPr lang="en-US"/>
          </a:p>
        </p:txBody>
      </p:sp>
      <p:sp>
        <p:nvSpPr>
          <p:cNvPr id="5" name="section-label">
            <a:extLst>
              <a:ext uri="{FF2B5EF4-FFF2-40B4-BE49-F238E27FC236}">
                <a16:creationId xmlns:a16="http://schemas.microsoft.com/office/drawing/2014/main" id="{FECE6EFD-8B75-49EF-B72A-A270CFD4704E}"/>
              </a:ext>
            </a:extLst>
          </p:cNvPr>
          <p:cNvSpPr>
            <a:spLocks noGrp="1"/>
          </p:cNvSpPr>
          <p:nvPr/>
        </p:nvSpPr>
        <p:spPr>
          <a:xfrm>
            <a:off x="381000" y="990600"/>
            <a:ext cx="4286250" cy="171450"/>
          </a:xfrm>
          <a:prstGeom prst="rect">
            <a:avLst/>
          </a:prstGeom>
          <a:noFill/>
          <a:ln w="0">
            <a:noFill/>
            <a:prstDash val="solid"/>
          </a:ln>
        </p:spPr>
        <p:txBody>
          <a:bodyPr wrap="square" lIns="0" tIns="0" rIns="0" bIns="0" anchor="t">
            <a:normAutofit/>
          </a:bodyPr>
          <a:lstStyle/>
          <a:p>
            <a:pPr algn="l">
              <a:defRPr sz="638" b="1" u="none">
                <a:solidFill>
                  <a:srgbClr val="565557"/>
                </a:solidFill>
                <a:latin typeface="Arial"/>
                <a:ea typeface="Arial"/>
                <a:cs typeface="Arial"/>
              </a:defRPr>
            </a:pPr>
            <a:r>
              <a:rPr sz="638" b="1" u="none">
                <a:solidFill>
                  <a:srgbClr val="565557"/>
                </a:solidFill>
                <a:latin typeface="Arial"/>
                <a:ea typeface="Arial"/>
                <a:cs typeface="Arial"/>
              </a:rPr>
              <a:t>MENTAL MODEL</a:t>
            </a:r>
          </a:p>
        </p:txBody>
      </p:sp>
    </p:spTree>
    <p:extLst>
      <p:ext uri="{BB962C8B-B14F-4D97-AF65-F5344CB8AC3E}">
        <p14:creationId xmlns:p14="http://schemas.microsoft.com/office/powerpoint/2010/main" val="34599081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3EBA7D-B4B3-3797-8578-839899CDAF0F}"/>
              </a:ext>
            </a:extLst>
          </p:cNvPr>
          <p:cNvSpPr>
            <a:spLocks noGrp="1"/>
          </p:cNvSpPr>
          <p:nvPr>
            <p:ph type="title"/>
          </p:nvPr>
        </p:nvSpPr>
        <p:spPr>
          <a:xfrm>
            <a:off x="381000" y="361950"/>
            <a:ext cx="6953250" cy="552450"/>
          </a:xfrm>
        </p:spPr>
        <p:txBody>
          <a:bodyPr wrap="square" lIns="0" tIns="0" rIns="38100" bIns="0" anchor="t">
            <a:normAutofit fontScale="98136"/>
          </a:bodyPr>
          <a:lstStyle/>
          <a:p>
            <a:pPr algn="l">
              <a:buNone/>
              <a:defRPr sz="2175" b="1" u="none">
                <a:solidFill>
                  <a:srgbClr val="221F20"/>
                </a:solidFill>
                <a:latin typeface="Arial"/>
                <a:ea typeface="Arial"/>
                <a:cs typeface="Arial"/>
              </a:defRPr>
            </a:pPr>
            <a:r>
              <a:rPr sz="2175" b="1" u="none">
                <a:solidFill>
                  <a:srgbClr val="221F20"/>
                </a:solidFill>
                <a:latin typeface="Arial"/>
                <a:ea typeface="Arial"/>
                <a:cs typeface="Arial"/>
              </a:rPr>
              <a:t>Infrastructure as code makes intended change visible</a:t>
            </a:r>
          </a:p>
        </p:txBody>
      </p:sp>
      <p:sp>
        <p:nvSpPr>
          <p:cNvPr id="3" name="Content Placeholder 2">
            <a:extLst>
              <a:ext uri="{FF2B5EF4-FFF2-40B4-BE49-F238E27FC236}">
                <a16:creationId xmlns:a16="http://schemas.microsoft.com/office/drawing/2014/main" id="{D93EE42B-DB9D-4A87-960F-9EAB79C801BC}"/>
              </a:ext>
            </a:extLst>
          </p:cNvPr>
          <p:cNvSpPr>
            <a:spLocks noGrp="1"/>
          </p:cNvSpPr>
          <p:nvPr>
            <p:ph idx="1"/>
          </p:nvPr>
        </p:nvSpPr>
        <p:spPr>
          <a:xfrm>
            <a:off x="552450" y="1181100"/>
            <a:ext cx="7677150" cy="3048000"/>
          </a:xfrm>
        </p:spPr>
        <p:txBody>
          <a:bodyPr wrap="square" lIns="0" tIns="0" rIns="38100" bIns="0" anchor="t">
            <a:normAutofit/>
          </a:bodyPr>
          <a:lstStyle/>
          <a:p>
            <a:pPr marL="0" indent="0" algn="l">
              <a:spcBef>
                <a:spcPts val="0"/>
              </a:spcBef>
              <a:spcAft>
                <a:spcPts val="650"/>
              </a:spcAft>
              <a:buNone/>
              <a:defRPr sz="1350" b="0" u="none">
                <a:solidFill>
                  <a:srgbClr val="221F20"/>
                </a:solidFill>
                <a:latin typeface="Arial"/>
                <a:ea typeface="Arial"/>
                <a:cs typeface="Arial"/>
              </a:defRPr>
            </a:pPr>
            <a:r>
              <a:rPr sz="1350" b="0" u="none">
                <a:solidFill>
                  <a:srgbClr val="221F20"/>
                </a:solidFill>
                <a:latin typeface="Arial"/>
                <a:ea typeface="Arial"/>
                <a:cs typeface="Arial"/>
              </a:rPr>
              <a:t>Manual changes are hard to review.</a:t>
            </a:r>
          </a:p>
          <a:p>
            <a:pPr marL="0" indent="0" algn="l">
              <a:spcBef>
                <a:spcPts val="0"/>
              </a:spcBef>
              <a:spcAft>
                <a:spcPts val="650"/>
              </a:spcAft>
              <a:buNone/>
              <a:defRPr sz="1350" b="0" u="none">
                <a:solidFill>
                  <a:srgbClr val="221F20"/>
                </a:solidFill>
                <a:latin typeface="Arial"/>
                <a:ea typeface="Arial"/>
                <a:cs typeface="Arial"/>
              </a:defRPr>
            </a:pPr>
            <a:r>
              <a:rPr sz="1350" b="0" u="none">
                <a:solidFill>
                  <a:srgbClr val="221F20"/>
                </a:solidFill>
                <a:latin typeface="Arial"/>
                <a:ea typeface="Arial"/>
                <a:cs typeface="Arial"/>
              </a:rPr>
              <a:t>Click paths are hard to repeat.</a:t>
            </a:r>
          </a:p>
          <a:p>
            <a:pPr marL="0" indent="0" algn="l">
              <a:spcBef>
                <a:spcPts val="0"/>
              </a:spcBef>
              <a:spcAft>
                <a:spcPts val="650"/>
              </a:spcAft>
              <a:buNone/>
              <a:defRPr sz="1350" b="0" u="none">
                <a:solidFill>
                  <a:srgbClr val="221F20"/>
                </a:solidFill>
                <a:latin typeface="Arial"/>
                <a:ea typeface="Arial"/>
                <a:cs typeface="Arial"/>
              </a:defRPr>
            </a:pPr>
            <a:r>
              <a:rPr sz="1350" b="0" u="none">
                <a:solidFill>
                  <a:srgbClr val="221F20"/>
                </a:solidFill>
                <a:latin typeface="Arial"/>
                <a:ea typeface="Arial"/>
                <a:cs typeface="Arial"/>
              </a:rPr>
              <a:t>Drift is hard to see.</a:t>
            </a:r>
          </a:p>
          <a:p>
            <a:pPr marL="0" indent="0" algn="l">
              <a:spcBef>
                <a:spcPts val="0"/>
              </a:spcBef>
              <a:spcAft>
                <a:spcPts val="650"/>
              </a:spcAft>
              <a:buNone/>
              <a:defRPr sz="1350" b="0" u="none">
                <a:solidFill>
                  <a:srgbClr val="221F20"/>
                </a:solidFill>
                <a:latin typeface="Arial"/>
                <a:ea typeface="Arial"/>
                <a:cs typeface="Arial"/>
              </a:defRPr>
            </a:pPr>
            <a:r>
              <a:rPr sz="1350" b="0" u="none">
                <a:solidFill>
                  <a:srgbClr val="221F20"/>
                </a:solidFill>
                <a:latin typeface="Arial"/>
                <a:ea typeface="Arial"/>
                <a:cs typeface="Arial"/>
              </a:rPr>
              <a:t>Plans make proposed changes visible before execution.</a:t>
            </a:r>
          </a:p>
          <a:p>
            <a:pPr marL="0" indent="0" algn="l">
              <a:spcBef>
                <a:spcPts val="0"/>
              </a:spcBef>
              <a:spcAft>
                <a:spcPts val="650"/>
              </a:spcAft>
              <a:buNone/>
              <a:defRPr sz="1350" b="0" u="none">
                <a:solidFill>
                  <a:srgbClr val="221F20"/>
                </a:solidFill>
                <a:latin typeface="Arial"/>
                <a:ea typeface="Arial"/>
                <a:cs typeface="Arial"/>
              </a:defRPr>
            </a:pPr>
            <a:r>
              <a:rPr sz="1350" b="0" u="none">
                <a:solidFill>
                  <a:srgbClr val="221F20"/>
                </a:solidFill>
                <a:latin typeface="Arial"/>
                <a:ea typeface="Arial"/>
                <a:cs typeface="Arial"/>
              </a:rPr>
              <a:t>State gives Terraform memory across runs.</a:t>
            </a:r>
          </a:p>
        </p:txBody>
      </p:sp>
      <p:sp>
        <p:nvSpPr>
          <p:cNvPr id="4" name="modern-gold-rule">
            <a:extLst>
              <a:ext uri="{FF2B5EF4-FFF2-40B4-BE49-F238E27FC236}">
                <a16:creationId xmlns:a16="http://schemas.microsoft.com/office/drawing/2014/main" id="{B3812874-9CA6-451C-810E-9959629C1C7B}"/>
              </a:ext>
            </a:extLst>
          </p:cNvPr>
          <p:cNvSpPr>
            <a:spLocks noGrp="1"/>
          </p:cNvSpPr>
          <p:nvPr/>
        </p:nvSpPr>
        <p:spPr>
          <a:xfrm>
            <a:off x="381000" y="914400"/>
            <a:ext cx="2095500" cy="47625"/>
          </a:xfrm>
          <a:prstGeom prst="rect">
            <a:avLst/>
          </a:prstGeom>
          <a:solidFill>
            <a:srgbClr val="FFCC01"/>
          </a:solidFill>
          <a:ln w="0">
            <a:solidFill>
              <a:srgbClr val="FFCC01"/>
            </a:solidFill>
            <a:prstDash val="solid"/>
          </a:ln>
        </p:spPr>
        <p:txBody>
          <a:bodyPr/>
          <a:lstStyle/>
          <a:p>
            <a:endParaRPr lang="en-US"/>
          </a:p>
        </p:txBody>
      </p:sp>
      <p:sp>
        <p:nvSpPr>
          <p:cNvPr id="5" name="section-label">
            <a:extLst>
              <a:ext uri="{FF2B5EF4-FFF2-40B4-BE49-F238E27FC236}">
                <a16:creationId xmlns:a16="http://schemas.microsoft.com/office/drawing/2014/main" id="{068C5413-AC72-40C8-A229-77B1654737C7}"/>
              </a:ext>
            </a:extLst>
          </p:cNvPr>
          <p:cNvSpPr>
            <a:spLocks noGrp="1"/>
          </p:cNvSpPr>
          <p:nvPr/>
        </p:nvSpPr>
        <p:spPr>
          <a:xfrm>
            <a:off x="381000" y="990600"/>
            <a:ext cx="4286250" cy="171450"/>
          </a:xfrm>
          <a:prstGeom prst="rect">
            <a:avLst/>
          </a:prstGeom>
          <a:noFill/>
          <a:ln w="0">
            <a:noFill/>
            <a:prstDash val="solid"/>
          </a:ln>
        </p:spPr>
        <p:txBody>
          <a:bodyPr wrap="square" lIns="0" tIns="0" rIns="0" bIns="0" anchor="t">
            <a:normAutofit/>
          </a:bodyPr>
          <a:lstStyle/>
          <a:p>
            <a:pPr algn="l">
              <a:defRPr sz="638" b="1" u="none">
                <a:solidFill>
                  <a:srgbClr val="565557"/>
                </a:solidFill>
                <a:latin typeface="Arial"/>
                <a:ea typeface="Arial"/>
                <a:cs typeface="Arial"/>
              </a:defRPr>
            </a:pPr>
            <a:r>
              <a:rPr sz="638" b="1" u="none">
                <a:solidFill>
                  <a:srgbClr val="565557"/>
                </a:solidFill>
                <a:latin typeface="Arial"/>
                <a:ea typeface="Arial"/>
                <a:cs typeface="Arial"/>
              </a:rPr>
              <a:t>WHY TERRAFORM</a:t>
            </a:r>
          </a:p>
        </p:txBody>
      </p:sp>
    </p:spTree>
    <p:extLst>
      <p:ext uri="{BB962C8B-B14F-4D97-AF65-F5344CB8AC3E}">
        <p14:creationId xmlns:p14="http://schemas.microsoft.com/office/powerpoint/2010/main" val="34599081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3EBA7D-B4B3-3797-8578-839899CDAF0F}"/>
              </a:ext>
            </a:extLst>
          </p:cNvPr>
          <p:cNvSpPr>
            <a:spLocks noGrp="1"/>
          </p:cNvSpPr>
          <p:nvPr>
            <p:ph type="title"/>
          </p:nvPr>
        </p:nvSpPr>
        <p:spPr>
          <a:xfrm>
            <a:off x="381000" y="361950"/>
            <a:ext cx="6953250" cy="552450"/>
          </a:xfrm>
        </p:spPr>
        <p:txBody>
          <a:bodyPr wrap="square" lIns="0" tIns="0" rIns="38100" bIns="0" anchor="t">
            <a:normAutofit/>
          </a:bodyPr>
          <a:lstStyle/>
          <a:p>
            <a:pPr algn="l">
              <a:buNone/>
              <a:defRPr sz="2175" b="1" u="none">
                <a:solidFill>
                  <a:srgbClr val="221F20"/>
                </a:solidFill>
                <a:latin typeface="Arial"/>
                <a:ea typeface="Arial"/>
                <a:cs typeface="Arial"/>
              </a:defRPr>
            </a:pPr>
            <a:r>
              <a:rPr sz="2175" b="1" u="none">
                <a:solidFill>
                  <a:srgbClr val="221F20"/>
                </a:solidFill>
                <a:latin typeface="Arial"/>
                <a:ea typeface="Arial"/>
                <a:cs typeface="Arial"/>
              </a:rPr>
              <a:t>Class setup and ground rules</a:t>
            </a:r>
          </a:p>
        </p:txBody>
      </p:sp>
      <p:sp>
        <p:nvSpPr>
          <p:cNvPr id="3" name="Content Placeholder 2">
            <a:extLst>
              <a:ext uri="{FF2B5EF4-FFF2-40B4-BE49-F238E27FC236}">
                <a16:creationId xmlns:a16="http://schemas.microsoft.com/office/drawing/2014/main" id="{D93EE42B-DB9D-4A87-960F-9EAB79C801BC}"/>
              </a:ext>
            </a:extLst>
          </p:cNvPr>
          <p:cNvSpPr>
            <a:spLocks noGrp="1"/>
          </p:cNvSpPr>
          <p:nvPr>
            <p:ph idx="1"/>
          </p:nvPr>
        </p:nvSpPr>
        <p:spPr>
          <a:xfrm>
            <a:off x="552450" y="1181100"/>
            <a:ext cx="7677150" cy="3048000"/>
          </a:xfrm>
        </p:spPr>
        <p:txBody>
          <a:bodyPr wrap="square" lIns="0" tIns="0" rIns="38100" bIns="0" anchor="t">
            <a:normAutofit/>
          </a:bodyPr>
          <a:lstStyle/>
          <a:p>
            <a:pPr marL="0" indent="0" algn="l">
              <a:spcBef>
                <a:spcPts val="0"/>
              </a:spcBef>
              <a:spcAft>
                <a:spcPts val="650"/>
              </a:spcAft>
              <a:buNone/>
              <a:defRPr sz="1350" b="0" u="none">
                <a:solidFill>
                  <a:srgbClr val="221F20"/>
                </a:solidFill>
                <a:latin typeface="Arial"/>
                <a:ea typeface="Arial"/>
                <a:cs typeface="Arial"/>
              </a:defRPr>
            </a:pPr>
            <a:r>
              <a:rPr sz="1350" b="0" u="none">
                <a:solidFill>
                  <a:srgbClr val="221F20"/>
                </a:solidFill>
                <a:latin typeface="Arial"/>
                <a:ea typeface="Arial"/>
                <a:cs typeface="Arial"/>
              </a:rPr>
              <a:t>Students need:</a:t>
            </a:r>
          </a:p>
          <a:p>
            <a:pPr marL="0" indent="0" algn="l">
              <a:spcBef>
                <a:spcPts val="0"/>
              </a:spcBef>
              <a:spcAft>
                <a:spcPts val="650"/>
              </a:spcAft>
              <a:buNone/>
              <a:defRPr sz="1350" b="0" u="none">
                <a:solidFill>
                  <a:srgbClr val="221F20"/>
                </a:solidFill>
                <a:latin typeface="Arial"/>
                <a:ea typeface="Arial"/>
                <a:cs typeface="Arial"/>
              </a:defRPr>
            </a:pPr>
            <a:r>
              <a:rPr sz="1350" b="0" u="none">
                <a:solidFill>
                  <a:srgbClr val="221F20"/>
                </a:solidFill>
                <a:latin typeface="Arial"/>
                <a:ea typeface="Arial"/>
                <a:cs typeface="Arial"/>
              </a:rPr>
              <a:t>Terraform CLI 1.4 or later</a:t>
            </a:r>
          </a:p>
          <a:p>
            <a:pPr marL="0" indent="0" algn="l">
              <a:spcBef>
                <a:spcPts val="0"/>
              </a:spcBef>
              <a:spcAft>
                <a:spcPts val="650"/>
              </a:spcAft>
              <a:buNone/>
              <a:defRPr sz="1350" b="0" u="none">
                <a:solidFill>
                  <a:srgbClr val="221F20"/>
                </a:solidFill>
                <a:latin typeface="Arial"/>
                <a:ea typeface="Arial"/>
                <a:cs typeface="Arial"/>
              </a:defRPr>
            </a:pPr>
            <a:r>
              <a:rPr sz="1350" b="0" u="none">
                <a:solidFill>
                  <a:srgbClr val="221F20"/>
                </a:solidFill>
                <a:latin typeface="Arial"/>
                <a:ea typeface="Arial"/>
                <a:cs typeface="Arial"/>
              </a:rPr>
              <a:t>A terminal, text editor, and Git repository</a:t>
            </a:r>
          </a:p>
          <a:p>
            <a:pPr marL="0" indent="0" algn="l">
              <a:spcBef>
                <a:spcPts val="0"/>
              </a:spcBef>
              <a:spcAft>
                <a:spcPts val="650"/>
              </a:spcAft>
              <a:buNone/>
              <a:defRPr sz="1350" b="0" u="none">
                <a:solidFill>
                  <a:srgbClr val="221F20"/>
                </a:solidFill>
                <a:latin typeface="Arial"/>
                <a:ea typeface="Arial"/>
                <a:cs typeface="Arial"/>
              </a:defRPr>
            </a:pPr>
            <a:r>
              <a:rPr sz="1350" b="0" u="none">
                <a:solidFill>
                  <a:srgbClr val="221F20"/>
                </a:solidFill>
                <a:latin typeface="Arial"/>
                <a:ea typeface="Arial"/>
                <a:cs typeface="Arial"/>
              </a:rPr>
              <a:t>No provider credentials and no cloud account</a:t>
            </a:r>
          </a:p>
          <a:p>
            <a:pPr marL="0" indent="0" algn="l">
              <a:spcBef>
                <a:spcPts val="0"/>
              </a:spcBef>
              <a:spcAft>
                <a:spcPts val="650"/>
              </a:spcAft>
              <a:buNone/>
              <a:defRPr sz="1350" b="0" u="none">
                <a:solidFill>
                  <a:srgbClr val="221F20"/>
                </a:solidFill>
                <a:latin typeface="Arial"/>
                <a:ea typeface="Arial"/>
                <a:cs typeface="Arial"/>
              </a:defRPr>
            </a:pPr>
            <a:endParaRPr sz="1350" b="0" u="none">
              <a:solidFill>
                <a:srgbClr val="221F20"/>
              </a:solidFill>
              <a:latin typeface="Arial"/>
              <a:ea typeface="Arial"/>
              <a:cs typeface="Arial"/>
            </a:endParaRPr>
          </a:p>
          <a:p>
            <a:pPr marL="0" indent="0" algn="l">
              <a:spcBef>
                <a:spcPts val="0"/>
              </a:spcBef>
              <a:spcAft>
                <a:spcPts val="650"/>
              </a:spcAft>
              <a:buNone/>
              <a:defRPr sz="1350" b="0" u="none">
                <a:solidFill>
                  <a:srgbClr val="221F20"/>
                </a:solidFill>
                <a:latin typeface="Arial"/>
                <a:ea typeface="Arial"/>
                <a:cs typeface="Arial"/>
              </a:defRPr>
            </a:pPr>
            <a:r>
              <a:rPr sz="1350" b="0" u="none">
                <a:solidFill>
                  <a:srgbClr val="221F20"/>
                </a:solidFill>
                <a:latin typeface="Arial"/>
                <a:ea typeface="Arial"/>
                <a:cs typeface="Arial"/>
              </a:rPr>
              <a:t>Class rule: read every plan before apply.</a:t>
            </a:r>
          </a:p>
        </p:txBody>
      </p:sp>
      <p:sp>
        <p:nvSpPr>
          <p:cNvPr id="4" name="modern-gold-rule">
            <a:extLst>
              <a:ext uri="{FF2B5EF4-FFF2-40B4-BE49-F238E27FC236}">
                <a16:creationId xmlns:a16="http://schemas.microsoft.com/office/drawing/2014/main" id="{D5F897DB-3684-475D-838F-7ACC5F689F9B}"/>
              </a:ext>
            </a:extLst>
          </p:cNvPr>
          <p:cNvSpPr>
            <a:spLocks noGrp="1"/>
          </p:cNvSpPr>
          <p:nvPr/>
        </p:nvSpPr>
        <p:spPr>
          <a:xfrm>
            <a:off x="381000" y="914400"/>
            <a:ext cx="2095500" cy="47625"/>
          </a:xfrm>
          <a:prstGeom prst="rect">
            <a:avLst/>
          </a:prstGeom>
          <a:solidFill>
            <a:srgbClr val="FFCC01"/>
          </a:solidFill>
          <a:ln w="0">
            <a:solidFill>
              <a:srgbClr val="FFCC01"/>
            </a:solidFill>
            <a:prstDash val="solid"/>
          </a:ln>
        </p:spPr>
        <p:txBody>
          <a:bodyPr/>
          <a:lstStyle/>
          <a:p>
            <a:endParaRPr lang="en-US"/>
          </a:p>
        </p:txBody>
      </p:sp>
      <p:sp>
        <p:nvSpPr>
          <p:cNvPr id="5" name="section-label">
            <a:extLst>
              <a:ext uri="{FF2B5EF4-FFF2-40B4-BE49-F238E27FC236}">
                <a16:creationId xmlns:a16="http://schemas.microsoft.com/office/drawing/2014/main" id="{59C4020A-3214-44E2-9E98-D397139B1CCC}"/>
              </a:ext>
            </a:extLst>
          </p:cNvPr>
          <p:cNvSpPr>
            <a:spLocks noGrp="1"/>
          </p:cNvSpPr>
          <p:nvPr/>
        </p:nvSpPr>
        <p:spPr>
          <a:xfrm>
            <a:off x="381000" y="990600"/>
            <a:ext cx="4286250" cy="171450"/>
          </a:xfrm>
          <a:prstGeom prst="rect">
            <a:avLst/>
          </a:prstGeom>
          <a:noFill/>
          <a:ln w="0">
            <a:noFill/>
            <a:prstDash val="solid"/>
          </a:ln>
        </p:spPr>
        <p:txBody>
          <a:bodyPr wrap="square" lIns="0" tIns="0" rIns="0" bIns="0" anchor="t">
            <a:normAutofit/>
          </a:bodyPr>
          <a:lstStyle/>
          <a:p>
            <a:pPr algn="l">
              <a:defRPr sz="638" b="1" u="none">
                <a:solidFill>
                  <a:srgbClr val="565557"/>
                </a:solidFill>
                <a:latin typeface="Arial"/>
                <a:ea typeface="Arial"/>
                <a:cs typeface="Arial"/>
              </a:defRPr>
            </a:pPr>
            <a:r>
              <a:rPr sz="638" b="1" u="none">
                <a:solidFill>
                  <a:srgbClr val="565557"/>
                </a:solidFill>
                <a:latin typeface="Arial"/>
                <a:ea typeface="Arial"/>
                <a:cs typeface="Arial"/>
              </a:rPr>
              <a:t>HANDS-ON SETUP</a:t>
            </a:r>
          </a:p>
        </p:txBody>
      </p:sp>
    </p:spTree>
    <p:extLst>
      <p:ext uri="{BB962C8B-B14F-4D97-AF65-F5344CB8AC3E}">
        <p14:creationId xmlns:p14="http://schemas.microsoft.com/office/powerpoint/2010/main" val="345990818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3EBA7D-B4B3-3797-8578-839899CDAF0F}"/>
              </a:ext>
            </a:extLst>
          </p:cNvPr>
          <p:cNvSpPr>
            <a:spLocks noGrp="1"/>
          </p:cNvSpPr>
          <p:nvPr>
            <p:ph type="title"/>
          </p:nvPr>
        </p:nvSpPr>
        <p:spPr>
          <a:xfrm>
            <a:off x="381000" y="361950"/>
            <a:ext cx="6953250" cy="552450"/>
          </a:xfrm>
        </p:spPr>
        <p:txBody>
          <a:bodyPr wrap="square" lIns="0" tIns="0" rIns="38100" bIns="0" anchor="t">
            <a:normAutofit/>
          </a:bodyPr>
          <a:lstStyle/>
          <a:p>
            <a:pPr algn="l">
              <a:buNone/>
              <a:defRPr sz="2175" b="1" u="none">
                <a:solidFill>
                  <a:srgbClr val="221F20"/>
                </a:solidFill>
                <a:latin typeface="Arial"/>
                <a:ea typeface="Arial"/>
                <a:cs typeface="Arial"/>
              </a:defRPr>
            </a:pPr>
            <a:r>
              <a:rPr sz="2175" b="1" u="none">
                <a:solidFill>
                  <a:srgbClr val="221F20"/>
                </a:solidFill>
                <a:latin typeface="Arial"/>
                <a:ea typeface="Arial"/>
                <a:cs typeface="Arial"/>
              </a:rPr>
              <a:t>Part 2: Terraform without cloud access</a:t>
            </a:r>
          </a:p>
        </p:txBody>
      </p:sp>
      <p:sp>
        <p:nvSpPr>
          <p:cNvPr id="3" name="Content Placeholder 2">
            <a:extLst>
              <a:ext uri="{FF2B5EF4-FFF2-40B4-BE49-F238E27FC236}">
                <a16:creationId xmlns:a16="http://schemas.microsoft.com/office/drawing/2014/main" id="{D93EE42B-DB9D-4A87-960F-9EAB79C801BC}"/>
              </a:ext>
            </a:extLst>
          </p:cNvPr>
          <p:cNvSpPr>
            <a:spLocks noGrp="1"/>
          </p:cNvSpPr>
          <p:nvPr>
            <p:ph idx="1"/>
          </p:nvPr>
        </p:nvSpPr>
        <p:spPr>
          <a:xfrm>
            <a:off x="552450" y="1181100"/>
            <a:ext cx="7677150" cy="3048000"/>
          </a:xfrm>
        </p:spPr>
        <p:txBody>
          <a:bodyPr wrap="square" lIns="0" tIns="0" rIns="38100" bIns="0" anchor="t">
            <a:normAutofit/>
          </a:bodyPr>
          <a:lstStyle/>
          <a:p>
            <a:pPr marL="0" indent="0" algn="l">
              <a:spcBef>
                <a:spcPts val="0"/>
              </a:spcBef>
              <a:spcAft>
                <a:spcPts val="650"/>
              </a:spcAft>
              <a:buNone/>
              <a:defRPr sz="1350" b="0" u="none">
                <a:solidFill>
                  <a:srgbClr val="221F20"/>
                </a:solidFill>
                <a:latin typeface="Arial"/>
                <a:ea typeface="Arial"/>
                <a:cs typeface="Arial"/>
              </a:defRPr>
            </a:pPr>
            <a:r>
              <a:rPr sz="1350" b="0" u="none">
                <a:solidFill>
                  <a:srgbClr val="221F20"/>
                </a:solidFill>
                <a:latin typeface="Arial"/>
                <a:ea typeface="Arial"/>
                <a:cs typeface="Arial"/>
              </a:rPr>
              <a:t>Terraform is the infrastructure-as-code tool we will use to practice reviewable infrastructure change.</a:t>
            </a:r>
          </a:p>
          <a:p>
            <a:pPr marL="0" indent="0" algn="l">
              <a:spcBef>
                <a:spcPts val="0"/>
              </a:spcBef>
              <a:spcAft>
                <a:spcPts val="650"/>
              </a:spcAft>
              <a:buNone/>
              <a:defRPr sz="1350" b="0" u="none">
                <a:solidFill>
                  <a:srgbClr val="221F20"/>
                </a:solidFill>
                <a:latin typeface="Arial"/>
                <a:ea typeface="Arial"/>
                <a:cs typeface="Arial"/>
              </a:defRPr>
            </a:pPr>
            <a:r>
              <a:rPr sz="1350" b="0" u="none">
                <a:solidFill>
                  <a:srgbClr val="221F20"/>
                </a:solidFill>
                <a:latin typeface="Arial"/>
                <a:ea typeface="Arial"/>
                <a:cs typeface="Arial"/>
              </a:rPr>
              <a:t>No AWS, Azure, GCP, or Kubernetes account is required.</a:t>
            </a:r>
          </a:p>
          <a:p>
            <a:pPr marL="0" indent="0" algn="l">
              <a:spcBef>
                <a:spcPts val="0"/>
              </a:spcBef>
              <a:spcAft>
                <a:spcPts val="650"/>
              </a:spcAft>
              <a:buNone/>
              <a:defRPr sz="1350" b="0" u="none">
                <a:solidFill>
                  <a:srgbClr val="221F20"/>
                </a:solidFill>
                <a:latin typeface="Arial"/>
                <a:ea typeface="Arial"/>
                <a:cs typeface="Arial"/>
              </a:defRPr>
            </a:pPr>
            <a:r>
              <a:rPr sz="1350" b="0" u="none">
                <a:solidFill>
                  <a:srgbClr val="221F20"/>
                </a:solidFill>
                <a:latin typeface="Arial"/>
                <a:ea typeface="Arial"/>
                <a:cs typeface="Arial"/>
              </a:rPr>
              <a:t>We will use local state and Terraform's built-in terraform_data resource to learn the workflow safely.</a:t>
            </a:r>
          </a:p>
        </p:txBody>
      </p:sp>
      <p:sp>
        <p:nvSpPr>
          <p:cNvPr id="4" name="modern-gold-rule">
            <a:extLst>
              <a:ext uri="{FF2B5EF4-FFF2-40B4-BE49-F238E27FC236}">
                <a16:creationId xmlns:a16="http://schemas.microsoft.com/office/drawing/2014/main" id="{F9DE6469-9858-40D0-B2DC-EAD4DB8B3306}"/>
              </a:ext>
            </a:extLst>
          </p:cNvPr>
          <p:cNvSpPr>
            <a:spLocks noGrp="1"/>
          </p:cNvSpPr>
          <p:nvPr/>
        </p:nvSpPr>
        <p:spPr>
          <a:xfrm>
            <a:off x="381000" y="914400"/>
            <a:ext cx="2095500" cy="47625"/>
          </a:xfrm>
          <a:prstGeom prst="rect">
            <a:avLst/>
          </a:prstGeom>
          <a:solidFill>
            <a:srgbClr val="FFCC01"/>
          </a:solidFill>
          <a:ln w="0">
            <a:solidFill>
              <a:srgbClr val="FFCC01"/>
            </a:solidFill>
            <a:prstDash val="solid"/>
          </a:ln>
        </p:spPr>
        <p:txBody>
          <a:bodyPr/>
          <a:lstStyle/>
          <a:p>
            <a:endParaRPr lang="en-US"/>
          </a:p>
        </p:txBody>
      </p:sp>
      <p:sp>
        <p:nvSpPr>
          <p:cNvPr id="5" name="section-label">
            <a:extLst>
              <a:ext uri="{FF2B5EF4-FFF2-40B4-BE49-F238E27FC236}">
                <a16:creationId xmlns:a16="http://schemas.microsoft.com/office/drawing/2014/main" id="{C1D27775-3EA8-4174-A37D-0B5B3D2CFC1A}"/>
              </a:ext>
            </a:extLst>
          </p:cNvPr>
          <p:cNvSpPr>
            <a:spLocks noGrp="1"/>
          </p:cNvSpPr>
          <p:nvPr/>
        </p:nvSpPr>
        <p:spPr>
          <a:xfrm>
            <a:off x="381000" y="990600"/>
            <a:ext cx="4286250" cy="171450"/>
          </a:xfrm>
          <a:prstGeom prst="rect">
            <a:avLst/>
          </a:prstGeom>
          <a:noFill/>
          <a:ln w="0">
            <a:noFill/>
            <a:prstDash val="solid"/>
          </a:ln>
        </p:spPr>
        <p:txBody>
          <a:bodyPr wrap="square" lIns="0" tIns="0" rIns="0" bIns="0" anchor="t">
            <a:normAutofit/>
          </a:bodyPr>
          <a:lstStyle/>
          <a:p>
            <a:pPr algn="l">
              <a:defRPr sz="638" b="1" u="none">
                <a:solidFill>
                  <a:srgbClr val="565557"/>
                </a:solidFill>
                <a:latin typeface="Arial"/>
                <a:ea typeface="Arial"/>
                <a:cs typeface="Arial"/>
              </a:defRPr>
            </a:pPr>
            <a:r>
              <a:rPr sz="638" b="1" u="none">
                <a:solidFill>
                  <a:srgbClr val="565557"/>
                </a:solidFill>
                <a:latin typeface="Arial"/>
                <a:ea typeface="Arial"/>
                <a:cs typeface="Arial"/>
              </a:rPr>
              <a:t>TERRAFORM CLASS OPENING</a:t>
            </a:r>
          </a:p>
        </p:txBody>
      </p:sp>
    </p:spTree>
    <p:extLst>
      <p:ext uri="{BB962C8B-B14F-4D97-AF65-F5344CB8AC3E}">
        <p14:creationId xmlns:p14="http://schemas.microsoft.com/office/powerpoint/2010/main" val="3459908186"/>
      </p:ext>
    </p:extLst>
  </p:cSld>
  <p:clrMapOvr>
    <a:masterClrMapping/>
  </p:clrMapOvr>
</p:sld>
</file>

<file path=ppt/theme/theme1.xml><?xml version="1.0" encoding="utf-8"?>
<a:theme xmlns:a="http://schemas.openxmlformats.org/drawingml/2006/main" name="US Army 2023 AFC DEVCOM Logo">
  <a:themeElements>
    <a:clrScheme name="US Army Color Palette">
      <a:dk1>
        <a:srgbClr val="000000"/>
      </a:dk1>
      <a:lt1>
        <a:srgbClr val="FFFFFF"/>
      </a:lt1>
      <a:dk2>
        <a:srgbClr val="221F20"/>
      </a:dk2>
      <a:lt2>
        <a:srgbClr val="FFCC01"/>
      </a:lt2>
      <a:accent1>
        <a:srgbClr val="221F20"/>
      </a:accent1>
      <a:accent2>
        <a:srgbClr val="FFCC01"/>
      </a:accent2>
      <a:accent3>
        <a:srgbClr val="727365"/>
      </a:accent3>
      <a:accent4>
        <a:srgbClr val="D5D5D7"/>
      </a:accent4>
      <a:accent5>
        <a:srgbClr val="565557"/>
      </a:accent5>
      <a:accent6>
        <a:srgbClr val="BFB8A6"/>
      </a:accent6>
      <a:hlink>
        <a:srgbClr val="565557"/>
      </a:hlink>
      <a:folHlink>
        <a:srgbClr val="305B6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US Army Color Palet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US Army 2023 AFC DEVCOM Logo">
  <a:themeElements>
    <a:clrScheme name="US Army Color Palette">
      <a:dk1>
        <a:srgbClr val="000000"/>
      </a:dk1>
      <a:lt1>
        <a:srgbClr val="FFFFFF"/>
      </a:lt1>
      <a:dk2>
        <a:srgbClr val="221F20"/>
      </a:dk2>
      <a:lt2>
        <a:srgbClr val="FFCC01"/>
      </a:lt2>
      <a:accent1>
        <a:srgbClr val="221F20"/>
      </a:accent1>
      <a:accent2>
        <a:srgbClr val="FFCC01"/>
      </a:accent2>
      <a:accent3>
        <a:srgbClr val="727365"/>
      </a:accent3>
      <a:accent4>
        <a:srgbClr val="D5D5D7"/>
      </a:accent4>
      <a:accent5>
        <a:srgbClr val="565557"/>
      </a:accent5>
      <a:accent6>
        <a:srgbClr val="BFB8A6"/>
      </a:accent6>
      <a:hlink>
        <a:srgbClr val="565557"/>
      </a:hlink>
      <a:folHlink>
        <a:srgbClr val="305B6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US Army Color Palet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TotalTime>
  <Words>2514</Words>
  <Application>Microsoft Office PowerPoint</Application>
  <DocSecurity>0</DocSecurity>
  <PresentationFormat>On-screen Show (16:9)</PresentationFormat>
  <Paragraphs>313</Paragraphs>
  <Slides>29</Slides>
  <Notes>29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29</vt:i4>
      </vt:variant>
    </vt:vector>
  </HeadingPairs>
  <TitlesOfParts>
    <vt:vector size="33" baseType="lpstr">
      <vt:lpstr>Roboto</vt:lpstr>
      <vt:lpstr>Arial</vt:lpstr>
      <vt:lpstr>Courier New</vt:lpstr>
      <vt:lpstr>US Army 2023 AFC DEVCOM Logo</vt:lpstr>
      <vt:lpstr>CI/CD + Terraform</vt:lpstr>
      <vt:lpstr>Automation exposes the process</vt:lpstr>
      <vt:lpstr>Back-to-back class flow</vt:lpstr>
      <vt:lpstr>CI/CD turns each change into evidence</vt:lpstr>
      <vt:lpstr>PowerPoint Presentation</vt:lpstr>
      <vt:lpstr>DevOps is shared ownership of change</vt:lpstr>
      <vt:lpstr>Automation changes the feedback loop</vt:lpstr>
      <vt:lpstr>1. Write code on a branch 2. Commit and push 3. Open a pull request 4. GitHub Actions starts from the repository event 5. Runner checks out code and installs dependencies 6. Build, test, lint, and package 7. Required checks and review gate the merge 8. Deploy, verify, monitor, and recover when needed</vt:lpstr>
      <vt:lpstr>GitHub Actions has five core parts</vt:lpstr>
      <vt:lpstr>YAML is the pipeline's map</vt:lpstr>
      <vt:lpstr>In Class Demo</vt:lpstr>
      <vt:lpstr>Lab: build a pull-request test pipeline</vt:lpstr>
      <vt:lpstr>Branch protection turns CI into a merge gate</vt:lpstr>
      <vt:lpstr>Troubleshoot the first useful error</vt:lpstr>
      <vt:lpstr>Transition: code checks and infrastructure plans are both evidence</vt:lpstr>
      <vt:lpstr>References and lab resources</vt:lpstr>
      <vt:lpstr>The habit is the same across both classes</vt:lpstr>
      <vt:lpstr>Capstone: one pull request, two safety nets</vt:lpstr>
      <vt:lpstr>Terraform checks fit naturally into GitHub Actions</vt:lpstr>
      <vt:lpstr>State is Terraform's memory</vt:lpstr>
      <vt:lpstr>Lab 1: modules turn repeated logic into an interface</vt:lpstr>
      <vt:lpstr>Lab 2: change, re-plan, and explain the difference</vt:lpstr>
      <vt:lpstr>Lab 3: create a local release record</vt:lpstr>
      <vt:lpstr>HCL gives Terraform a readable contract</vt:lpstr>
      <vt:lpstr>The CLI workflow is the class rhythm</vt:lpstr>
      <vt:lpstr>Terraform has five core concepts</vt:lpstr>
      <vt:lpstr>Infrastructure as code makes intended change visible</vt:lpstr>
      <vt:lpstr>Class setup and ground rules</vt:lpstr>
      <vt:lpstr>Part 2: Terraform without cloud access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Ethan Shafer</cp:lastModifiedBy>
  <cp:revision>2</cp:revision>
  <dcterms:created xsi:type="dcterms:W3CDTF">2026-07-13T14:36:13Z</dcterms:created>
  <dcterms:modified xsi:type="dcterms:W3CDTF">2026-07-28T14:18:49Z</dcterms:modified>
</cp:coreProperties>
</file>