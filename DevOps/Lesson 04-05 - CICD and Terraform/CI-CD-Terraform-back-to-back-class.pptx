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notesMasterIdLst>
    <p:notesMasterId r:id="rId30"/>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sldSz cx="9144000" cy="5143500" type="screen16x9"/>
  <p:notesSz cx="6858000" cy="9144000"/>
  <p:embeddedFontLst>
    <p:embeddedFont>
      <p:font typeface="Roboto" panose="02000000000000000000" pitchFamily="2" charset="0"/>
      <p:regular r:id="rId31"/>
      <p:bold r:id="rId32"/>
      <p:italic r:id="rId33"/>
      <p:boldItalic r:id="rId34"/>
    </p:embeddedFont>
  </p:embeddedFontLst>
  <p:defaultTextStyle>
    <a:defPPr>
      <a:defRPr lang="en-US"/>
    </a:defPPr>
    <a:lvl1pPr marL="0" indent="0" algn="l" defTabSz="914400">
      <a:defRPr sz="1800" kern="1200">
        <a:solidFill>
          <a:schemeClr val="tx1"/>
        </a:solidFill>
        <a:latin typeface="+mn-lt"/>
        <a:ea typeface="+mn-ea"/>
        <a:cs typeface="+mn-cs"/>
      </a:defRPr>
    </a:lvl1pPr>
    <a:lvl2pPr marL="457200" indent="0" algn="l" defTabSz="914400">
      <a:defRPr sz="1800" kern="1200">
        <a:solidFill>
          <a:schemeClr val="tx1"/>
        </a:solidFill>
        <a:latin typeface="+mn-lt"/>
        <a:ea typeface="+mn-ea"/>
        <a:cs typeface="+mn-cs"/>
      </a:defRPr>
    </a:lvl2pPr>
    <a:lvl3pPr marL="914400" indent="0" algn="l" defTabSz="914400">
      <a:defRPr sz="1800" kern="1200">
        <a:solidFill>
          <a:schemeClr val="tx1"/>
        </a:solidFill>
        <a:latin typeface="+mn-lt"/>
        <a:ea typeface="+mn-ea"/>
        <a:cs typeface="+mn-cs"/>
      </a:defRPr>
    </a:lvl3pPr>
    <a:lvl4pPr marL="1371600" indent="0" algn="l" defTabSz="914400">
      <a:defRPr sz="1800" kern="1200">
        <a:solidFill>
          <a:schemeClr val="tx1"/>
        </a:solidFill>
        <a:latin typeface="+mn-lt"/>
        <a:ea typeface="+mn-ea"/>
        <a:cs typeface="+mn-cs"/>
      </a:defRPr>
    </a:lvl4pPr>
    <a:lvl5pPr marL="1828800" indent="0" algn="l" defTabSz="914400">
      <a:defRPr sz="1800" kern="1200">
        <a:solidFill>
          <a:schemeClr val="tx1"/>
        </a:solidFill>
        <a:latin typeface="+mn-lt"/>
        <a:ea typeface="+mn-ea"/>
        <a:cs typeface="+mn-cs"/>
      </a:defRPr>
    </a:lvl5pPr>
    <a:lvl6pPr marL="2286000" indent="0" algn="l" defTabSz="914400">
      <a:defRPr sz="1800" kern="1200">
        <a:solidFill>
          <a:schemeClr val="tx1"/>
        </a:solidFill>
        <a:latin typeface="+mn-lt"/>
        <a:ea typeface="+mn-ea"/>
        <a:cs typeface="+mn-cs"/>
      </a:defRPr>
    </a:lvl6pPr>
    <a:lvl7pPr marL="2743200" indent="0" algn="l" defTabSz="914400">
      <a:defRPr sz="1800" kern="1200">
        <a:solidFill>
          <a:schemeClr val="tx1"/>
        </a:solidFill>
        <a:latin typeface="+mn-lt"/>
        <a:ea typeface="+mn-ea"/>
        <a:cs typeface="+mn-cs"/>
      </a:defRPr>
    </a:lvl7pPr>
    <a:lvl8pPr marL="3200400" indent="0" algn="l" defTabSz="914400">
      <a:defRPr sz="1800" kern="1200">
        <a:solidFill>
          <a:schemeClr val="tx1"/>
        </a:solidFill>
        <a:latin typeface="+mn-lt"/>
        <a:ea typeface="+mn-ea"/>
        <a:cs typeface="+mn-cs"/>
      </a:defRPr>
    </a:lvl8pPr>
    <a:lvl9pPr marL="3657600" indent="0" algn="l" defTabSz="914400">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B9063A8-BC75-44AB-A561-BE0A82F3F6A3}">
  <a:tblStyle styleId="{5B9063A8-BC75-44AB-A561-BE0A82F3F6A3}" styleName="Table_0">
    <a:wholeTbl>
      <a:tcTxStyle b="off" i="off">
        <a:font>
          <a:latin typeface="Arial"/>
          <a:ea typeface="Arial"/>
          <a:cs typeface="Arial"/>
        </a:font>
        <a:srgbClr val="000000"/>
      </a:tcTxStyle>
      <a:tcStyle>
        <a:tcBdr/>
      </a:tcStyle>
    </a:wholeTbl>
    <a:band1H>
      <a:tcTxStyle b="off" i="off"/>
      <a:tcStyle>
        <a:tcBdr/>
      </a:tcStyle>
    </a:band1H>
    <a:band2H>
      <a:tcTxStyle b="off" i="off"/>
      <a:tcStyle>
        <a:tcBdr/>
      </a:tcStyle>
    </a:band2H>
    <a:band1V>
      <a:tcTxStyle b="off" i="off"/>
      <a:tcStyle>
        <a:tcBdr/>
      </a:tcStyle>
    </a:band1V>
    <a:band2V>
      <a:tcTxStyle b="off" i="off"/>
      <a:tcStyle>
        <a:tcBdr/>
      </a:tcStyle>
    </a:band2V>
    <a:lastCol>
      <a:tcTxStyle b="off" i="off"/>
      <a:tcStyle>
        <a:tcBdr/>
      </a:tcStyle>
    </a:lastCol>
    <a:firstCol>
      <a:tcTxStyle b="off" i="off"/>
      <a:tcStyle>
        <a:tcBdr/>
      </a:tcStyle>
    </a:firstCol>
    <a:lastRow>
      <a:tcTxStyle b="off" i="off"/>
      <a:tcStyle>
        <a:tcBdr/>
      </a:tcStyle>
    </a:lastRow>
    <a:seCell>
      <a:tcTxStyle b="off" i="off"/>
      <a:tcStyle>
        <a:tcBdr/>
      </a:tcStyle>
    </a:seCell>
    <a:swCell>
      <a:tcTxStyle b="off" i="off"/>
      <a:tcStyle>
        <a:tcBdr/>
      </a:tcStyle>
    </a:swCell>
    <a:firstRow>
      <a:tcTxStyle b="off" i="off"/>
      <a:tcStyle>
        <a:tcBdr/>
      </a:tcStyle>
    </a:firstRow>
    <a:neCell>
      <a:tcTxStyle b="off" i="off"/>
      <a:tcStyle>
        <a:tcBdr/>
      </a:tcStyle>
    </a:neCell>
    <a:nwCell>
      <a:tcTxStyle b="off" i="off"/>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91973"/>
  </p:normalViewPr>
  <p:slideViewPr>
    <p:cSldViewPr snapToGrid="0">
      <p:cViewPr varScale="1">
        <p:scale>
          <a:sx n="157" d="100"/>
          <a:sy n="157" d="100"/>
        </p:scale>
        <p:origin x="864" y="1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font" Target="fonts/font4.fntdata"/><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3.fntdata"/><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font" Target="fonts/font2.fntdata"/><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font" Target="fonts/font1.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dk2" tx2="lt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lnSpc>
                <a:spcPct val="100000"/>
              </a:lnSpc>
              <a:spcBef>
                <a:spcPts val="0"/>
              </a:spcBef>
              <a:spcAft>
                <a:spcPts val="0"/>
              </a:spcAft>
              <a:buNone/>
            </a:pPr>
            <a:r>
              <a:t>Frame the two classes as one workflow.</a:t>
            </a:r>
          </a:p>
          <a:p>
            <a:pPr marL="0" indent="0" algn="l">
              <a:lnSpc>
                <a:spcPct val="100000"/>
              </a:lnSpc>
              <a:spcBef>
                <a:spcPts val="0"/>
              </a:spcBef>
              <a:spcAft>
                <a:spcPts val="0"/>
              </a:spcAft>
              <a:buNone/>
            </a:pPr>
            <a:r>
              <a:t>GitHub Actions provides automated evidence for application changes.</a:t>
            </a:r>
          </a:p>
          <a:p>
            <a:pPr marL="0" indent="0" algn="l">
              <a:lnSpc>
                <a:spcPct val="100000"/>
              </a:lnSpc>
              <a:spcBef>
                <a:spcPts val="0"/>
              </a:spcBef>
              <a:spcAft>
                <a:spcPts val="0"/>
              </a:spcAft>
              <a:buNone/>
            </a:pPr>
            <a:r>
              <a:t>Terraform provides plan evidence for infrastructure changes.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Normalize errors before the lab begins.</a:t>
            </a:r>
          </a:p>
          <a:p>
            <a:r>
              <a:t>Students will hit indentation mistakes, missing dependencies, and failing tests.</a:t>
            </a:r>
          </a:p>
          <a:p>
            <a:r>
              <a:t>The habit we want is calm diagnosis from logs.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Make the handoff explicit: CI/CD is not only app deployment; it is a change-control habit.</a:t>
            </a:r>
          </a:p>
          <a:p>
            <a:r>
              <a:t>Terraform gives infrastructure the same reviewable change path.</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Many teams say CI/CD when they only mean tests.</a:t>
            </a:r>
          </a:p>
          <a:p>
            <a:r>
              <a:t>Use the distinction to explain why approvals, artifacts, and verification belong in the conversation.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indent="0" algn="l">
              <a:spcBef>
                <a:spcPts val="0"/>
              </a:spcBef>
              <a:spcAft>
                <a:spcPts val="0"/>
              </a:spcAft>
              <a:buNone/>
            </a:pPr>
            <a:r>
              <a:t>Use one bug-fix example moving through branch, pull request, checks, artifact, staging, and production.</a:t>
            </a:r>
          </a:p>
          <a:p>
            <a:pPr marL="0" indent="0" algn="l">
              <a:spcBef>
                <a:spcPts val="0"/>
              </a:spcBef>
              <a:spcAft>
                <a:spcPts val="0"/>
              </a:spcAft>
              <a:buNone/>
            </a:pPr>
            <a:r>
              <a:t>Ask where a human approval belongs in their environment.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visual to connect Agile, CI/CD, and DevOps.</a:t>
            </a:r>
          </a:p>
          <a:p>
            <a:r>
              <a:t>CI/CD is the technical path where quality checks, reviews, and release evidence become visible.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Most students will name speed first.</a:t>
            </a:r>
          </a:p>
          <a:p>
            <a:r>
              <a:t>Point out that traceability and repeatability often become the bigger operational value.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important shift is from 'I ran it on my machine' to 'the repository can prove this change.'</a:t>
            </a:r>
          </a:p>
          <a:p>
            <a:r>
              <a:t>Point to the workflow run as the shared source of evidence.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slide concrete.</a:t>
            </a:r>
          </a:p>
          <a:p>
            <a:r>
              <a:t>Have students point to each concept in the workflow file during the 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Show a minimal ci.yml file live rather than crowding this slide.</a:t>
            </a:r>
          </a:p>
          <a:p>
            <a:r>
              <a:t>Emphasize that YAML defines the automation; the runner executes it.</a:t>
            </a:r>
          </a:p>
          <a:p>
            <a:r>
              <a:t>Use actions/checkout and actions/setup-python as examples if using the GitHub Skills 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official GitHub Skills lab if students do not already have a sample repository.</a:t>
            </a:r>
          </a:p>
          <a:p>
            <a:r>
              <a:t>Have them intentionally break the test before fixing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Connect this to the lab: the workflow run becomes part of the merge decision.</a:t>
            </a:r>
          </a:p>
          <a:p>
            <a:r>
              <a:t>If students have limited repository permissions, demo this part instead of requiring every student to configure it.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Students often read only the last red line.</a:t>
            </a:r>
          </a:p>
          <a:p>
            <a:r>
              <a:t>Model a calm log-reading workflow during the lab.</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bridge slide between the two back-to-back classes.</a:t>
            </a:r>
          </a:p>
          <a:p>
            <a:r>
              <a:t>Students should recognize the same change discipline before learning Terraform syntax.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this slide as the closing resource list for students.</a:t>
            </a:r>
          </a:p>
          <a:p>
            <a:r>
              <a:t>The Terraform lab path intentionally avoids provider credentials and cloud cost.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End with the common discipline, not the specific tools.</a:t>
            </a:r>
          </a:p>
          <a:p>
            <a:r>
              <a:t>Ask students to name one manual step in their current workflow that can become a checked, reviewable automation.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If time is limited, run this as an instructor demo.</a:t>
            </a:r>
          </a:p>
          <a:p>
            <a:r>
              <a:t>The goal is to make the two classes feel like one workflow, not two unrelated tools.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closes the back-to-back loop.</a:t>
            </a:r>
          </a:p>
          <a:p>
            <a:r>
              <a:t>The same repository workflow can test application code and check Terraform configuration.</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this local lab, state is low risk.</a:t>
            </a:r>
          </a:p>
          <a:p>
            <a:r>
              <a:t>In real work, state can contain sensitive data and needs an appropriate backend, access control, and locking.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Teach modules as an interface, not just as folders.</a:t>
            </a:r>
          </a:p>
          <a:p>
            <a:r>
              <a:t>Inputs and outputs are the contract between caller and module.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is the strongest link to CI/CD.</a:t>
            </a:r>
          </a:p>
          <a:p>
            <a:r>
              <a:t>A Terraform plan is the infrastructure equivalent of a reviewable test result and diff.</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Have students predict the plan before apply.</a:t>
            </a:r>
          </a:p>
          <a:p>
            <a:r>
              <a:t>Use terraform_data because it stores values in state without needing a cloud provider.</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Keep this lightweight before the lab.</a:t>
            </a:r>
          </a:p>
          <a:p>
            <a:r>
              <a:t>Variables, locals, and outputs are enough to make the first lab feel real without cloud access.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Use the same command rhythm in every lab.</a:t>
            </a:r>
          </a:p>
          <a:p>
            <a:r>
              <a:t>The goal is muscle memory around plan before apply.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Emphasize state early.</a:t>
            </a:r>
          </a:p>
          <a:p>
            <a:r>
              <a:t>Students often treat state as an implementation detail, but it is central to how Terraform tracks managed objects.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Connect this directly to pull requests: both workflows ask for evidence before accepting change.</a:t>
            </a:r>
          </a:p>
          <a:p>
            <a:r>
              <a:t>The business value is not only automation; it is traceability and repeatability.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Terraform 1.4 or later supports terraform_data.</a:t>
            </a:r>
          </a:p>
          <a:p>
            <a:r>
              <a:t>If you want terraform test provider mocking later, use a newer Terraform version, but this deck does not depend on mocking.</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Be clear that local training is not pretending to be cloud infrastructure.</a:t>
            </a:r>
          </a:p>
          <a:p>
            <a:r>
              <a:rPr dirty="0"/>
              <a:t>It isolates the Terraform workflow from credential, billing, and network complexity.</a:t>
            </a:r>
          </a:p>
          <a:p>
            <a:r>
              <a:rPr dirty="0"/>
              <a:t>Reference: Terraform </a:t>
            </a:r>
            <a:r>
              <a:rPr dirty="0" err="1"/>
              <a:t>terraform_data</a:t>
            </a:r>
            <a:r>
              <a:rPr dirty="0"/>
              <a:t> stores values that follow a managed resource lifecycle.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6.jpeg"/><Relationship Id="rId1" Type="http://schemas.openxmlformats.org/officeDocument/2006/relationships/slideMaster" Target="../slideMasters/slideMaster1.xml"/><Relationship Id="rId4" Type="http://schemas.openxmlformats.org/officeDocument/2006/relationships/image" Target="../media/image4.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matchingName="Title Slide">
  <p:cSld name="Title Slide">
    <p:bg>
      <p:bgPr>
        <a:solidFill>
          <a:srgbClr val="221F20"/>
        </a:solidFill>
        <a:effectLst/>
      </p:bgPr>
    </p:bg>
    <p:spTree>
      <p:nvGrpSpPr>
        <p:cNvPr id="1" name=""/>
        <p:cNvGrpSpPr/>
        <p:nvPr/>
      </p:nvGrpSpPr>
      <p:grpSpPr>
        <a:xfrm>
          <a:off x="0" y="0"/>
          <a:ext cx="0" cy="0"/>
          <a:chOff x="0" y="0"/>
          <a:chExt cx="0" cy="0"/>
        </a:xfrm>
      </p:grpSpPr>
      <p:sp>
        <p:nvSpPr>
          <p:cNvPr id="19" name="Google Shape;19;p3">
            <a:extLst>
              <a:ext uri="{FF2B5EF4-FFF2-40B4-BE49-F238E27FC236}">
                <a16:creationId xmlns:a16="http://schemas.microsoft.com/office/drawing/2014/main" id="{5B571F15-DDB9-4616-90CB-DF2B2DA8AFB0}"/>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0" name="Google Shape;20;p3">
            <a:extLst>
              <a:ext uri="{FF2B5EF4-FFF2-40B4-BE49-F238E27FC236}">
                <a16:creationId xmlns:a16="http://schemas.microsoft.com/office/drawing/2014/main" id="{3C6450AA-B01B-4F28-8220-5936BF19A5D6}"/>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21" name="Google Shape;21;p3">
            <a:extLst>
              <a:ext uri="{FF2B5EF4-FFF2-40B4-BE49-F238E27FC236}">
                <a16:creationId xmlns:a16="http://schemas.microsoft.com/office/drawing/2014/main" id="{C605392A-BF81-46EB-9BC0-C060D0BD52B5}"/>
              </a:ext>
            </a:extLst>
          </p:cNvPr>
          <p:cNvSpPr>
            <a:spLocks noGrp="1"/>
          </p:cNvSpPr>
          <p:nvPr>
            <p:ph type="body" idx="1"/>
          </p:nvPr>
        </p:nvSpPr>
        <p:spPr>
          <a:xfrm>
            <a:off x="410766" y="3850148"/>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2" name="Google Shape;22;p3">
            <a:extLst>
              <a:ext uri="{FF2B5EF4-FFF2-40B4-BE49-F238E27FC236}">
                <a16:creationId xmlns:a16="http://schemas.microsoft.com/office/drawing/2014/main" id="{F3040047-B2B5-4068-9747-A85A9DB27EF5}"/>
              </a:ext>
            </a:extLst>
          </p:cNvPr>
          <p:cNvSpPr>
            <a:spLocks noGrp="1"/>
          </p:cNvSpPr>
          <p:nvPr>
            <p:ph type="body" idx="2"/>
          </p:nvPr>
        </p:nvSpPr>
        <p:spPr>
          <a:xfrm>
            <a:off x="410766" y="3714554"/>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3" name="Google Shape;23;p3">
            <a:extLst>
              <a:ext uri="{FF2B5EF4-FFF2-40B4-BE49-F238E27FC236}">
                <a16:creationId xmlns:a16="http://schemas.microsoft.com/office/drawing/2014/main" id="{37F4D038-775F-4448-947E-8C2DCC2BFCCF}"/>
              </a:ext>
            </a:extLst>
          </p:cNvPr>
          <p:cNvSpPr>
            <a:spLocks noGrp="1"/>
          </p:cNvSpPr>
          <p:nvPr>
            <p:ph type="body" idx="3"/>
          </p:nvPr>
        </p:nvSpPr>
        <p:spPr>
          <a:xfrm>
            <a:off x="410766" y="3985742"/>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4" name="Google Shape;24;p3">
            <a:extLst>
              <a:ext uri="{FF2B5EF4-FFF2-40B4-BE49-F238E27FC236}">
                <a16:creationId xmlns:a16="http://schemas.microsoft.com/office/drawing/2014/main" id="{E7AE2BC9-F0CF-48F9-A912-139EAEA915AA}"/>
              </a:ext>
            </a:extLst>
          </p:cNvPr>
          <p:cNvSpPr>
            <a:spLocks noGrp="1"/>
          </p:cNvSpPr>
          <p:nvPr>
            <p:ph type="body" idx="4"/>
          </p:nvPr>
        </p:nvSpPr>
        <p:spPr>
          <a:xfrm>
            <a:off x="410766" y="4121336"/>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5" name="Google Shape;25;p3">
            <a:extLst>
              <a:ext uri="{FF2B5EF4-FFF2-40B4-BE49-F238E27FC236}">
                <a16:creationId xmlns:a16="http://schemas.microsoft.com/office/drawing/2014/main" id="{A555EDC8-9A22-4C56-922F-314E25233441}"/>
              </a:ext>
            </a:extLst>
          </p:cNvPr>
          <p:cNvSpPr>
            <a:spLocks noGrp="1"/>
          </p:cNvSpPr>
          <p:nvPr>
            <p:ph type="body" idx="5"/>
          </p:nvPr>
        </p:nvSpPr>
        <p:spPr>
          <a:xfrm>
            <a:off x="410766" y="4256930"/>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6" name="Google Shape;26;p3">
            <a:extLst>
              <a:ext uri="{FF2B5EF4-FFF2-40B4-BE49-F238E27FC236}">
                <a16:creationId xmlns:a16="http://schemas.microsoft.com/office/drawing/2014/main" id="{22915630-2A3E-4383-9B8C-73EC9471BA06}"/>
              </a:ext>
            </a:extLst>
          </p:cNvPr>
          <p:cNvSpPr>
            <a:spLocks noGrp="1"/>
          </p:cNvSpPr>
          <p:nvPr>
            <p:ph type="body" idx="6"/>
          </p:nvPr>
        </p:nvSpPr>
        <p:spPr>
          <a:xfrm>
            <a:off x="1485900" y="3850148"/>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7" name="Google Shape;27;p3">
            <a:extLst>
              <a:ext uri="{FF2B5EF4-FFF2-40B4-BE49-F238E27FC236}">
                <a16:creationId xmlns:a16="http://schemas.microsoft.com/office/drawing/2014/main" id="{CCC9B6C8-2463-4EB5-846E-DF723A7E7249}"/>
              </a:ext>
            </a:extLst>
          </p:cNvPr>
          <p:cNvSpPr>
            <a:spLocks noGrp="1"/>
          </p:cNvSpPr>
          <p:nvPr>
            <p:ph type="body" idx="7"/>
          </p:nvPr>
        </p:nvSpPr>
        <p:spPr>
          <a:xfrm>
            <a:off x="1485900" y="3714554"/>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8" name="Google Shape;28;p3">
            <a:extLst>
              <a:ext uri="{FF2B5EF4-FFF2-40B4-BE49-F238E27FC236}">
                <a16:creationId xmlns:a16="http://schemas.microsoft.com/office/drawing/2014/main" id="{42F00658-FF13-42FC-8A45-7128FBA12E0A}"/>
              </a:ext>
            </a:extLst>
          </p:cNvPr>
          <p:cNvSpPr>
            <a:spLocks noGrp="1"/>
          </p:cNvSpPr>
          <p:nvPr>
            <p:ph type="body" idx="8"/>
          </p:nvPr>
        </p:nvSpPr>
        <p:spPr>
          <a:xfrm>
            <a:off x="1485900" y="3985742"/>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9" name="Google Shape;29;p3">
            <a:extLst>
              <a:ext uri="{FF2B5EF4-FFF2-40B4-BE49-F238E27FC236}">
                <a16:creationId xmlns:a16="http://schemas.microsoft.com/office/drawing/2014/main" id="{A1B0569F-5919-4C7A-A2D5-3092C959E219}"/>
              </a:ext>
            </a:extLst>
          </p:cNvPr>
          <p:cNvSpPr>
            <a:spLocks noGrp="1"/>
          </p:cNvSpPr>
          <p:nvPr>
            <p:ph type="body" idx="9"/>
          </p:nvPr>
        </p:nvSpPr>
        <p:spPr>
          <a:xfrm>
            <a:off x="1485900" y="4121336"/>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30" name="Google Shape;30;p3">
            <a:extLst>
              <a:ext uri="{FF2B5EF4-FFF2-40B4-BE49-F238E27FC236}">
                <a16:creationId xmlns:a16="http://schemas.microsoft.com/office/drawing/2014/main" id="{BC4C813A-4846-497E-948E-B4FB7E64CEEB}"/>
              </a:ext>
            </a:extLst>
          </p:cNvPr>
          <p:cNvSpPr>
            <a:spLocks noGrp="1"/>
          </p:cNvSpPr>
          <p:nvPr>
            <p:ph type="body" idx="13"/>
          </p:nvPr>
        </p:nvSpPr>
        <p:spPr>
          <a:xfrm>
            <a:off x="1485900" y="4256930"/>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pic>
        <p:nvPicPr>
          <p:cNvPr id="31" name="Google Shape;31;p3"/>
          <p:cNvPicPr>
            <a:picLocks noChangeAspect="1"/>
          </p:cNvPicPr>
          <p:nvPr/>
        </p:nvPicPr>
        <p:blipFill rotWithShape="1">
          <a:blip r:embed="rId2">
            <a:alphaModFix/>
          </a:blip>
          <a:srcRect/>
          <a:stretch/>
        </p:blipFill>
        <p:spPr>
          <a:xfrm>
            <a:off x="183674" y="84473"/>
            <a:ext cx="2434590" cy="919356"/>
          </a:xfrm>
          <a:prstGeom prst="rect">
            <a:avLst/>
          </a:prstGeom>
          <a:ln>
            <a:noFill/>
          </a:ln>
        </p:spPr>
      </p:pic>
      <p:pic>
        <p:nvPicPr>
          <p:cNvPr id="32" name="Google Shape;32;p3"/>
          <p:cNvPicPr>
            <a:picLocks noChangeAspect="1"/>
          </p:cNvPicPr>
          <p:nvPr/>
        </p:nvPicPr>
        <p:blipFill rotWithShape="1">
          <a:blip r:embed="rId3">
            <a:alphaModFix/>
          </a:blip>
          <a:srcRect/>
          <a:stretch/>
        </p:blipFill>
        <p:spPr>
          <a:xfrm>
            <a:off x="7503462" y="308372"/>
            <a:ext cx="1222280" cy="358517"/>
          </a:xfrm>
          <a:prstGeom prst="rect">
            <a:avLst/>
          </a:prstGeom>
          <a:ln>
            <a:noFill/>
          </a:ln>
        </p:spPr>
      </p:pic>
      <p:sp>
        <p:nvSpPr>
          <p:cNvPr id="34" name="Google Shape;34;p3">
            <a:extLst>
              <a:ext uri="{FF2B5EF4-FFF2-40B4-BE49-F238E27FC236}">
                <a16:creationId xmlns:a16="http://schemas.microsoft.com/office/drawing/2014/main" id="{AE546BCD-9ED9-4171-8D50-F604E7EAAD5E}"/>
              </a:ext>
            </a:extLst>
          </p:cNvPr>
          <p:cNvSpPr>
            <a:spLocks noGrp="1"/>
          </p:cNvSpPr>
          <p:nvPr/>
        </p:nvSpPr>
        <p:spPr>
          <a:xfrm>
            <a:off x="411164" y="1480665"/>
            <a:ext cx="5380036" cy="1783080"/>
          </a:xfrm>
          <a:prstGeom prst="rect">
            <a:avLst/>
          </a:prstGeom>
          <a:noFill/>
          <a:ln w="19050" cmpd="sng">
            <a:solidFill>
              <a:srgbClr val="FFCC01"/>
            </a:solidFill>
            <a:prstDash val="solid"/>
            <a:headEnd type="none" w="sm" len="sm"/>
            <a:tailEnd type="none" w="sm" len="sm"/>
          </a:ln>
        </p:spPr>
        <p:txBody>
          <a:bodyPr spcFirstLastPara="1" wrap="square" lIns="91425" tIns="45700" rIns="91425" bIns="45700" anchor="ctr">
            <a:noAutofit/>
          </a:bodyPr>
          <a:lstStyle/>
          <a:p>
            <a:pPr marL="0" indent="0" algn="ctr">
              <a:lnSpc>
                <a:spcPct val="100000"/>
              </a:lnSpc>
              <a:spcBef>
                <a:spcPts val="0"/>
              </a:spcBef>
              <a:spcAft>
                <a:spcPts val="0"/>
              </a:spcAft>
              <a:buNone/>
            </a:pPr>
            <a:endParaRPr/>
          </a:p>
        </p:txBody>
      </p:sp>
      <p:cxnSp>
        <p:nvCxnSpPr>
          <p:cNvPr id="35" name="Google Shape;35;p3"/>
          <p:cNvCxnSpPr/>
          <p:nvPr/>
        </p:nvCxnSpPr>
        <p:spPr>
          <a:xfrm>
            <a:off x="411164" y="2749395"/>
            <a:ext cx="5380036" cy="0"/>
          </a:xfrm>
          <a:prstGeom prst="straightConnector1">
            <a:avLst/>
          </a:prstGeom>
          <a:ln w="19050" cap="flat">
            <a:solidFill>
              <a:srgbClr val="FFCC01"/>
            </a:solidFill>
            <a:prstDash val="solid"/>
            <a:miter/>
            <a:headEnd type="none" w="sm" len="sm"/>
            <a:tailEnd type="none" w="sm" len="sm"/>
          </a:ln>
        </p:spPr>
      </p:cxnSp>
      <p:cxnSp>
        <p:nvCxnSpPr>
          <p:cNvPr id="36" name="Google Shape;36;p3"/>
          <p:cNvCxnSpPr/>
          <p:nvPr/>
        </p:nvCxnSpPr>
        <p:spPr>
          <a:xfrm>
            <a:off x="3635455" y="2749395"/>
            <a:ext cx="0" cy="514350"/>
          </a:xfrm>
          <a:prstGeom prst="straightConnector1">
            <a:avLst/>
          </a:prstGeom>
          <a:ln w="19050" cap="flat">
            <a:solidFill>
              <a:srgbClr val="FFCC01"/>
            </a:solidFill>
            <a:prstDash val="solid"/>
            <a:miter/>
            <a:headEnd type="none" w="sm" len="sm"/>
            <a:tailEnd type="none" w="sm" len="sm"/>
          </a:ln>
        </p:spPr>
      </p:cxnSp>
      <p:sp>
        <p:nvSpPr>
          <p:cNvPr id="37" name="Google Shape;37;p3">
            <a:extLst>
              <a:ext uri="{FF2B5EF4-FFF2-40B4-BE49-F238E27FC236}">
                <a16:creationId xmlns:a16="http://schemas.microsoft.com/office/drawing/2014/main" id="{A32B7AFE-5C5E-491F-BA8E-545F491453D0}"/>
              </a:ext>
            </a:extLst>
          </p:cNvPr>
          <p:cNvSpPr>
            <a:spLocks noGrp="1"/>
          </p:cNvSpPr>
          <p:nvPr>
            <p:ph type="ctrTitle"/>
          </p:nvPr>
        </p:nvSpPr>
        <p:spPr>
          <a:xfrm>
            <a:off x="685801" y="1652115"/>
            <a:ext cx="4822031" cy="994410"/>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2700"/>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38" name="Google Shape;38;p3">
            <a:extLst>
              <a:ext uri="{FF2B5EF4-FFF2-40B4-BE49-F238E27FC236}">
                <a16:creationId xmlns:a16="http://schemas.microsoft.com/office/drawing/2014/main" id="{5D3D5662-E32D-409C-8BAF-46D3B05EDEC9}"/>
              </a:ext>
            </a:extLst>
          </p:cNvPr>
          <p:cNvSpPr>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oAutofit/>
          </a:bodyPr>
          <a:lstStyle>
            <a:lvl1pPr algn="l">
              <a:lnSpc>
                <a:spcPct val="95000"/>
              </a:lnSpc>
              <a:spcBef>
                <a:spcPts val="0"/>
              </a:spcBef>
              <a:spcAft>
                <a:spcPts val="0"/>
              </a:spcAft>
              <a:buNone/>
              <a:defRPr sz="900" b="1">
                <a:solidFill>
                  <a:schemeClr val="lt2"/>
                </a:solidFill>
              </a:defRPr>
            </a:lvl1pPr>
            <a:lvl2pPr algn="l">
              <a:lnSpc>
                <a:spcPct val="95000"/>
              </a:lnSpc>
              <a:spcBef>
                <a:spcPts val="0"/>
              </a:spcBef>
              <a:spcAft>
                <a:spcPts val="0"/>
              </a:spcAft>
              <a:buNone/>
              <a:defRPr sz="900" b="1">
                <a:solidFill>
                  <a:schemeClr val="lt2"/>
                </a:solidFill>
              </a:defRPr>
            </a:lvl2pPr>
            <a:lvl3pPr algn="l">
              <a:lnSpc>
                <a:spcPct val="95000"/>
              </a:lnSpc>
              <a:spcBef>
                <a:spcPts val="0"/>
              </a:spcBef>
              <a:spcAft>
                <a:spcPts val="0"/>
              </a:spcAft>
              <a:buNone/>
              <a:defRPr sz="900" b="1">
                <a:solidFill>
                  <a:schemeClr val="lt2"/>
                </a:solidFill>
              </a:defRPr>
            </a:lvl3pPr>
            <a:lvl4pPr algn="l">
              <a:lnSpc>
                <a:spcPct val="95000"/>
              </a:lnSpc>
              <a:spcBef>
                <a:spcPts val="0"/>
              </a:spcBef>
              <a:spcAft>
                <a:spcPts val="0"/>
              </a:spcAft>
              <a:buNone/>
              <a:defRPr sz="900" b="1">
                <a:solidFill>
                  <a:schemeClr val="lt2"/>
                </a:solidFill>
              </a:defRPr>
            </a:lvl4pPr>
            <a:lvl5pPr algn="l">
              <a:lnSpc>
                <a:spcPct val="95000"/>
              </a:lnSpc>
              <a:spcBef>
                <a:spcPts val="0"/>
              </a:spcBef>
              <a:spcAft>
                <a:spcPts val="0"/>
              </a:spcAft>
              <a:buNone/>
              <a:defRPr sz="900" b="1">
                <a:solidFill>
                  <a:schemeClr val="lt2"/>
                </a:solidFill>
              </a:defRPr>
            </a:lvl5pPr>
            <a:lvl6pPr algn="l">
              <a:lnSpc>
                <a:spcPct val="95000"/>
              </a:lnSpc>
              <a:spcBef>
                <a:spcPts val="0"/>
              </a:spcBef>
              <a:spcAft>
                <a:spcPts val="0"/>
              </a:spcAft>
              <a:buNone/>
              <a:defRPr sz="900" b="1">
                <a:solidFill>
                  <a:schemeClr val="lt2"/>
                </a:solidFill>
              </a:defRPr>
            </a:lvl6pPr>
            <a:lvl7pPr algn="l">
              <a:lnSpc>
                <a:spcPct val="95000"/>
              </a:lnSpc>
              <a:spcBef>
                <a:spcPts val="0"/>
              </a:spcBef>
              <a:spcAft>
                <a:spcPts val="0"/>
              </a:spcAft>
              <a:buNone/>
              <a:defRPr sz="900" b="1">
                <a:solidFill>
                  <a:schemeClr val="lt2"/>
                </a:solidFill>
              </a:defRPr>
            </a:lvl7pPr>
            <a:lvl8pPr algn="l">
              <a:lnSpc>
                <a:spcPct val="95000"/>
              </a:lnSpc>
              <a:spcBef>
                <a:spcPts val="0"/>
              </a:spcBef>
              <a:spcAft>
                <a:spcPts val="0"/>
              </a:spcAft>
              <a:buNone/>
              <a:defRPr sz="900" b="1">
                <a:solidFill>
                  <a:schemeClr val="lt2"/>
                </a:solidFill>
              </a:defRPr>
            </a:lvl8pPr>
            <a:lvl9pPr algn="l">
              <a:lnSpc>
                <a:spcPct val="95000"/>
              </a:lnSpc>
              <a:spcBef>
                <a:spcPts val="0"/>
              </a:spcBef>
              <a:spcAft>
                <a:spcPts val="0"/>
              </a:spcAft>
              <a:buNone/>
              <a:defRPr sz="900" b="1">
                <a:solidFill>
                  <a:schemeClr val="lt2"/>
                </a:solidFill>
              </a:defRPr>
            </a:lvl9pPr>
          </a:lstStyle>
          <a:p>
            <a:endParaRPr/>
          </a:p>
        </p:txBody>
      </p:sp>
      <p:sp>
        <p:nvSpPr>
          <p:cNvPr id="39" name="Google Shape;39;p3">
            <a:extLst>
              <a:ext uri="{FF2B5EF4-FFF2-40B4-BE49-F238E27FC236}">
                <a16:creationId xmlns:a16="http://schemas.microsoft.com/office/drawing/2014/main" id="{3691A192-F92C-41E9-964D-30147F22CEBC}"/>
              </a:ext>
            </a:extLst>
          </p:cNvPr>
          <p:cNvSpPr>
            <a:spLocks noGrp="1"/>
          </p:cNvSpPr>
          <p:nvPr>
            <p:ph type="body" idx="15"/>
          </p:nvPr>
        </p:nvSpPr>
        <p:spPr>
          <a:xfrm>
            <a:off x="3909060" y="2838549"/>
            <a:ext cx="1598771" cy="342900"/>
          </a:xfrm>
          <a:prstGeom prst="rect">
            <a:avLst/>
          </a:prstGeom>
          <a:noFill/>
          <a:ln>
            <a:noFill/>
          </a:ln>
        </p:spPr>
        <p:txBody>
          <a:bodyPr spcFirstLastPara="1" wrap="square" lIns="0" tIns="0" rIns="0" bIns="0" anchor="ctr">
            <a:noAutofit/>
          </a:bodyPr>
          <a:lstStyle>
            <a:lvl1pPr marL="457200" indent="-228600" algn="ctr">
              <a:lnSpc>
                <a:spcPct val="80000"/>
              </a:lnSpc>
              <a:spcBef>
                <a:spcPts val="0"/>
              </a:spcBef>
              <a:spcAft>
                <a:spcPts val="0"/>
              </a:spcAft>
              <a:buNone/>
              <a:defRPr sz="1050" b="1" cap="none">
                <a:solidFill>
                  <a:schemeClr val="lt2"/>
                </a:solidFill>
              </a:defRPr>
            </a:lvl1pPr>
            <a:lvl2pPr marL="914400" indent="-228600" algn="ctr">
              <a:lnSpc>
                <a:spcPct val="80000"/>
              </a:lnSpc>
              <a:spcBef>
                <a:spcPts val="0"/>
              </a:spcBef>
              <a:spcAft>
                <a:spcPts val="0"/>
              </a:spcAft>
              <a:buNone/>
              <a:defRPr sz="1050" b="1" cap="none">
                <a:solidFill>
                  <a:schemeClr val="lt2"/>
                </a:solidFill>
              </a:defRPr>
            </a:lvl2pPr>
            <a:lvl3pPr marL="1371600" indent="-228600" algn="ctr">
              <a:lnSpc>
                <a:spcPct val="80000"/>
              </a:lnSpc>
              <a:spcBef>
                <a:spcPts val="0"/>
              </a:spcBef>
              <a:spcAft>
                <a:spcPts val="0"/>
              </a:spcAft>
              <a:buNone/>
              <a:defRPr sz="1050" b="1" cap="none">
                <a:solidFill>
                  <a:schemeClr val="lt2"/>
                </a:solidFill>
              </a:defRPr>
            </a:lvl3pPr>
            <a:lvl4pPr marL="1828800" indent="-228600" algn="ctr">
              <a:lnSpc>
                <a:spcPct val="80000"/>
              </a:lnSpc>
              <a:spcBef>
                <a:spcPts val="0"/>
              </a:spcBef>
              <a:spcAft>
                <a:spcPts val="0"/>
              </a:spcAft>
              <a:buNone/>
              <a:defRPr sz="1050" b="1" cap="none">
                <a:solidFill>
                  <a:schemeClr val="lt2"/>
                </a:solidFill>
              </a:defRPr>
            </a:lvl4pPr>
            <a:lvl5pPr marL="2286000" indent="-228600" algn="ctr">
              <a:lnSpc>
                <a:spcPct val="80000"/>
              </a:lnSpc>
              <a:spcBef>
                <a:spcPts val="0"/>
              </a:spcBef>
              <a:spcAft>
                <a:spcPts val="0"/>
              </a:spcAft>
              <a:buNone/>
              <a:defRPr sz="1050" b="1" cap="none">
                <a:solidFill>
                  <a:schemeClr val="lt2"/>
                </a:solidFill>
              </a:defRPr>
            </a:lvl5pPr>
            <a:lvl6pPr marL="2743200" indent="-228600" algn="ctr">
              <a:lnSpc>
                <a:spcPct val="80000"/>
              </a:lnSpc>
              <a:spcBef>
                <a:spcPts val="0"/>
              </a:spcBef>
              <a:spcAft>
                <a:spcPts val="0"/>
              </a:spcAft>
              <a:buNone/>
              <a:defRPr sz="1050" b="1" cap="none">
                <a:solidFill>
                  <a:schemeClr val="lt2"/>
                </a:solidFill>
              </a:defRPr>
            </a:lvl6pPr>
            <a:lvl7pPr marL="3200400" indent="-228600" algn="ctr">
              <a:lnSpc>
                <a:spcPct val="80000"/>
              </a:lnSpc>
              <a:spcBef>
                <a:spcPts val="0"/>
              </a:spcBef>
              <a:spcAft>
                <a:spcPts val="0"/>
              </a:spcAft>
              <a:buNone/>
              <a:defRPr sz="1050" b="1" cap="none">
                <a:solidFill>
                  <a:schemeClr val="lt2"/>
                </a:solidFill>
              </a:defRPr>
            </a:lvl7pPr>
            <a:lvl8pPr marL="3657600" indent="-228600" algn="ctr">
              <a:lnSpc>
                <a:spcPct val="80000"/>
              </a:lnSpc>
              <a:spcBef>
                <a:spcPts val="0"/>
              </a:spcBef>
              <a:spcAft>
                <a:spcPts val="0"/>
              </a:spcAft>
              <a:buNone/>
              <a:defRPr sz="1050" b="1" cap="none">
                <a:solidFill>
                  <a:schemeClr val="lt2"/>
                </a:solidFill>
              </a:defRPr>
            </a:lvl8pPr>
            <a:lvl9pPr marL="4114800" indent="-228600" algn="ctr">
              <a:lnSpc>
                <a:spcPct val="80000"/>
              </a:lnSpc>
              <a:spcBef>
                <a:spcPts val="0"/>
              </a:spcBef>
              <a:spcAft>
                <a:spcPts val="0"/>
              </a:spcAft>
              <a:buNone/>
              <a:defRPr sz="1050" b="1" cap="none">
                <a:solidFill>
                  <a:schemeClr val="lt2"/>
                </a:solidFill>
              </a:defRPr>
            </a:lvl9pPr>
          </a:lstStyle>
          <a:p>
            <a:endParaRPr/>
          </a:p>
        </p:txBody>
      </p:sp>
      <p:sp>
        <p:nvSpPr>
          <p:cNvPr id="40" name="Google Shape;40;p3">
            <a:extLst>
              <a:ext uri="{FF2B5EF4-FFF2-40B4-BE49-F238E27FC236}">
                <a16:creationId xmlns:a16="http://schemas.microsoft.com/office/drawing/2014/main" id="{E5041FB4-1CA5-4614-8966-1484B89CA218}"/>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
        <p:nvSpPr>
          <p:cNvPr id="41" name="Google Shape;41;p3">
            <a:extLst>
              <a:ext uri="{FF2B5EF4-FFF2-40B4-BE49-F238E27FC236}">
                <a16:creationId xmlns:a16="http://schemas.microsoft.com/office/drawing/2014/main" id="{E2BEEE1E-B3A0-4B32-91CA-7365D3A6C3A1}"/>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Slide - White">
  <p:cSld name="Title Slide - White">
    <p:bg>
      <p:bgPr>
        <a:solidFill>
          <a:schemeClr val="lt1"/>
        </a:solidFill>
        <a:effectLst/>
      </p:bgPr>
    </p:bg>
    <p:spTree>
      <p:nvGrpSpPr>
        <p:cNvPr id="1" name=""/>
        <p:cNvGrpSpPr/>
        <p:nvPr/>
      </p:nvGrpSpPr>
      <p:grpSpPr>
        <a:xfrm>
          <a:off x="0" y="0"/>
          <a:ext cx="0" cy="0"/>
          <a:chOff x="0" y="0"/>
          <a:chExt cx="0" cy="0"/>
        </a:xfrm>
      </p:grpSpPr>
      <p:sp>
        <p:nvSpPr>
          <p:cNvPr id="43" name="Google Shape;43;p4">
            <a:extLst>
              <a:ext uri="{FF2B5EF4-FFF2-40B4-BE49-F238E27FC236}">
                <a16:creationId xmlns:a16="http://schemas.microsoft.com/office/drawing/2014/main" id="{6FD89952-1003-49B9-BE5F-97170A054921}"/>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44" name="Google Shape;44;p4">
            <a:extLst>
              <a:ext uri="{FF2B5EF4-FFF2-40B4-BE49-F238E27FC236}">
                <a16:creationId xmlns:a16="http://schemas.microsoft.com/office/drawing/2014/main" id="{70E42087-7169-4745-89E3-81815F0D3B91}"/>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pic>
        <p:nvPicPr>
          <p:cNvPr id="45" name="Google Shape;45;p4"/>
          <p:cNvPicPr>
            <a:picLocks noChangeAspect="1"/>
          </p:cNvPicPr>
          <p:nvPr/>
        </p:nvPicPr>
        <p:blipFill rotWithShape="1">
          <a:blip r:embed="rId2">
            <a:alphaModFix/>
          </a:blip>
          <a:srcRect/>
          <a:stretch/>
        </p:blipFill>
        <p:spPr>
          <a:xfrm>
            <a:off x="135668" y="78731"/>
            <a:ext cx="2434590" cy="919356"/>
          </a:xfrm>
          <a:prstGeom prst="rect">
            <a:avLst/>
          </a:prstGeom>
          <a:ln>
            <a:noFill/>
          </a:ln>
        </p:spPr>
      </p:pic>
      <p:sp>
        <p:nvSpPr>
          <p:cNvPr id="46" name="Google Shape;46;p4">
            <a:extLst>
              <a:ext uri="{FF2B5EF4-FFF2-40B4-BE49-F238E27FC236}">
                <a16:creationId xmlns:a16="http://schemas.microsoft.com/office/drawing/2014/main" id="{72BD5827-CA17-4CA7-B7DF-8EBE9C6BB382}"/>
              </a:ext>
            </a:extLst>
          </p:cNvPr>
          <p:cNvSpPr>
            <a:spLocks noGrp="1"/>
          </p:cNvSpPr>
          <p:nvPr>
            <p:ph type="body" idx="1"/>
          </p:nvPr>
        </p:nvSpPr>
        <p:spPr>
          <a:xfrm>
            <a:off x="410766" y="3850148"/>
            <a:ext cx="1001676" cy="103874"/>
          </a:xfrm>
          <a:prstGeom prst="rect">
            <a:avLst/>
          </a:prstGeom>
          <a:noFill/>
          <a:ln w="9525" cmpd="sng">
            <a:solidFill>
              <a:schemeClr val="dk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47" name="Google Shape;47;p4">
            <a:extLst>
              <a:ext uri="{FF2B5EF4-FFF2-40B4-BE49-F238E27FC236}">
                <a16:creationId xmlns:a16="http://schemas.microsoft.com/office/drawing/2014/main" id="{84CC85A1-C8B2-4552-B83F-9392381546AE}"/>
              </a:ext>
            </a:extLst>
          </p:cNvPr>
          <p:cNvSpPr>
            <a:spLocks noGrp="1"/>
          </p:cNvSpPr>
          <p:nvPr>
            <p:ph type="body" idx="2"/>
          </p:nvPr>
        </p:nvSpPr>
        <p:spPr>
          <a:xfrm>
            <a:off x="410766" y="3714554"/>
            <a:ext cx="1001676" cy="103874"/>
          </a:xfrm>
          <a:prstGeom prst="rect">
            <a:avLst/>
          </a:prstGeom>
          <a:noFill/>
          <a:ln w="9525" cmpd="sng">
            <a:solidFill>
              <a:schemeClr val="dk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48" name="Google Shape;48;p4">
            <a:extLst>
              <a:ext uri="{FF2B5EF4-FFF2-40B4-BE49-F238E27FC236}">
                <a16:creationId xmlns:a16="http://schemas.microsoft.com/office/drawing/2014/main" id="{27702512-454F-48B9-B11D-CD756419AB7A}"/>
              </a:ext>
            </a:extLst>
          </p:cNvPr>
          <p:cNvSpPr>
            <a:spLocks noGrp="1"/>
          </p:cNvSpPr>
          <p:nvPr>
            <p:ph type="body" idx="3"/>
          </p:nvPr>
        </p:nvSpPr>
        <p:spPr>
          <a:xfrm>
            <a:off x="410766" y="3985742"/>
            <a:ext cx="1001676" cy="103874"/>
          </a:xfrm>
          <a:prstGeom prst="rect">
            <a:avLst/>
          </a:prstGeom>
          <a:noFill/>
          <a:ln w="9525" cmpd="sng">
            <a:solidFill>
              <a:schemeClr val="dk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49" name="Google Shape;49;p4">
            <a:extLst>
              <a:ext uri="{FF2B5EF4-FFF2-40B4-BE49-F238E27FC236}">
                <a16:creationId xmlns:a16="http://schemas.microsoft.com/office/drawing/2014/main" id="{A621EDAE-E639-4FA2-8D0C-DD1E12BB7759}"/>
              </a:ext>
            </a:extLst>
          </p:cNvPr>
          <p:cNvSpPr>
            <a:spLocks noGrp="1"/>
          </p:cNvSpPr>
          <p:nvPr>
            <p:ph type="body" idx="4"/>
          </p:nvPr>
        </p:nvSpPr>
        <p:spPr>
          <a:xfrm>
            <a:off x="410766" y="4121336"/>
            <a:ext cx="1001676" cy="103874"/>
          </a:xfrm>
          <a:prstGeom prst="rect">
            <a:avLst/>
          </a:prstGeom>
          <a:noFill/>
          <a:ln w="9525" cmpd="sng">
            <a:solidFill>
              <a:schemeClr val="dk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0" name="Google Shape;50;p4">
            <a:extLst>
              <a:ext uri="{FF2B5EF4-FFF2-40B4-BE49-F238E27FC236}">
                <a16:creationId xmlns:a16="http://schemas.microsoft.com/office/drawing/2014/main" id="{96103997-E07B-4104-8AE7-F0719DE223E6}"/>
              </a:ext>
            </a:extLst>
          </p:cNvPr>
          <p:cNvSpPr>
            <a:spLocks noGrp="1"/>
          </p:cNvSpPr>
          <p:nvPr>
            <p:ph type="body" idx="5"/>
          </p:nvPr>
        </p:nvSpPr>
        <p:spPr>
          <a:xfrm>
            <a:off x="410766" y="4256930"/>
            <a:ext cx="1001676" cy="103874"/>
          </a:xfrm>
          <a:prstGeom prst="rect">
            <a:avLst/>
          </a:prstGeom>
          <a:noFill/>
          <a:ln w="9525" cmpd="sng">
            <a:solidFill>
              <a:schemeClr val="dk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1" name="Google Shape;51;p4">
            <a:extLst>
              <a:ext uri="{FF2B5EF4-FFF2-40B4-BE49-F238E27FC236}">
                <a16:creationId xmlns:a16="http://schemas.microsoft.com/office/drawing/2014/main" id="{C919C4EE-A60D-4DF8-9AF6-924CB00F4536}"/>
              </a:ext>
            </a:extLst>
          </p:cNvPr>
          <p:cNvSpPr>
            <a:spLocks noGrp="1"/>
          </p:cNvSpPr>
          <p:nvPr>
            <p:ph type="body" idx="6"/>
          </p:nvPr>
        </p:nvSpPr>
        <p:spPr>
          <a:xfrm>
            <a:off x="1485900" y="3850148"/>
            <a:ext cx="2343701" cy="103874"/>
          </a:xfrm>
          <a:prstGeom prst="rect">
            <a:avLst/>
          </a:prstGeom>
          <a:noFill/>
          <a:ln w="9525" cmpd="sng">
            <a:solidFill>
              <a:schemeClr val="dk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2" name="Google Shape;52;p4">
            <a:extLst>
              <a:ext uri="{FF2B5EF4-FFF2-40B4-BE49-F238E27FC236}">
                <a16:creationId xmlns:a16="http://schemas.microsoft.com/office/drawing/2014/main" id="{D5CAFD2B-295A-42E5-A9C2-C02986647408}"/>
              </a:ext>
            </a:extLst>
          </p:cNvPr>
          <p:cNvSpPr>
            <a:spLocks noGrp="1"/>
          </p:cNvSpPr>
          <p:nvPr>
            <p:ph type="body" idx="7"/>
          </p:nvPr>
        </p:nvSpPr>
        <p:spPr>
          <a:xfrm>
            <a:off x="1485900" y="3714554"/>
            <a:ext cx="2343701" cy="103874"/>
          </a:xfrm>
          <a:prstGeom prst="rect">
            <a:avLst/>
          </a:prstGeom>
          <a:noFill/>
          <a:ln w="9525" cmpd="sng">
            <a:solidFill>
              <a:schemeClr val="dk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3" name="Google Shape;53;p4">
            <a:extLst>
              <a:ext uri="{FF2B5EF4-FFF2-40B4-BE49-F238E27FC236}">
                <a16:creationId xmlns:a16="http://schemas.microsoft.com/office/drawing/2014/main" id="{34FC2922-5735-4E8B-959C-FFFD4E2585F5}"/>
              </a:ext>
            </a:extLst>
          </p:cNvPr>
          <p:cNvSpPr>
            <a:spLocks noGrp="1"/>
          </p:cNvSpPr>
          <p:nvPr>
            <p:ph type="body" idx="8"/>
          </p:nvPr>
        </p:nvSpPr>
        <p:spPr>
          <a:xfrm>
            <a:off x="1485900" y="3985742"/>
            <a:ext cx="2343701" cy="103874"/>
          </a:xfrm>
          <a:prstGeom prst="rect">
            <a:avLst/>
          </a:prstGeom>
          <a:noFill/>
          <a:ln w="9525" cmpd="sng">
            <a:solidFill>
              <a:schemeClr val="dk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4" name="Google Shape;54;p4">
            <a:extLst>
              <a:ext uri="{FF2B5EF4-FFF2-40B4-BE49-F238E27FC236}">
                <a16:creationId xmlns:a16="http://schemas.microsoft.com/office/drawing/2014/main" id="{DBBF2175-504A-42EF-BA3C-850A8EC9DE87}"/>
              </a:ext>
            </a:extLst>
          </p:cNvPr>
          <p:cNvSpPr>
            <a:spLocks noGrp="1"/>
          </p:cNvSpPr>
          <p:nvPr>
            <p:ph type="body" idx="9"/>
          </p:nvPr>
        </p:nvSpPr>
        <p:spPr>
          <a:xfrm>
            <a:off x="1485900" y="4121336"/>
            <a:ext cx="2343701" cy="103874"/>
          </a:xfrm>
          <a:prstGeom prst="rect">
            <a:avLst/>
          </a:prstGeom>
          <a:noFill/>
          <a:ln w="9525" cmpd="sng">
            <a:solidFill>
              <a:schemeClr val="dk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5" name="Google Shape;55;p4">
            <a:extLst>
              <a:ext uri="{FF2B5EF4-FFF2-40B4-BE49-F238E27FC236}">
                <a16:creationId xmlns:a16="http://schemas.microsoft.com/office/drawing/2014/main" id="{039C0D39-6024-494A-89A3-1E68FE8A5A87}"/>
              </a:ext>
            </a:extLst>
          </p:cNvPr>
          <p:cNvSpPr>
            <a:spLocks noGrp="1"/>
          </p:cNvSpPr>
          <p:nvPr>
            <p:ph type="body" idx="13"/>
          </p:nvPr>
        </p:nvSpPr>
        <p:spPr>
          <a:xfrm>
            <a:off x="1485900" y="4256930"/>
            <a:ext cx="2343701" cy="103874"/>
          </a:xfrm>
          <a:prstGeom prst="rect">
            <a:avLst/>
          </a:prstGeom>
          <a:noFill/>
          <a:ln w="9525" cmpd="sng">
            <a:solidFill>
              <a:schemeClr val="dk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57" name="Google Shape;57;p4">
            <a:extLst>
              <a:ext uri="{FF2B5EF4-FFF2-40B4-BE49-F238E27FC236}">
                <a16:creationId xmlns:a16="http://schemas.microsoft.com/office/drawing/2014/main" id="{F62FD514-6FC4-4050-BA22-77173F0BE2FC}"/>
              </a:ext>
            </a:extLst>
          </p:cNvPr>
          <p:cNvSpPr>
            <a:spLocks noGrp="1"/>
          </p:cNvSpPr>
          <p:nvPr/>
        </p:nvSpPr>
        <p:spPr>
          <a:xfrm>
            <a:off x="411164" y="1480665"/>
            <a:ext cx="5380037" cy="1783080"/>
          </a:xfrm>
          <a:prstGeom prst="rect">
            <a:avLst/>
          </a:prstGeom>
          <a:noFill/>
          <a:ln w="19050" cmpd="sng">
            <a:solidFill>
              <a:srgbClr val="221F20"/>
            </a:solidFill>
            <a:prstDash val="solid"/>
            <a:headEnd type="none" w="sm" len="sm"/>
            <a:tailEnd type="none" w="sm" len="sm"/>
          </a:ln>
        </p:spPr>
        <p:txBody>
          <a:bodyPr spcFirstLastPara="1" wrap="square" lIns="91425" tIns="45700" rIns="91425" bIns="45700" anchor="ctr">
            <a:noAutofit/>
          </a:bodyPr>
          <a:lstStyle/>
          <a:p>
            <a:pPr marL="0" indent="0" algn="ctr">
              <a:lnSpc>
                <a:spcPct val="100000"/>
              </a:lnSpc>
              <a:spcBef>
                <a:spcPts val="0"/>
              </a:spcBef>
              <a:spcAft>
                <a:spcPts val="0"/>
              </a:spcAft>
              <a:buNone/>
            </a:pPr>
            <a:endParaRPr/>
          </a:p>
        </p:txBody>
      </p:sp>
      <p:cxnSp>
        <p:nvCxnSpPr>
          <p:cNvPr id="58" name="Google Shape;58;p4"/>
          <p:cNvCxnSpPr/>
          <p:nvPr/>
        </p:nvCxnSpPr>
        <p:spPr>
          <a:xfrm>
            <a:off x="411164" y="2749395"/>
            <a:ext cx="5380037" cy="0"/>
          </a:xfrm>
          <a:prstGeom prst="straightConnector1">
            <a:avLst/>
          </a:prstGeom>
          <a:ln w="19050" cap="flat">
            <a:solidFill>
              <a:srgbClr val="221F20"/>
            </a:solidFill>
            <a:prstDash val="solid"/>
            <a:miter/>
            <a:headEnd type="none" w="sm" len="sm"/>
            <a:tailEnd type="none" w="sm" len="sm"/>
          </a:ln>
        </p:spPr>
      </p:cxnSp>
      <p:cxnSp>
        <p:nvCxnSpPr>
          <p:cNvPr id="59" name="Google Shape;59;p4"/>
          <p:cNvCxnSpPr/>
          <p:nvPr/>
        </p:nvCxnSpPr>
        <p:spPr>
          <a:xfrm>
            <a:off x="3633787" y="2749395"/>
            <a:ext cx="0" cy="514350"/>
          </a:xfrm>
          <a:prstGeom prst="straightConnector1">
            <a:avLst/>
          </a:prstGeom>
          <a:ln w="19050" cap="flat">
            <a:solidFill>
              <a:srgbClr val="221F20"/>
            </a:solidFill>
            <a:prstDash val="solid"/>
            <a:miter/>
            <a:headEnd type="none" w="sm" len="sm"/>
            <a:tailEnd type="none" w="sm" len="sm"/>
          </a:ln>
        </p:spPr>
      </p:cxnSp>
      <p:sp>
        <p:nvSpPr>
          <p:cNvPr id="60" name="Google Shape;60;p4">
            <a:extLst>
              <a:ext uri="{FF2B5EF4-FFF2-40B4-BE49-F238E27FC236}">
                <a16:creationId xmlns:a16="http://schemas.microsoft.com/office/drawing/2014/main" id="{33C8CA05-0B6B-42CB-A9A5-5E4B1BACAAC7}"/>
              </a:ext>
            </a:extLst>
          </p:cNvPr>
          <p:cNvSpPr>
            <a:spLocks noGrp="1"/>
          </p:cNvSpPr>
          <p:nvPr>
            <p:ph type="ctrTitle"/>
          </p:nvPr>
        </p:nvSpPr>
        <p:spPr>
          <a:xfrm>
            <a:off x="685800" y="1652115"/>
            <a:ext cx="4822031" cy="994410"/>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2700"/>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61" name="Google Shape;61;p4">
            <a:extLst>
              <a:ext uri="{FF2B5EF4-FFF2-40B4-BE49-F238E27FC236}">
                <a16:creationId xmlns:a16="http://schemas.microsoft.com/office/drawing/2014/main" id="{82B1CE76-A78B-42BE-BC97-AC213914E285}"/>
              </a:ext>
            </a:extLst>
          </p:cNvPr>
          <p:cNvSpPr>
            <a:spLocks noGrp="1"/>
          </p:cNvSpPr>
          <p:nvPr>
            <p:ph type="subTitle" idx="14"/>
          </p:nvPr>
        </p:nvSpPr>
        <p:spPr>
          <a:xfrm>
            <a:off x="685800" y="2838549"/>
            <a:ext cx="2674144" cy="342900"/>
          </a:xfrm>
          <a:prstGeom prst="rect">
            <a:avLst/>
          </a:prstGeom>
          <a:noFill/>
          <a:ln>
            <a:noFill/>
          </a:ln>
        </p:spPr>
        <p:txBody>
          <a:bodyPr spcFirstLastPara="1" wrap="square" lIns="0" tIns="0" rIns="0" bIns="0" anchor="ctr">
            <a:noAutofit/>
          </a:bodyPr>
          <a:lstStyle>
            <a:lvl1pPr algn="l">
              <a:lnSpc>
                <a:spcPct val="95000"/>
              </a:lnSpc>
              <a:spcBef>
                <a:spcPts val="0"/>
              </a:spcBef>
              <a:spcAft>
                <a:spcPts val="0"/>
              </a:spcAft>
              <a:buNone/>
              <a:defRPr sz="900" b="1">
                <a:solidFill>
                  <a:schemeClr val="dk2"/>
                </a:solidFill>
              </a:defRPr>
            </a:lvl1pPr>
            <a:lvl2pPr algn="l">
              <a:lnSpc>
                <a:spcPct val="95000"/>
              </a:lnSpc>
              <a:spcBef>
                <a:spcPts val="0"/>
              </a:spcBef>
              <a:spcAft>
                <a:spcPts val="0"/>
              </a:spcAft>
              <a:buNone/>
              <a:defRPr sz="900" b="1">
                <a:solidFill>
                  <a:schemeClr val="dk2"/>
                </a:solidFill>
              </a:defRPr>
            </a:lvl2pPr>
            <a:lvl3pPr algn="l">
              <a:lnSpc>
                <a:spcPct val="95000"/>
              </a:lnSpc>
              <a:spcBef>
                <a:spcPts val="0"/>
              </a:spcBef>
              <a:spcAft>
                <a:spcPts val="0"/>
              </a:spcAft>
              <a:buNone/>
              <a:defRPr sz="900" b="1">
                <a:solidFill>
                  <a:schemeClr val="dk2"/>
                </a:solidFill>
              </a:defRPr>
            </a:lvl3pPr>
            <a:lvl4pPr algn="l">
              <a:lnSpc>
                <a:spcPct val="95000"/>
              </a:lnSpc>
              <a:spcBef>
                <a:spcPts val="0"/>
              </a:spcBef>
              <a:spcAft>
                <a:spcPts val="0"/>
              </a:spcAft>
              <a:buNone/>
              <a:defRPr sz="900" b="1">
                <a:solidFill>
                  <a:schemeClr val="dk2"/>
                </a:solidFill>
              </a:defRPr>
            </a:lvl4pPr>
            <a:lvl5pPr algn="l">
              <a:lnSpc>
                <a:spcPct val="95000"/>
              </a:lnSpc>
              <a:spcBef>
                <a:spcPts val="0"/>
              </a:spcBef>
              <a:spcAft>
                <a:spcPts val="0"/>
              </a:spcAft>
              <a:buNone/>
              <a:defRPr sz="900" b="1">
                <a:solidFill>
                  <a:schemeClr val="dk2"/>
                </a:solidFill>
              </a:defRPr>
            </a:lvl5pPr>
            <a:lvl6pPr algn="l">
              <a:lnSpc>
                <a:spcPct val="95000"/>
              </a:lnSpc>
              <a:spcBef>
                <a:spcPts val="0"/>
              </a:spcBef>
              <a:spcAft>
                <a:spcPts val="0"/>
              </a:spcAft>
              <a:buNone/>
              <a:defRPr sz="900" b="1">
                <a:solidFill>
                  <a:schemeClr val="dk2"/>
                </a:solidFill>
              </a:defRPr>
            </a:lvl6pPr>
            <a:lvl7pPr algn="l">
              <a:lnSpc>
                <a:spcPct val="95000"/>
              </a:lnSpc>
              <a:spcBef>
                <a:spcPts val="0"/>
              </a:spcBef>
              <a:spcAft>
                <a:spcPts val="0"/>
              </a:spcAft>
              <a:buNone/>
              <a:defRPr sz="900" b="1">
                <a:solidFill>
                  <a:schemeClr val="dk2"/>
                </a:solidFill>
              </a:defRPr>
            </a:lvl7pPr>
            <a:lvl8pPr algn="l">
              <a:lnSpc>
                <a:spcPct val="95000"/>
              </a:lnSpc>
              <a:spcBef>
                <a:spcPts val="0"/>
              </a:spcBef>
              <a:spcAft>
                <a:spcPts val="0"/>
              </a:spcAft>
              <a:buNone/>
              <a:defRPr sz="900" b="1">
                <a:solidFill>
                  <a:schemeClr val="dk2"/>
                </a:solidFill>
              </a:defRPr>
            </a:lvl8pPr>
            <a:lvl9pPr algn="l">
              <a:lnSpc>
                <a:spcPct val="95000"/>
              </a:lnSpc>
              <a:spcBef>
                <a:spcPts val="0"/>
              </a:spcBef>
              <a:spcAft>
                <a:spcPts val="0"/>
              </a:spcAft>
              <a:buNone/>
              <a:defRPr sz="900" b="1">
                <a:solidFill>
                  <a:schemeClr val="dk2"/>
                </a:solidFill>
              </a:defRPr>
            </a:lvl9pPr>
          </a:lstStyle>
          <a:p>
            <a:endParaRPr/>
          </a:p>
        </p:txBody>
      </p:sp>
      <p:sp>
        <p:nvSpPr>
          <p:cNvPr id="62" name="Google Shape;62;p4">
            <a:extLst>
              <a:ext uri="{FF2B5EF4-FFF2-40B4-BE49-F238E27FC236}">
                <a16:creationId xmlns:a16="http://schemas.microsoft.com/office/drawing/2014/main" id="{46CFDF3A-0C6F-464A-AA85-AE3151D8DB47}"/>
              </a:ext>
            </a:extLst>
          </p:cNvPr>
          <p:cNvSpPr>
            <a:spLocks noGrp="1"/>
          </p:cNvSpPr>
          <p:nvPr>
            <p:ph type="body" idx="15"/>
          </p:nvPr>
        </p:nvSpPr>
        <p:spPr>
          <a:xfrm>
            <a:off x="3909060" y="2838549"/>
            <a:ext cx="1598771" cy="342900"/>
          </a:xfrm>
          <a:prstGeom prst="rect">
            <a:avLst/>
          </a:prstGeom>
          <a:noFill/>
          <a:ln>
            <a:noFill/>
          </a:ln>
        </p:spPr>
        <p:txBody>
          <a:bodyPr spcFirstLastPara="1" wrap="square" lIns="0" tIns="0" rIns="0" bIns="0" anchor="ctr">
            <a:noAutofit/>
          </a:bodyPr>
          <a:lstStyle>
            <a:lvl1pPr marL="457200" indent="-228600" algn="ctr">
              <a:lnSpc>
                <a:spcPct val="80000"/>
              </a:lnSpc>
              <a:spcBef>
                <a:spcPts val="0"/>
              </a:spcBef>
              <a:spcAft>
                <a:spcPts val="0"/>
              </a:spcAft>
              <a:buNone/>
              <a:defRPr sz="1050" b="1" cap="none">
                <a:solidFill>
                  <a:schemeClr val="dk2"/>
                </a:solidFill>
              </a:defRPr>
            </a:lvl1pPr>
            <a:lvl2pPr marL="914400" indent="-228600" algn="ctr">
              <a:lnSpc>
                <a:spcPct val="80000"/>
              </a:lnSpc>
              <a:spcBef>
                <a:spcPts val="0"/>
              </a:spcBef>
              <a:spcAft>
                <a:spcPts val="0"/>
              </a:spcAft>
              <a:buNone/>
              <a:defRPr sz="1050" b="1" cap="none">
                <a:solidFill>
                  <a:schemeClr val="dk2"/>
                </a:solidFill>
              </a:defRPr>
            </a:lvl2pPr>
            <a:lvl3pPr marL="1371600" indent="-228600" algn="ctr">
              <a:lnSpc>
                <a:spcPct val="80000"/>
              </a:lnSpc>
              <a:spcBef>
                <a:spcPts val="0"/>
              </a:spcBef>
              <a:spcAft>
                <a:spcPts val="0"/>
              </a:spcAft>
              <a:buNone/>
              <a:defRPr sz="1050" b="1" cap="none">
                <a:solidFill>
                  <a:schemeClr val="dk2"/>
                </a:solidFill>
              </a:defRPr>
            </a:lvl3pPr>
            <a:lvl4pPr marL="1828800" indent="-228600" algn="ctr">
              <a:lnSpc>
                <a:spcPct val="80000"/>
              </a:lnSpc>
              <a:spcBef>
                <a:spcPts val="0"/>
              </a:spcBef>
              <a:spcAft>
                <a:spcPts val="0"/>
              </a:spcAft>
              <a:buNone/>
              <a:defRPr sz="1050" b="1" cap="none">
                <a:solidFill>
                  <a:schemeClr val="dk2"/>
                </a:solidFill>
              </a:defRPr>
            </a:lvl4pPr>
            <a:lvl5pPr marL="2286000" indent="-228600" algn="ctr">
              <a:lnSpc>
                <a:spcPct val="80000"/>
              </a:lnSpc>
              <a:spcBef>
                <a:spcPts val="0"/>
              </a:spcBef>
              <a:spcAft>
                <a:spcPts val="0"/>
              </a:spcAft>
              <a:buNone/>
              <a:defRPr sz="1050" b="1" cap="none">
                <a:solidFill>
                  <a:schemeClr val="dk2"/>
                </a:solidFill>
              </a:defRPr>
            </a:lvl5pPr>
            <a:lvl6pPr marL="2743200" indent="-228600" algn="ctr">
              <a:lnSpc>
                <a:spcPct val="80000"/>
              </a:lnSpc>
              <a:spcBef>
                <a:spcPts val="0"/>
              </a:spcBef>
              <a:spcAft>
                <a:spcPts val="0"/>
              </a:spcAft>
              <a:buNone/>
              <a:defRPr sz="1050" b="1" cap="none">
                <a:solidFill>
                  <a:schemeClr val="dk2"/>
                </a:solidFill>
              </a:defRPr>
            </a:lvl6pPr>
            <a:lvl7pPr marL="3200400" indent="-228600" algn="ctr">
              <a:lnSpc>
                <a:spcPct val="80000"/>
              </a:lnSpc>
              <a:spcBef>
                <a:spcPts val="0"/>
              </a:spcBef>
              <a:spcAft>
                <a:spcPts val="0"/>
              </a:spcAft>
              <a:buNone/>
              <a:defRPr sz="1050" b="1" cap="none">
                <a:solidFill>
                  <a:schemeClr val="dk2"/>
                </a:solidFill>
              </a:defRPr>
            </a:lvl7pPr>
            <a:lvl8pPr marL="3657600" indent="-228600" algn="ctr">
              <a:lnSpc>
                <a:spcPct val="80000"/>
              </a:lnSpc>
              <a:spcBef>
                <a:spcPts val="0"/>
              </a:spcBef>
              <a:spcAft>
                <a:spcPts val="0"/>
              </a:spcAft>
              <a:buNone/>
              <a:defRPr sz="1050" b="1" cap="none">
                <a:solidFill>
                  <a:schemeClr val="dk2"/>
                </a:solidFill>
              </a:defRPr>
            </a:lvl8pPr>
            <a:lvl9pPr marL="4114800" indent="-228600" algn="ctr">
              <a:lnSpc>
                <a:spcPct val="80000"/>
              </a:lnSpc>
              <a:spcBef>
                <a:spcPts val="0"/>
              </a:spcBef>
              <a:spcAft>
                <a:spcPts val="0"/>
              </a:spcAft>
              <a:buNone/>
              <a:defRPr sz="1050" b="1" cap="none">
                <a:solidFill>
                  <a:schemeClr val="dk2"/>
                </a:solidFill>
              </a:defRPr>
            </a:lvl9pPr>
          </a:lstStyle>
          <a:p>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matchingName="Title Slide - Image">
  <p:cSld name="Title Slide - Image">
    <p:bg>
      <p:bgPr>
        <a:blipFill>
          <a:blip r:embed="rId2">
            <a:alphaModFix/>
          </a:blip>
          <a:stretch>
            <a:fillRect/>
          </a:stretch>
        </a:blipFill>
        <a:effectLst/>
      </p:bgPr>
    </p:bg>
    <p:spTree>
      <p:nvGrpSpPr>
        <p:cNvPr id="1" name=""/>
        <p:cNvGrpSpPr/>
        <p:nvPr/>
      </p:nvGrpSpPr>
      <p:grpSpPr>
        <a:xfrm>
          <a:off x="0" y="0"/>
          <a:ext cx="0" cy="0"/>
          <a:chOff x="0" y="0"/>
          <a:chExt cx="0" cy="0"/>
        </a:xfrm>
      </p:grpSpPr>
      <p:sp>
        <p:nvSpPr>
          <p:cNvPr id="64" name="Google Shape;64;p5">
            <a:extLst>
              <a:ext uri="{FF2B5EF4-FFF2-40B4-BE49-F238E27FC236}">
                <a16:creationId xmlns:a16="http://schemas.microsoft.com/office/drawing/2014/main" id="{40D59038-FE97-44E1-BDD5-89E871DF785F}"/>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65" name="Google Shape;65;p5">
            <a:extLst>
              <a:ext uri="{FF2B5EF4-FFF2-40B4-BE49-F238E27FC236}">
                <a16:creationId xmlns:a16="http://schemas.microsoft.com/office/drawing/2014/main" id="{DDABEE79-4014-4E3E-AE8A-E3B693598654}"/>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pic>
        <p:nvPicPr>
          <p:cNvPr id="66" name="Google Shape;66;p5"/>
          <p:cNvPicPr>
            <a:picLocks noChangeAspect="1"/>
          </p:cNvPicPr>
          <p:nvPr/>
        </p:nvPicPr>
        <p:blipFill rotWithShape="1">
          <a:blip r:embed="rId3">
            <a:alphaModFix/>
          </a:blip>
          <a:srcRect/>
          <a:stretch/>
        </p:blipFill>
        <p:spPr>
          <a:xfrm>
            <a:off x="183674" y="84473"/>
            <a:ext cx="2434590" cy="919356"/>
          </a:xfrm>
          <a:prstGeom prst="rect">
            <a:avLst/>
          </a:prstGeom>
          <a:ln>
            <a:noFill/>
          </a:ln>
        </p:spPr>
      </p:pic>
      <p:sp>
        <p:nvSpPr>
          <p:cNvPr id="67" name="Google Shape;67;p5">
            <a:extLst>
              <a:ext uri="{FF2B5EF4-FFF2-40B4-BE49-F238E27FC236}">
                <a16:creationId xmlns:a16="http://schemas.microsoft.com/office/drawing/2014/main" id="{F5B9C0AF-0DD3-4D18-A32D-A1804E3F8388}"/>
              </a:ext>
            </a:extLst>
          </p:cNvPr>
          <p:cNvSpPr>
            <a:spLocks noGrp="1"/>
          </p:cNvSpPr>
          <p:nvPr>
            <p:ph type="body" idx="1"/>
          </p:nvPr>
        </p:nvSpPr>
        <p:spPr>
          <a:xfrm>
            <a:off x="410766" y="3850148"/>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68" name="Google Shape;68;p5">
            <a:extLst>
              <a:ext uri="{FF2B5EF4-FFF2-40B4-BE49-F238E27FC236}">
                <a16:creationId xmlns:a16="http://schemas.microsoft.com/office/drawing/2014/main" id="{B045E841-4F0E-4D68-9FDC-E187C557855A}"/>
              </a:ext>
            </a:extLst>
          </p:cNvPr>
          <p:cNvSpPr>
            <a:spLocks noGrp="1"/>
          </p:cNvSpPr>
          <p:nvPr>
            <p:ph type="body" idx="2"/>
          </p:nvPr>
        </p:nvSpPr>
        <p:spPr>
          <a:xfrm>
            <a:off x="410766" y="3714554"/>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69" name="Google Shape;69;p5">
            <a:extLst>
              <a:ext uri="{FF2B5EF4-FFF2-40B4-BE49-F238E27FC236}">
                <a16:creationId xmlns:a16="http://schemas.microsoft.com/office/drawing/2014/main" id="{E28CE2B0-F770-4624-83E7-9673EC81ACE5}"/>
              </a:ext>
            </a:extLst>
          </p:cNvPr>
          <p:cNvSpPr>
            <a:spLocks noGrp="1"/>
          </p:cNvSpPr>
          <p:nvPr>
            <p:ph type="body" idx="3"/>
          </p:nvPr>
        </p:nvSpPr>
        <p:spPr>
          <a:xfrm>
            <a:off x="410766" y="3985742"/>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0" name="Google Shape;70;p5">
            <a:extLst>
              <a:ext uri="{FF2B5EF4-FFF2-40B4-BE49-F238E27FC236}">
                <a16:creationId xmlns:a16="http://schemas.microsoft.com/office/drawing/2014/main" id="{FD2BD080-CCBF-4E35-AFB6-FF52D7BD5B01}"/>
              </a:ext>
            </a:extLst>
          </p:cNvPr>
          <p:cNvSpPr>
            <a:spLocks noGrp="1"/>
          </p:cNvSpPr>
          <p:nvPr>
            <p:ph type="body" idx="4"/>
          </p:nvPr>
        </p:nvSpPr>
        <p:spPr>
          <a:xfrm>
            <a:off x="410766" y="4121336"/>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1" name="Google Shape;71;p5">
            <a:extLst>
              <a:ext uri="{FF2B5EF4-FFF2-40B4-BE49-F238E27FC236}">
                <a16:creationId xmlns:a16="http://schemas.microsoft.com/office/drawing/2014/main" id="{D03CEF20-BB2E-4C5C-A318-7BFC8A110778}"/>
              </a:ext>
            </a:extLst>
          </p:cNvPr>
          <p:cNvSpPr>
            <a:spLocks noGrp="1"/>
          </p:cNvSpPr>
          <p:nvPr>
            <p:ph type="body" idx="5"/>
          </p:nvPr>
        </p:nvSpPr>
        <p:spPr>
          <a:xfrm>
            <a:off x="410766" y="4256930"/>
            <a:ext cx="1001676"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2" name="Google Shape;72;p5">
            <a:extLst>
              <a:ext uri="{FF2B5EF4-FFF2-40B4-BE49-F238E27FC236}">
                <a16:creationId xmlns:a16="http://schemas.microsoft.com/office/drawing/2014/main" id="{C41255CF-341A-4D27-97FE-CA0383D63E78}"/>
              </a:ext>
            </a:extLst>
          </p:cNvPr>
          <p:cNvSpPr>
            <a:spLocks noGrp="1"/>
          </p:cNvSpPr>
          <p:nvPr>
            <p:ph type="body" idx="6"/>
          </p:nvPr>
        </p:nvSpPr>
        <p:spPr>
          <a:xfrm>
            <a:off x="1485900" y="3850148"/>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3" name="Google Shape;73;p5">
            <a:extLst>
              <a:ext uri="{FF2B5EF4-FFF2-40B4-BE49-F238E27FC236}">
                <a16:creationId xmlns:a16="http://schemas.microsoft.com/office/drawing/2014/main" id="{BF819E8D-872E-4FD5-89CE-7A618CD2B692}"/>
              </a:ext>
            </a:extLst>
          </p:cNvPr>
          <p:cNvSpPr>
            <a:spLocks noGrp="1"/>
          </p:cNvSpPr>
          <p:nvPr>
            <p:ph type="body" idx="7"/>
          </p:nvPr>
        </p:nvSpPr>
        <p:spPr>
          <a:xfrm>
            <a:off x="1485900" y="3714554"/>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4" name="Google Shape;74;p5">
            <a:extLst>
              <a:ext uri="{FF2B5EF4-FFF2-40B4-BE49-F238E27FC236}">
                <a16:creationId xmlns:a16="http://schemas.microsoft.com/office/drawing/2014/main" id="{AB06C14D-4082-4346-85C1-8262AA7EC918}"/>
              </a:ext>
            </a:extLst>
          </p:cNvPr>
          <p:cNvSpPr>
            <a:spLocks noGrp="1"/>
          </p:cNvSpPr>
          <p:nvPr>
            <p:ph type="body" idx="8"/>
          </p:nvPr>
        </p:nvSpPr>
        <p:spPr>
          <a:xfrm>
            <a:off x="1485900" y="3985742"/>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5" name="Google Shape;75;p5">
            <a:extLst>
              <a:ext uri="{FF2B5EF4-FFF2-40B4-BE49-F238E27FC236}">
                <a16:creationId xmlns:a16="http://schemas.microsoft.com/office/drawing/2014/main" id="{3536A7A3-AB2E-4A07-9BE5-487397B25B57}"/>
              </a:ext>
            </a:extLst>
          </p:cNvPr>
          <p:cNvSpPr>
            <a:spLocks noGrp="1"/>
          </p:cNvSpPr>
          <p:nvPr>
            <p:ph type="body" idx="9"/>
          </p:nvPr>
        </p:nvSpPr>
        <p:spPr>
          <a:xfrm>
            <a:off x="1485900" y="4121336"/>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6" name="Google Shape;76;p5">
            <a:extLst>
              <a:ext uri="{FF2B5EF4-FFF2-40B4-BE49-F238E27FC236}">
                <a16:creationId xmlns:a16="http://schemas.microsoft.com/office/drawing/2014/main" id="{08493E75-8167-4753-8FEE-F8709BBF9DF9}"/>
              </a:ext>
            </a:extLst>
          </p:cNvPr>
          <p:cNvSpPr>
            <a:spLocks noGrp="1"/>
          </p:cNvSpPr>
          <p:nvPr>
            <p:ph type="body" idx="13"/>
          </p:nvPr>
        </p:nvSpPr>
        <p:spPr>
          <a:xfrm>
            <a:off x="1485900" y="4256930"/>
            <a:ext cx="2343701" cy="103874"/>
          </a:xfrm>
          <a:prstGeom prst="rect">
            <a:avLst/>
          </a:prstGeom>
          <a:solidFill>
            <a:schemeClr val="lt1">
              <a:alpha val="92941"/>
            </a:schemeClr>
          </a:solidFill>
          <a:ln w="9525" cmpd="sng">
            <a:solidFill>
              <a:schemeClr val="lt1"/>
            </a:solidFill>
            <a:prstDash val="solid"/>
            <a:headEnd type="none" w="sm" len="sm"/>
            <a:tailEnd type="none" w="sm" len="sm"/>
          </a:ln>
        </p:spPr>
        <p:txBody>
          <a:bodyPr spcFirstLastPara="1" wrap="square" lIns="91425" tIns="0" rIns="365750" bIns="0" anchor="ctr">
            <a:spAutoFit/>
          </a:bodyPr>
          <a:lstStyle>
            <a:lvl1pPr marL="457200" indent="-228600" algn="l">
              <a:lnSpc>
                <a:spcPct val="100000"/>
              </a:lnSpc>
              <a:spcBef>
                <a:spcPts val="0"/>
              </a:spcBef>
              <a:spcAft>
                <a:spcPts val="0"/>
              </a:spcAft>
              <a:buNone/>
              <a:defRPr sz="675" b="0">
                <a:solidFill>
                  <a:schemeClr val="dk1"/>
                </a:solidFill>
                <a:latin typeface="Arial"/>
                <a:ea typeface="Arial"/>
                <a:cs typeface="Arial"/>
              </a:defRPr>
            </a:lvl1pPr>
            <a:lvl2pPr marL="914400" indent="-228600" algn="l">
              <a:lnSpc>
                <a:spcPct val="95000"/>
              </a:lnSpc>
              <a:spcBef>
                <a:spcPts val="375"/>
              </a:spcBef>
              <a:spcAft>
                <a:spcPts val="0"/>
              </a:spcAft>
              <a:buNone/>
              <a:defRPr sz="750">
                <a:latin typeface="Arial"/>
                <a:ea typeface="Arial"/>
                <a:cs typeface="Arial"/>
              </a:defRPr>
            </a:lvl2pPr>
            <a:lvl3pPr marL="1371600" indent="-228600" algn="l">
              <a:lnSpc>
                <a:spcPct val="95000"/>
              </a:lnSpc>
              <a:spcBef>
                <a:spcPts val="375"/>
              </a:spcBef>
              <a:spcAft>
                <a:spcPts val="0"/>
              </a:spcAft>
              <a:buNone/>
              <a:defRPr sz="750">
                <a:latin typeface="Arial"/>
                <a:ea typeface="Arial"/>
                <a:cs typeface="Arial"/>
              </a:defRPr>
            </a:lvl3pPr>
            <a:lvl4pPr marL="1828800" indent="-228600" algn="l">
              <a:lnSpc>
                <a:spcPct val="95000"/>
              </a:lnSpc>
              <a:spcBef>
                <a:spcPts val="375"/>
              </a:spcBef>
              <a:spcAft>
                <a:spcPts val="0"/>
              </a:spcAft>
              <a:buNone/>
              <a:defRPr sz="750">
                <a:latin typeface="Arial"/>
                <a:ea typeface="Arial"/>
                <a:cs typeface="Arial"/>
              </a:defRPr>
            </a:lvl4pPr>
            <a:lvl5pPr marL="2286000" indent="-228600" algn="l">
              <a:lnSpc>
                <a:spcPct val="95000"/>
              </a:lnSpc>
              <a:spcBef>
                <a:spcPts val="375"/>
              </a:spcBef>
              <a:spcAft>
                <a:spcPts val="0"/>
              </a:spcAft>
              <a:buNone/>
              <a:defRPr sz="750">
                <a:latin typeface="Arial"/>
                <a:ea typeface="Arial"/>
                <a:cs typeface="Arial"/>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78" name="Google Shape;78;p5">
            <a:extLst>
              <a:ext uri="{FF2B5EF4-FFF2-40B4-BE49-F238E27FC236}">
                <a16:creationId xmlns:a16="http://schemas.microsoft.com/office/drawing/2014/main" id="{DAABEE9B-8A35-48BD-ADE4-B2307EE182A2}"/>
              </a:ext>
            </a:extLst>
          </p:cNvPr>
          <p:cNvSpPr>
            <a:spLocks noGrp="1"/>
          </p:cNvSpPr>
          <p:nvPr/>
        </p:nvSpPr>
        <p:spPr>
          <a:xfrm>
            <a:off x="411164" y="1480665"/>
            <a:ext cx="5380036" cy="1783080"/>
          </a:xfrm>
          <a:prstGeom prst="rect">
            <a:avLst/>
          </a:prstGeom>
          <a:noFill/>
          <a:ln w="19050" cmpd="sng">
            <a:solidFill>
              <a:srgbClr val="FFCC01"/>
            </a:solidFill>
            <a:prstDash val="solid"/>
            <a:headEnd type="none" w="sm" len="sm"/>
            <a:tailEnd type="none" w="sm" len="sm"/>
          </a:ln>
        </p:spPr>
        <p:txBody>
          <a:bodyPr spcFirstLastPara="1" wrap="square" lIns="91425" tIns="45700" rIns="91425" bIns="45700" anchor="ctr">
            <a:noAutofit/>
          </a:bodyPr>
          <a:lstStyle/>
          <a:p>
            <a:pPr marL="0" indent="0" algn="ctr">
              <a:lnSpc>
                <a:spcPct val="100000"/>
              </a:lnSpc>
              <a:spcBef>
                <a:spcPts val="0"/>
              </a:spcBef>
              <a:spcAft>
                <a:spcPts val="0"/>
              </a:spcAft>
              <a:buNone/>
            </a:pPr>
            <a:endParaRPr/>
          </a:p>
        </p:txBody>
      </p:sp>
      <p:cxnSp>
        <p:nvCxnSpPr>
          <p:cNvPr id="79" name="Google Shape;79;p5"/>
          <p:cNvCxnSpPr/>
          <p:nvPr/>
        </p:nvCxnSpPr>
        <p:spPr>
          <a:xfrm>
            <a:off x="411164" y="2749395"/>
            <a:ext cx="5380036" cy="0"/>
          </a:xfrm>
          <a:prstGeom prst="straightConnector1">
            <a:avLst/>
          </a:prstGeom>
          <a:ln w="19050" cap="flat">
            <a:solidFill>
              <a:srgbClr val="FFCC01"/>
            </a:solidFill>
            <a:prstDash val="solid"/>
            <a:miter/>
            <a:headEnd type="none" w="sm" len="sm"/>
            <a:tailEnd type="none" w="sm" len="sm"/>
          </a:ln>
        </p:spPr>
      </p:cxnSp>
      <p:cxnSp>
        <p:nvCxnSpPr>
          <p:cNvPr id="80" name="Google Shape;80;p5"/>
          <p:cNvCxnSpPr/>
          <p:nvPr/>
        </p:nvCxnSpPr>
        <p:spPr>
          <a:xfrm>
            <a:off x="3635455" y="2749395"/>
            <a:ext cx="0" cy="514350"/>
          </a:xfrm>
          <a:prstGeom prst="straightConnector1">
            <a:avLst/>
          </a:prstGeom>
          <a:ln w="19050" cap="flat">
            <a:solidFill>
              <a:srgbClr val="FFCC01"/>
            </a:solidFill>
            <a:prstDash val="solid"/>
            <a:miter/>
            <a:headEnd type="none" w="sm" len="sm"/>
            <a:tailEnd type="none" w="sm" len="sm"/>
          </a:ln>
        </p:spPr>
      </p:cxnSp>
      <p:sp>
        <p:nvSpPr>
          <p:cNvPr id="81" name="Google Shape;81;p5">
            <a:extLst>
              <a:ext uri="{FF2B5EF4-FFF2-40B4-BE49-F238E27FC236}">
                <a16:creationId xmlns:a16="http://schemas.microsoft.com/office/drawing/2014/main" id="{BCE7E3FE-D6A2-43ED-ADDF-BC12ECFF0E48}"/>
              </a:ext>
            </a:extLst>
          </p:cNvPr>
          <p:cNvSpPr>
            <a:spLocks noGrp="1"/>
          </p:cNvSpPr>
          <p:nvPr>
            <p:ph type="ctrTitle"/>
          </p:nvPr>
        </p:nvSpPr>
        <p:spPr>
          <a:xfrm>
            <a:off x="685801" y="1652115"/>
            <a:ext cx="4822031" cy="994410"/>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2700"/>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82" name="Google Shape;82;p5">
            <a:extLst>
              <a:ext uri="{FF2B5EF4-FFF2-40B4-BE49-F238E27FC236}">
                <a16:creationId xmlns:a16="http://schemas.microsoft.com/office/drawing/2014/main" id="{D70DEE96-1703-43A3-9F2C-AF91287AA6C8}"/>
              </a:ext>
            </a:extLst>
          </p:cNvPr>
          <p:cNvSpPr>
            <a:spLocks noGrp="1"/>
          </p:cNvSpPr>
          <p:nvPr>
            <p:ph type="subTitle" idx="14"/>
          </p:nvPr>
        </p:nvSpPr>
        <p:spPr>
          <a:xfrm>
            <a:off x="685801" y="2838549"/>
            <a:ext cx="2674143" cy="342900"/>
          </a:xfrm>
          <a:prstGeom prst="rect">
            <a:avLst/>
          </a:prstGeom>
          <a:noFill/>
          <a:ln>
            <a:noFill/>
          </a:ln>
        </p:spPr>
        <p:txBody>
          <a:bodyPr spcFirstLastPara="1" wrap="square" lIns="0" tIns="0" rIns="0" bIns="0" anchor="ctr">
            <a:noAutofit/>
          </a:bodyPr>
          <a:lstStyle>
            <a:lvl1pPr algn="l">
              <a:lnSpc>
                <a:spcPct val="95000"/>
              </a:lnSpc>
              <a:spcBef>
                <a:spcPts val="0"/>
              </a:spcBef>
              <a:spcAft>
                <a:spcPts val="0"/>
              </a:spcAft>
              <a:buNone/>
              <a:defRPr sz="900" b="1">
                <a:solidFill>
                  <a:schemeClr val="lt2"/>
                </a:solidFill>
              </a:defRPr>
            </a:lvl1pPr>
            <a:lvl2pPr algn="l">
              <a:lnSpc>
                <a:spcPct val="95000"/>
              </a:lnSpc>
              <a:spcBef>
                <a:spcPts val="0"/>
              </a:spcBef>
              <a:spcAft>
                <a:spcPts val="0"/>
              </a:spcAft>
              <a:buNone/>
              <a:defRPr sz="900" b="1">
                <a:solidFill>
                  <a:schemeClr val="lt2"/>
                </a:solidFill>
              </a:defRPr>
            </a:lvl2pPr>
            <a:lvl3pPr algn="l">
              <a:lnSpc>
                <a:spcPct val="95000"/>
              </a:lnSpc>
              <a:spcBef>
                <a:spcPts val="0"/>
              </a:spcBef>
              <a:spcAft>
                <a:spcPts val="0"/>
              </a:spcAft>
              <a:buNone/>
              <a:defRPr sz="900" b="1">
                <a:solidFill>
                  <a:schemeClr val="lt2"/>
                </a:solidFill>
              </a:defRPr>
            </a:lvl3pPr>
            <a:lvl4pPr algn="l">
              <a:lnSpc>
                <a:spcPct val="95000"/>
              </a:lnSpc>
              <a:spcBef>
                <a:spcPts val="0"/>
              </a:spcBef>
              <a:spcAft>
                <a:spcPts val="0"/>
              </a:spcAft>
              <a:buNone/>
              <a:defRPr sz="900" b="1">
                <a:solidFill>
                  <a:schemeClr val="lt2"/>
                </a:solidFill>
              </a:defRPr>
            </a:lvl4pPr>
            <a:lvl5pPr algn="l">
              <a:lnSpc>
                <a:spcPct val="95000"/>
              </a:lnSpc>
              <a:spcBef>
                <a:spcPts val="0"/>
              </a:spcBef>
              <a:spcAft>
                <a:spcPts val="0"/>
              </a:spcAft>
              <a:buNone/>
              <a:defRPr sz="900" b="1">
                <a:solidFill>
                  <a:schemeClr val="lt2"/>
                </a:solidFill>
              </a:defRPr>
            </a:lvl5pPr>
            <a:lvl6pPr algn="l">
              <a:lnSpc>
                <a:spcPct val="95000"/>
              </a:lnSpc>
              <a:spcBef>
                <a:spcPts val="0"/>
              </a:spcBef>
              <a:spcAft>
                <a:spcPts val="0"/>
              </a:spcAft>
              <a:buNone/>
              <a:defRPr sz="900" b="1">
                <a:solidFill>
                  <a:schemeClr val="lt2"/>
                </a:solidFill>
              </a:defRPr>
            </a:lvl6pPr>
            <a:lvl7pPr algn="l">
              <a:lnSpc>
                <a:spcPct val="95000"/>
              </a:lnSpc>
              <a:spcBef>
                <a:spcPts val="0"/>
              </a:spcBef>
              <a:spcAft>
                <a:spcPts val="0"/>
              </a:spcAft>
              <a:buNone/>
              <a:defRPr sz="900" b="1">
                <a:solidFill>
                  <a:schemeClr val="lt2"/>
                </a:solidFill>
              </a:defRPr>
            </a:lvl7pPr>
            <a:lvl8pPr algn="l">
              <a:lnSpc>
                <a:spcPct val="95000"/>
              </a:lnSpc>
              <a:spcBef>
                <a:spcPts val="0"/>
              </a:spcBef>
              <a:spcAft>
                <a:spcPts val="0"/>
              </a:spcAft>
              <a:buNone/>
              <a:defRPr sz="900" b="1">
                <a:solidFill>
                  <a:schemeClr val="lt2"/>
                </a:solidFill>
              </a:defRPr>
            </a:lvl8pPr>
            <a:lvl9pPr algn="l">
              <a:lnSpc>
                <a:spcPct val="95000"/>
              </a:lnSpc>
              <a:spcBef>
                <a:spcPts val="0"/>
              </a:spcBef>
              <a:spcAft>
                <a:spcPts val="0"/>
              </a:spcAft>
              <a:buNone/>
              <a:defRPr sz="900" b="1">
                <a:solidFill>
                  <a:schemeClr val="lt2"/>
                </a:solidFill>
              </a:defRPr>
            </a:lvl9pPr>
          </a:lstStyle>
          <a:p>
            <a:endParaRPr/>
          </a:p>
        </p:txBody>
      </p:sp>
      <p:sp>
        <p:nvSpPr>
          <p:cNvPr id="83" name="Google Shape;83;p5">
            <a:extLst>
              <a:ext uri="{FF2B5EF4-FFF2-40B4-BE49-F238E27FC236}">
                <a16:creationId xmlns:a16="http://schemas.microsoft.com/office/drawing/2014/main" id="{33F24354-D5FD-4DC2-9A9C-64A908E3C37C}"/>
              </a:ext>
            </a:extLst>
          </p:cNvPr>
          <p:cNvSpPr>
            <a:spLocks noGrp="1"/>
          </p:cNvSpPr>
          <p:nvPr>
            <p:ph type="body" idx="15"/>
          </p:nvPr>
        </p:nvSpPr>
        <p:spPr>
          <a:xfrm>
            <a:off x="3909060" y="2838549"/>
            <a:ext cx="1598771" cy="342900"/>
          </a:xfrm>
          <a:prstGeom prst="rect">
            <a:avLst/>
          </a:prstGeom>
          <a:noFill/>
          <a:ln>
            <a:noFill/>
          </a:ln>
        </p:spPr>
        <p:txBody>
          <a:bodyPr spcFirstLastPara="1" wrap="square" lIns="0" tIns="0" rIns="0" bIns="0" anchor="ctr">
            <a:noAutofit/>
          </a:bodyPr>
          <a:lstStyle>
            <a:lvl1pPr marL="457200" indent="-228600" algn="ctr">
              <a:lnSpc>
                <a:spcPct val="80000"/>
              </a:lnSpc>
              <a:spcBef>
                <a:spcPts val="0"/>
              </a:spcBef>
              <a:spcAft>
                <a:spcPts val="0"/>
              </a:spcAft>
              <a:buNone/>
              <a:defRPr sz="1050" b="1" cap="none">
                <a:solidFill>
                  <a:schemeClr val="lt2"/>
                </a:solidFill>
              </a:defRPr>
            </a:lvl1pPr>
            <a:lvl2pPr marL="914400" indent="-228600" algn="ctr">
              <a:lnSpc>
                <a:spcPct val="80000"/>
              </a:lnSpc>
              <a:spcBef>
                <a:spcPts val="0"/>
              </a:spcBef>
              <a:spcAft>
                <a:spcPts val="0"/>
              </a:spcAft>
              <a:buNone/>
              <a:defRPr sz="1050" b="1" cap="none">
                <a:solidFill>
                  <a:schemeClr val="lt2"/>
                </a:solidFill>
              </a:defRPr>
            </a:lvl2pPr>
            <a:lvl3pPr marL="1371600" indent="-228600" algn="ctr">
              <a:lnSpc>
                <a:spcPct val="80000"/>
              </a:lnSpc>
              <a:spcBef>
                <a:spcPts val="0"/>
              </a:spcBef>
              <a:spcAft>
                <a:spcPts val="0"/>
              </a:spcAft>
              <a:buNone/>
              <a:defRPr sz="1050" b="1" cap="none">
                <a:solidFill>
                  <a:schemeClr val="lt2"/>
                </a:solidFill>
              </a:defRPr>
            </a:lvl3pPr>
            <a:lvl4pPr marL="1828800" indent="-228600" algn="ctr">
              <a:lnSpc>
                <a:spcPct val="80000"/>
              </a:lnSpc>
              <a:spcBef>
                <a:spcPts val="0"/>
              </a:spcBef>
              <a:spcAft>
                <a:spcPts val="0"/>
              </a:spcAft>
              <a:buNone/>
              <a:defRPr sz="1050" b="1" cap="none">
                <a:solidFill>
                  <a:schemeClr val="lt2"/>
                </a:solidFill>
              </a:defRPr>
            </a:lvl4pPr>
            <a:lvl5pPr marL="2286000" indent="-228600" algn="ctr">
              <a:lnSpc>
                <a:spcPct val="80000"/>
              </a:lnSpc>
              <a:spcBef>
                <a:spcPts val="0"/>
              </a:spcBef>
              <a:spcAft>
                <a:spcPts val="0"/>
              </a:spcAft>
              <a:buNone/>
              <a:defRPr sz="1050" b="1" cap="none">
                <a:solidFill>
                  <a:schemeClr val="lt2"/>
                </a:solidFill>
              </a:defRPr>
            </a:lvl5pPr>
            <a:lvl6pPr marL="2743200" indent="-228600" algn="ctr">
              <a:lnSpc>
                <a:spcPct val="80000"/>
              </a:lnSpc>
              <a:spcBef>
                <a:spcPts val="0"/>
              </a:spcBef>
              <a:spcAft>
                <a:spcPts val="0"/>
              </a:spcAft>
              <a:buNone/>
              <a:defRPr sz="1050" b="1" cap="none">
                <a:solidFill>
                  <a:schemeClr val="lt2"/>
                </a:solidFill>
              </a:defRPr>
            </a:lvl6pPr>
            <a:lvl7pPr marL="3200400" indent="-228600" algn="ctr">
              <a:lnSpc>
                <a:spcPct val="80000"/>
              </a:lnSpc>
              <a:spcBef>
                <a:spcPts val="0"/>
              </a:spcBef>
              <a:spcAft>
                <a:spcPts val="0"/>
              </a:spcAft>
              <a:buNone/>
              <a:defRPr sz="1050" b="1" cap="none">
                <a:solidFill>
                  <a:schemeClr val="lt2"/>
                </a:solidFill>
              </a:defRPr>
            </a:lvl7pPr>
            <a:lvl8pPr marL="3657600" indent="-228600" algn="ctr">
              <a:lnSpc>
                <a:spcPct val="80000"/>
              </a:lnSpc>
              <a:spcBef>
                <a:spcPts val="0"/>
              </a:spcBef>
              <a:spcAft>
                <a:spcPts val="0"/>
              </a:spcAft>
              <a:buNone/>
              <a:defRPr sz="1050" b="1" cap="none">
                <a:solidFill>
                  <a:schemeClr val="lt2"/>
                </a:solidFill>
              </a:defRPr>
            </a:lvl8pPr>
            <a:lvl9pPr marL="4114800" indent="-228600" algn="ctr">
              <a:lnSpc>
                <a:spcPct val="80000"/>
              </a:lnSpc>
              <a:spcBef>
                <a:spcPts val="0"/>
              </a:spcBef>
              <a:spcAft>
                <a:spcPts val="0"/>
              </a:spcAft>
              <a:buNone/>
              <a:defRPr sz="1050" b="1" cap="none">
                <a:solidFill>
                  <a:schemeClr val="lt2"/>
                </a:solidFill>
              </a:defRPr>
            </a:lvl9pPr>
          </a:lstStyle>
          <a:p>
            <a:endParaRPr/>
          </a:p>
        </p:txBody>
      </p:sp>
      <p:pic>
        <p:nvPicPr>
          <p:cNvPr id="84" name="Google Shape;84;p5"/>
          <p:cNvPicPr>
            <a:picLocks noChangeAspect="1"/>
          </p:cNvPicPr>
          <p:nvPr/>
        </p:nvPicPr>
        <p:blipFill rotWithShape="1">
          <a:blip r:embed="rId4">
            <a:alphaModFix/>
          </a:blip>
          <a:srcRect/>
          <a:stretch/>
        </p:blipFill>
        <p:spPr>
          <a:xfrm>
            <a:off x="7503462" y="308372"/>
            <a:ext cx="1222280" cy="358517"/>
          </a:xfrm>
          <a:prstGeom prst="rect">
            <a:avLst/>
          </a:prstGeom>
          <a:ln>
            <a:noFill/>
          </a:ln>
        </p:spPr>
      </p:pic>
      <p:sp>
        <p:nvSpPr>
          <p:cNvPr id="85" name="Google Shape;85;p5">
            <a:extLst>
              <a:ext uri="{FF2B5EF4-FFF2-40B4-BE49-F238E27FC236}">
                <a16:creationId xmlns:a16="http://schemas.microsoft.com/office/drawing/2014/main" id="{8243AD7A-7228-4E7F-9977-EF855E20FC6C}"/>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
        <p:nvSpPr>
          <p:cNvPr id="86" name="Google Shape;86;p5">
            <a:extLst>
              <a:ext uri="{FF2B5EF4-FFF2-40B4-BE49-F238E27FC236}">
                <a16:creationId xmlns:a16="http://schemas.microsoft.com/office/drawing/2014/main" id="{05F23D80-AA2C-4EC0-A5E9-160C1557B765}"/>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2 Column">
  <p:cSld name="2 Column">
    <p:spTree>
      <p:nvGrpSpPr>
        <p:cNvPr id="1" name=""/>
        <p:cNvGrpSpPr/>
        <p:nvPr/>
      </p:nvGrpSpPr>
      <p:grpSpPr>
        <a:xfrm>
          <a:off x="0" y="0"/>
          <a:ext cx="0" cy="0"/>
          <a:chOff x="0" y="0"/>
          <a:chExt cx="0" cy="0"/>
        </a:xfrm>
      </p:grpSpPr>
      <p:sp>
        <p:nvSpPr>
          <p:cNvPr id="93" name="Google Shape;93;p7">
            <a:extLst>
              <a:ext uri="{FF2B5EF4-FFF2-40B4-BE49-F238E27FC236}">
                <a16:creationId xmlns:a16="http://schemas.microsoft.com/office/drawing/2014/main" id="{8B02B408-8724-40DE-89EC-9FF9A4C2D04F}"/>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94" name="Google Shape;94;p7">
            <a:extLst>
              <a:ext uri="{FF2B5EF4-FFF2-40B4-BE49-F238E27FC236}">
                <a16:creationId xmlns:a16="http://schemas.microsoft.com/office/drawing/2014/main" id="{FC584AA6-2CDD-477E-8C9B-B88DF721CE93}"/>
              </a:ext>
            </a:extLst>
          </p:cNvPr>
          <p:cNvSpPr>
            <a:spLocks noGrp="1"/>
          </p:cNvSpPr>
          <p:nvPr>
            <p:ph type="body" idx="1"/>
          </p:nvPr>
        </p:nvSpPr>
        <p:spPr>
          <a:xfrm>
            <a:off x="411479" y="1200150"/>
            <a:ext cx="4023360"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95" name="Google Shape;95;p7">
            <a:extLst>
              <a:ext uri="{FF2B5EF4-FFF2-40B4-BE49-F238E27FC236}">
                <a16:creationId xmlns:a16="http://schemas.microsoft.com/office/drawing/2014/main" id="{198E5E3D-D2A6-4A3C-AAB1-3A3776491BD3}"/>
              </a:ext>
            </a:extLst>
          </p:cNvPr>
          <p:cNvSpPr>
            <a:spLocks noGrp="1"/>
          </p:cNvSpPr>
          <p:nvPr>
            <p:ph type="body" idx="2"/>
          </p:nvPr>
        </p:nvSpPr>
        <p:spPr>
          <a:xfrm>
            <a:off x="4709159" y="1200150"/>
            <a:ext cx="4023360"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96" name="Google Shape;96;p7">
            <a:extLst>
              <a:ext uri="{FF2B5EF4-FFF2-40B4-BE49-F238E27FC236}">
                <a16:creationId xmlns:a16="http://schemas.microsoft.com/office/drawing/2014/main" id="{FEA9983C-9FDF-45A0-A9CC-B2A7C163B800}"/>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97" name="Google Shape;97;p7">
            <a:extLst>
              <a:ext uri="{FF2B5EF4-FFF2-40B4-BE49-F238E27FC236}">
                <a16:creationId xmlns:a16="http://schemas.microsoft.com/office/drawing/2014/main" id="{CA77DF47-DD1D-4F33-A6E9-DF93BFBA38E6}"/>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3 Column">
  <p:cSld name="3 Column">
    <p:spTree>
      <p:nvGrpSpPr>
        <p:cNvPr id="1" name=""/>
        <p:cNvGrpSpPr/>
        <p:nvPr/>
      </p:nvGrpSpPr>
      <p:grpSpPr>
        <a:xfrm>
          <a:off x="0" y="0"/>
          <a:ext cx="0" cy="0"/>
          <a:chOff x="0" y="0"/>
          <a:chExt cx="0" cy="0"/>
        </a:xfrm>
      </p:grpSpPr>
      <p:sp>
        <p:nvSpPr>
          <p:cNvPr id="99" name="Google Shape;99;p8">
            <a:extLst>
              <a:ext uri="{FF2B5EF4-FFF2-40B4-BE49-F238E27FC236}">
                <a16:creationId xmlns:a16="http://schemas.microsoft.com/office/drawing/2014/main" id="{3A586845-9AAC-4394-9609-802219255BAA}"/>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100" name="Google Shape;100;p8">
            <a:extLst>
              <a:ext uri="{FF2B5EF4-FFF2-40B4-BE49-F238E27FC236}">
                <a16:creationId xmlns:a16="http://schemas.microsoft.com/office/drawing/2014/main" id="{13873068-D9C0-4F7A-B148-736FE2DD81F8}"/>
              </a:ext>
            </a:extLst>
          </p:cNvPr>
          <p:cNvSpPr>
            <a:spLocks noGrp="1"/>
          </p:cNvSpPr>
          <p:nvPr>
            <p:ph type="body" idx="1"/>
          </p:nvPr>
        </p:nvSpPr>
        <p:spPr>
          <a:xfrm>
            <a:off x="411479" y="1200150"/>
            <a:ext cx="2587752"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101" name="Google Shape;101;p8">
            <a:extLst>
              <a:ext uri="{FF2B5EF4-FFF2-40B4-BE49-F238E27FC236}">
                <a16:creationId xmlns:a16="http://schemas.microsoft.com/office/drawing/2014/main" id="{B2428A69-B610-4762-B0F5-F57323BF8D30}"/>
              </a:ext>
            </a:extLst>
          </p:cNvPr>
          <p:cNvSpPr>
            <a:spLocks noGrp="1"/>
          </p:cNvSpPr>
          <p:nvPr>
            <p:ph type="body" idx="2"/>
          </p:nvPr>
        </p:nvSpPr>
        <p:spPr>
          <a:xfrm>
            <a:off x="3278124" y="1200150"/>
            <a:ext cx="2587752"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102" name="Google Shape;102;p8">
            <a:extLst>
              <a:ext uri="{FF2B5EF4-FFF2-40B4-BE49-F238E27FC236}">
                <a16:creationId xmlns:a16="http://schemas.microsoft.com/office/drawing/2014/main" id="{7305BBF6-6377-475C-94CC-00138FB5E38A}"/>
              </a:ext>
            </a:extLst>
          </p:cNvPr>
          <p:cNvSpPr>
            <a:spLocks noGrp="1"/>
          </p:cNvSpPr>
          <p:nvPr>
            <p:ph type="body" idx="3"/>
          </p:nvPr>
        </p:nvSpPr>
        <p:spPr>
          <a:xfrm>
            <a:off x="6144767" y="1200150"/>
            <a:ext cx="2587752"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103" name="Google Shape;103;p8">
            <a:extLst>
              <a:ext uri="{FF2B5EF4-FFF2-40B4-BE49-F238E27FC236}">
                <a16:creationId xmlns:a16="http://schemas.microsoft.com/office/drawing/2014/main" id="{4D26CD7A-9954-41E1-92F9-C8264063D2FE}"/>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04" name="Google Shape;104;p8">
            <a:extLst>
              <a:ext uri="{FF2B5EF4-FFF2-40B4-BE49-F238E27FC236}">
                <a16:creationId xmlns:a16="http://schemas.microsoft.com/office/drawing/2014/main" id="{4B21267B-60D3-41FF-A99C-E67788597A38}"/>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4 Column">
  <p:cSld name="4 Column">
    <p:spTree>
      <p:nvGrpSpPr>
        <p:cNvPr id="1" name=""/>
        <p:cNvGrpSpPr/>
        <p:nvPr/>
      </p:nvGrpSpPr>
      <p:grpSpPr>
        <a:xfrm>
          <a:off x="0" y="0"/>
          <a:ext cx="0" cy="0"/>
          <a:chOff x="0" y="0"/>
          <a:chExt cx="0" cy="0"/>
        </a:xfrm>
      </p:grpSpPr>
      <p:sp>
        <p:nvSpPr>
          <p:cNvPr id="106" name="Google Shape;106;p9">
            <a:extLst>
              <a:ext uri="{FF2B5EF4-FFF2-40B4-BE49-F238E27FC236}">
                <a16:creationId xmlns:a16="http://schemas.microsoft.com/office/drawing/2014/main" id="{6F680DA2-D2FD-44F4-AF74-2F240259D056}"/>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107" name="Google Shape;107;p9">
            <a:extLst>
              <a:ext uri="{FF2B5EF4-FFF2-40B4-BE49-F238E27FC236}">
                <a16:creationId xmlns:a16="http://schemas.microsoft.com/office/drawing/2014/main" id="{98A47FE4-A5EB-4AC6-880A-2F0AF4DD4168}"/>
              </a:ext>
            </a:extLst>
          </p:cNvPr>
          <p:cNvSpPr>
            <a:spLocks noGrp="1"/>
          </p:cNvSpPr>
          <p:nvPr>
            <p:ph type="body" idx="1"/>
          </p:nvPr>
        </p:nvSpPr>
        <p:spPr>
          <a:xfrm>
            <a:off x="411481" y="1200150"/>
            <a:ext cx="1874519" cy="342900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08" name="Google Shape;108;p9">
            <a:extLst>
              <a:ext uri="{FF2B5EF4-FFF2-40B4-BE49-F238E27FC236}">
                <a16:creationId xmlns:a16="http://schemas.microsoft.com/office/drawing/2014/main" id="{A0B6E701-2056-4911-B4A9-7C377D62720F}"/>
              </a:ext>
            </a:extLst>
          </p:cNvPr>
          <p:cNvSpPr>
            <a:spLocks noGrp="1"/>
          </p:cNvSpPr>
          <p:nvPr>
            <p:ph type="body" idx="2"/>
          </p:nvPr>
        </p:nvSpPr>
        <p:spPr>
          <a:xfrm>
            <a:off x="2560321" y="1200150"/>
            <a:ext cx="1874519" cy="342900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09" name="Google Shape;109;p9">
            <a:extLst>
              <a:ext uri="{FF2B5EF4-FFF2-40B4-BE49-F238E27FC236}">
                <a16:creationId xmlns:a16="http://schemas.microsoft.com/office/drawing/2014/main" id="{F7919320-2C70-4800-B39C-3ABFFDD6FB75}"/>
              </a:ext>
            </a:extLst>
          </p:cNvPr>
          <p:cNvSpPr>
            <a:spLocks noGrp="1"/>
          </p:cNvSpPr>
          <p:nvPr>
            <p:ph type="body" idx="3"/>
          </p:nvPr>
        </p:nvSpPr>
        <p:spPr>
          <a:xfrm>
            <a:off x="4709161" y="1200150"/>
            <a:ext cx="1874519" cy="342900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10" name="Google Shape;110;p9">
            <a:extLst>
              <a:ext uri="{FF2B5EF4-FFF2-40B4-BE49-F238E27FC236}">
                <a16:creationId xmlns:a16="http://schemas.microsoft.com/office/drawing/2014/main" id="{28160F84-0F13-413D-9243-BF976D2CA006}"/>
              </a:ext>
            </a:extLst>
          </p:cNvPr>
          <p:cNvSpPr>
            <a:spLocks noGrp="1"/>
          </p:cNvSpPr>
          <p:nvPr>
            <p:ph type="body" idx="4"/>
          </p:nvPr>
        </p:nvSpPr>
        <p:spPr>
          <a:xfrm>
            <a:off x="6858001" y="1200150"/>
            <a:ext cx="1874519" cy="342900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11" name="Google Shape;111;p9">
            <a:extLst>
              <a:ext uri="{FF2B5EF4-FFF2-40B4-BE49-F238E27FC236}">
                <a16:creationId xmlns:a16="http://schemas.microsoft.com/office/drawing/2014/main" id="{7D8EE14D-86D1-44D9-9A11-DFF1A901EF06}"/>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12" name="Google Shape;112;p9">
            <a:extLst>
              <a:ext uri="{FF2B5EF4-FFF2-40B4-BE49-F238E27FC236}">
                <a16:creationId xmlns:a16="http://schemas.microsoft.com/office/drawing/2014/main" id="{85EB7EC6-F35C-43C8-AC46-EC4F036F0BE4}"/>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4 Icons">
  <p:cSld name="4 Icons">
    <p:spTree>
      <p:nvGrpSpPr>
        <p:cNvPr id="1" name=""/>
        <p:cNvGrpSpPr/>
        <p:nvPr/>
      </p:nvGrpSpPr>
      <p:grpSpPr>
        <a:xfrm>
          <a:off x="0" y="0"/>
          <a:ext cx="0" cy="0"/>
          <a:chOff x="0" y="0"/>
          <a:chExt cx="0" cy="0"/>
        </a:xfrm>
      </p:grpSpPr>
      <p:sp>
        <p:nvSpPr>
          <p:cNvPr id="114" name="Google Shape;114;p10">
            <a:extLst>
              <a:ext uri="{FF2B5EF4-FFF2-40B4-BE49-F238E27FC236}">
                <a16:creationId xmlns:a16="http://schemas.microsoft.com/office/drawing/2014/main" id="{2B652EBA-2793-4F4D-9B20-CB8788E47ED0}"/>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115" name="Google Shape;115;p10">
            <a:extLst>
              <a:ext uri="{FF2B5EF4-FFF2-40B4-BE49-F238E27FC236}">
                <a16:creationId xmlns:a16="http://schemas.microsoft.com/office/drawing/2014/main" id="{83A2DA97-18F1-449A-94EC-687BECF203FD}"/>
              </a:ext>
            </a:extLst>
          </p:cNvPr>
          <p:cNvSpPr>
            <a:spLocks noGrp="1"/>
          </p:cNvSpPr>
          <p:nvPr>
            <p:ph type="pic" idx="2"/>
          </p:nvPr>
        </p:nvSpPr>
        <p:spPr>
          <a:xfrm>
            <a:off x="411480" y="1200150"/>
            <a:ext cx="418338" cy="416624"/>
          </a:xfrm>
          <a:prstGeom prst="rect">
            <a:avLst/>
          </a:prstGeom>
          <a:noFill/>
          <a:ln>
            <a:noFill/>
          </a:ln>
        </p:spPr>
      </p:sp>
      <p:sp>
        <p:nvSpPr>
          <p:cNvPr id="116" name="Google Shape;116;p10">
            <a:extLst>
              <a:ext uri="{FF2B5EF4-FFF2-40B4-BE49-F238E27FC236}">
                <a16:creationId xmlns:a16="http://schemas.microsoft.com/office/drawing/2014/main" id="{F2984CC5-4058-4EE5-A25D-F11D41DAA4E8}"/>
              </a:ext>
            </a:extLst>
          </p:cNvPr>
          <p:cNvSpPr>
            <a:spLocks noGrp="1"/>
          </p:cNvSpPr>
          <p:nvPr>
            <p:ph type="body" idx="1"/>
          </p:nvPr>
        </p:nvSpPr>
        <p:spPr>
          <a:xfrm>
            <a:off x="411481" y="1714498"/>
            <a:ext cx="1874519" cy="2914652"/>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17" name="Google Shape;117;p10">
            <a:extLst>
              <a:ext uri="{FF2B5EF4-FFF2-40B4-BE49-F238E27FC236}">
                <a16:creationId xmlns:a16="http://schemas.microsoft.com/office/drawing/2014/main" id="{E8571AF5-4EE3-4227-830F-8A69B496F890}"/>
              </a:ext>
            </a:extLst>
          </p:cNvPr>
          <p:cNvSpPr>
            <a:spLocks noGrp="1"/>
          </p:cNvSpPr>
          <p:nvPr>
            <p:ph type="pic" idx="3"/>
          </p:nvPr>
        </p:nvSpPr>
        <p:spPr>
          <a:xfrm>
            <a:off x="2560320" y="1200150"/>
            <a:ext cx="418338" cy="418338"/>
          </a:xfrm>
          <a:prstGeom prst="rect">
            <a:avLst/>
          </a:prstGeom>
          <a:noFill/>
          <a:ln>
            <a:noFill/>
          </a:ln>
        </p:spPr>
      </p:sp>
      <p:sp>
        <p:nvSpPr>
          <p:cNvPr id="118" name="Google Shape;118;p10">
            <a:extLst>
              <a:ext uri="{FF2B5EF4-FFF2-40B4-BE49-F238E27FC236}">
                <a16:creationId xmlns:a16="http://schemas.microsoft.com/office/drawing/2014/main" id="{895D131A-952B-4F6F-95BA-6B29E961F312}"/>
              </a:ext>
            </a:extLst>
          </p:cNvPr>
          <p:cNvSpPr>
            <a:spLocks noGrp="1"/>
          </p:cNvSpPr>
          <p:nvPr>
            <p:ph type="body" idx="4"/>
          </p:nvPr>
        </p:nvSpPr>
        <p:spPr>
          <a:xfrm>
            <a:off x="2560321" y="1714498"/>
            <a:ext cx="1874519" cy="2914652"/>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19" name="Google Shape;119;p10">
            <a:extLst>
              <a:ext uri="{FF2B5EF4-FFF2-40B4-BE49-F238E27FC236}">
                <a16:creationId xmlns:a16="http://schemas.microsoft.com/office/drawing/2014/main" id="{8CF8364C-8572-45B2-AFE3-EE88D0404CC2}"/>
              </a:ext>
            </a:extLst>
          </p:cNvPr>
          <p:cNvSpPr>
            <a:spLocks noGrp="1"/>
          </p:cNvSpPr>
          <p:nvPr>
            <p:ph type="pic" idx="5"/>
          </p:nvPr>
        </p:nvSpPr>
        <p:spPr>
          <a:xfrm>
            <a:off x="4709160" y="1200150"/>
            <a:ext cx="418338" cy="418338"/>
          </a:xfrm>
          <a:prstGeom prst="rect">
            <a:avLst/>
          </a:prstGeom>
          <a:noFill/>
          <a:ln>
            <a:noFill/>
          </a:ln>
        </p:spPr>
      </p:sp>
      <p:sp>
        <p:nvSpPr>
          <p:cNvPr id="120" name="Google Shape;120;p10">
            <a:extLst>
              <a:ext uri="{FF2B5EF4-FFF2-40B4-BE49-F238E27FC236}">
                <a16:creationId xmlns:a16="http://schemas.microsoft.com/office/drawing/2014/main" id="{BED51788-D18B-437E-84AE-D0ED437E4340}"/>
              </a:ext>
            </a:extLst>
          </p:cNvPr>
          <p:cNvSpPr>
            <a:spLocks noGrp="1"/>
          </p:cNvSpPr>
          <p:nvPr>
            <p:ph type="body" idx="6"/>
          </p:nvPr>
        </p:nvSpPr>
        <p:spPr>
          <a:xfrm>
            <a:off x="4709161" y="1714498"/>
            <a:ext cx="1874519" cy="2914652"/>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21" name="Google Shape;121;p10">
            <a:extLst>
              <a:ext uri="{FF2B5EF4-FFF2-40B4-BE49-F238E27FC236}">
                <a16:creationId xmlns:a16="http://schemas.microsoft.com/office/drawing/2014/main" id="{F967FD6F-9876-4594-90BF-BD15F3BBB087}"/>
              </a:ext>
            </a:extLst>
          </p:cNvPr>
          <p:cNvSpPr>
            <a:spLocks noGrp="1"/>
          </p:cNvSpPr>
          <p:nvPr>
            <p:ph type="pic" idx="7"/>
          </p:nvPr>
        </p:nvSpPr>
        <p:spPr>
          <a:xfrm>
            <a:off x="6858000" y="1200150"/>
            <a:ext cx="418338" cy="418338"/>
          </a:xfrm>
          <a:prstGeom prst="rect">
            <a:avLst/>
          </a:prstGeom>
          <a:noFill/>
          <a:ln>
            <a:noFill/>
          </a:ln>
        </p:spPr>
      </p:sp>
      <p:sp>
        <p:nvSpPr>
          <p:cNvPr id="122" name="Google Shape;122;p10">
            <a:extLst>
              <a:ext uri="{FF2B5EF4-FFF2-40B4-BE49-F238E27FC236}">
                <a16:creationId xmlns:a16="http://schemas.microsoft.com/office/drawing/2014/main" id="{DE7F7D1F-FF34-40C6-8B0A-38113543AD8D}"/>
              </a:ext>
            </a:extLst>
          </p:cNvPr>
          <p:cNvSpPr>
            <a:spLocks noGrp="1"/>
          </p:cNvSpPr>
          <p:nvPr>
            <p:ph type="body" idx="8"/>
          </p:nvPr>
        </p:nvSpPr>
        <p:spPr>
          <a:xfrm>
            <a:off x="6858001" y="1714498"/>
            <a:ext cx="1874519" cy="2914652"/>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23" name="Google Shape;123;p10">
            <a:extLst>
              <a:ext uri="{FF2B5EF4-FFF2-40B4-BE49-F238E27FC236}">
                <a16:creationId xmlns:a16="http://schemas.microsoft.com/office/drawing/2014/main" id="{4EC4C4AC-ABE6-48A6-BC4A-E40E8137C837}"/>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24" name="Google Shape;124;p10">
            <a:extLst>
              <a:ext uri="{FF2B5EF4-FFF2-40B4-BE49-F238E27FC236}">
                <a16:creationId xmlns:a16="http://schemas.microsoft.com/office/drawing/2014/main" id="{1DEF5552-F438-4772-8CE7-B01904F54782}"/>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matchingName="4 Numbers">
  <p:cSld name="4 Numbers">
    <p:bg>
      <p:bgPr>
        <a:solidFill>
          <a:srgbClr val="221F20"/>
        </a:solidFill>
        <a:effectLst/>
      </p:bgPr>
    </p:bg>
    <p:spTree>
      <p:nvGrpSpPr>
        <p:cNvPr id="1" name=""/>
        <p:cNvGrpSpPr/>
        <p:nvPr/>
      </p:nvGrpSpPr>
      <p:grpSpPr>
        <a:xfrm>
          <a:off x="0" y="0"/>
          <a:ext cx="0" cy="0"/>
          <a:chOff x="0" y="0"/>
          <a:chExt cx="0" cy="0"/>
        </a:xfrm>
      </p:grpSpPr>
      <p:sp>
        <p:nvSpPr>
          <p:cNvPr id="126" name="Google Shape;126;p11">
            <a:extLst>
              <a:ext uri="{FF2B5EF4-FFF2-40B4-BE49-F238E27FC236}">
                <a16:creationId xmlns:a16="http://schemas.microsoft.com/office/drawing/2014/main" id="{0079A76F-D99A-4774-8E18-34C805A3E50A}"/>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cxnSp>
        <p:nvCxnSpPr>
          <p:cNvPr id="127" name="Google Shape;127;p11"/>
          <p:cNvCxnSpPr/>
          <p:nvPr/>
        </p:nvCxnSpPr>
        <p:spPr>
          <a:xfrm>
            <a:off x="411480" y="1200150"/>
            <a:ext cx="1874520" cy="0"/>
          </a:xfrm>
          <a:prstGeom prst="straightConnector1">
            <a:avLst/>
          </a:prstGeom>
          <a:ln w="19050" cap="flat">
            <a:solidFill>
              <a:schemeClr val="lt2"/>
            </a:solidFill>
            <a:prstDash val="solid"/>
            <a:miter/>
            <a:headEnd type="none" w="sm" len="sm"/>
            <a:tailEnd type="none" w="sm" len="sm"/>
          </a:ln>
        </p:spPr>
      </p:cxnSp>
      <p:sp>
        <p:nvSpPr>
          <p:cNvPr id="128" name="Google Shape;128;p11">
            <a:extLst>
              <a:ext uri="{FF2B5EF4-FFF2-40B4-BE49-F238E27FC236}">
                <a16:creationId xmlns:a16="http://schemas.microsoft.com/office/drawing/2014/main" id="{24FF35C2-E16A-4540-89C3-31481845E666}"/>
              </a:ext>
            </a:extLst>
          </p:cNvPr>
          <p:cNvSpPr>
            <a:spLocks noGrp="1"/>
          </p:cNvSpPr>
          <p:nvPr/>
        </p:nvSpPr>
        <p:spPr>
          <a:xfrm>
            <a:off x="41148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01</a:t>
            </a:r>
          </a:p>
        </p:txBody>
      </p:sp>
      <p:sp>
        <p:nvSpPr>
          <p:cNvPr id="129" name="Google Shape;129;p11">
            <a:extLst>
              <a:ext uri="{FF2B5EF4-FFF2-40B4-BE49-F238E27FC236}">
                <a16:creationId xmlns:a16="http://schemas.microsoft.com/office/drawing/2014/main" id="{51BFB949-78EF-4C8B-99B2-4F75958901DE}"/>
              </a:ext>
            </a:extLst>
          </p:cNvPr>
          <p:cNvSpPr>
            <a:spLocks noGrp="1"/>
          </p:cNvSpPr>
          <p:nvPr>
            <p:ph type="body" idx="1"/>
          </p:nvPr>
        </p:nvSpPr>
        <p:spPr>
          <a:xfrm>
            <a:off x="41148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solidFill>
                  <a:schemeClr val="lt1"/>
                </a:solidFill>
              </a:defRPr>
            </a:lvl1pPr>
            <a:lvl2pPr marL="914400" indent="-290512" algn="l">
              <a:lnSpc>
                <a:spcPct val="95000"/>
              </a:lnSpc>
              <a:spcBef>
                <a:spcPts val="750"/>
              </a:spcBef>
              <a:spcAft>
                <a:spcPts val="0"/>
              </a:spcAft>
              <a:buChar char="▪"/>
              <a:defRPr sz="975">
                <a:solidFill>
                  <a:schemeClr val="lt1"/>
                </a:solidFill>
              </a:defRPr>
            </a:lvl2pPr>
            <a:lvl3pPr marL="1371600" indent="-290512" algn="l">
              <a:lnSpc>
                <a:spcPct val="95000"/>
              </a:lnSpc>
              <a:spcBef>
                <a:spcPts val="375"/>
              </a:spcBef>
              <a:spcAft>
                <a:spcPts val="0"/>
              </a:spcAft>
              <a:buChar char="–"/>
              <a:defRPr sz="975">
                <a:solidFill>
                  <a:schemeClr val="lt1"/>
                </a:solidFill>
              </a:defRPr>
            </a:lvl3pPr>
            <a:lvl4pPr marL="1828800" indent="-290512" algn="l">
              <a:lnSpc>
                <a:spcPct val="95000"/>
              </a:lnSpc>
              <a:spcBef>
                <a:spcPts val="375"/>
              </a:spcBef>
              <a:spcAft>
                <a:spcPts val="0"/>
              </a:spcAft>
              <a:buChar char="–"/>
              <a:defRPr sz="975">
                <a:solidFill>
                  <a:schemeClr val="lt1"/>
                </a:solidFill>
              </a:defRPr>
            </a:lvl4pPr>
            <a:lvl5pPr marL="2286000" indent="-290512" algn="l">
              <a:lnSpc>
                <a:spcPct val="95000"/>
              </a:lnSpc>
              <a:spcBef>
                <a:spcPts val="375"/>
              </a:spcBef>
              <a:spcAft>
                <a:spcPts val="0"/>
              </a:spcAft>
              <a:buChar char="–"/>
              <a:defRPr sz="975">
                <a:solidFill>
                  <a:schemeClr val="lt1"/>
                </a:solidFill>
              </a:defRPr>
            </a:lvl5pPr>
            <a:lvl6pPr marL="2743200" indent="-290512" algn="l">
              <a:lnSpc>
                <a:spcPct val="95000"/>
              </a:lnSpc>
              <a:spcBef>
                <a:spcPts val="375"/>
              </a:spcBef>
              <a:spcAft>
                <a:spcPts val="0"/>
              </a:spcAft>
              <a:buChar char="–"/>
              <a:defRPr sz="975">
                <a:solidFill>
                  <a:schemeClr val="lt1"/>
                </a:solidFill>
              </a:defRPr>
            </a:lvl6pPr>
            <a:lvl7pPr marL="3200400" indent="-290512" algn="l">
              <a:lnSpc>
                <a:spcPct val="95000"/>
              </a:lnSpc>
              <a:spcBef>
                <a:spcPts val="375"/>
              </a:spcBef>
              <a:spcAft>
                <a:spcPts val="0"/>
              </a:spcAft>
              <a:buChar char="–"/>
              <a:defRPr sz="975">
                <a:solidFill>
                  <a:schemeClr val="lt1"/>
                </a:solidFill>
              </a:defRPr>
            </a:lvl7pPr>
            <a:lvl8pPr marL="3657600" indent="-290512" algn="l">
              <a:lnSpc>
                <a:spcPct val="95000"/>
              </a:lnSpc>
              <a:spcBef>
                <a:spcPts val="375"/>
              </a:spcBef>
              <a:spcAft>
                <a:spcPts val="0"/>
              </a:spcAft>
              <a:buChar char="–"/>
              <a:defRPr sz="975">
                <a:solidFill>
                  <a:schemeClr val="lt1"/>
                </a:solidFill>
              </a:defRPr>
            </a:lvl8pPr>
            <a:lvl9pPr marL="4114800" indent="-290512" algn="l">
              <a:lnSpc>
                <a:spcPct val="95000"/>
              </a:lnSpc>
              <a:spcBef>
                <a:spcPts val="375"/>
              </a:spcBef>
              <a:spcAft>
                <a:spcPts val="0"/>
              </a:spcAft>
              <a:buChar char="–"/>
              <a:defRPr sz="975">
                <a:solidFill>
                  <a:schemeClr val="lt1"/>
                </a:solidFill>
              </a:defRPr>
            </a:lvl9pPr>
          </a:lstStyle>
          <a:p>
            <a:endParaRPr/>
          </a:p>
        </p:txBody>
      </p:sp>
      <p:cxnSp>
        <p:nvCxnSpPr>
          <p:cNvPr id="130" name="Google Shape;130;p11"/>
          <p:cNvCxnSpPr/>
          <p:nvPr/>
        </p:nvCxnSpPr>
        <p:spPr>
          <a:xfrm>
            <a:off x="2560320" y="1200150"/>
            <a:ext cx="1874520" cy="0"/>
          </a:xfrm>
          <a:prstGeom prst="straightConnector1">
            <a:avLst/>
          </a:prstGeom>
          <a:ln w="19050" cap="flat">
            <a:solidFill>
              <a:schemeClr val="lt2"/>
            </a:solidFill>
            <a:prstDash val="solid"/>
            <a:miter/>
            <a:headEnd type="none" w="sm" len="sm"/>
            <a:tailEnd type="none" w="sm" len="sm"/>
          </a:ln>
        </p:spPr>
      </p:cxnSp>
      <p:sp>
        <p:nvSpPr>
          <p:cNvPr id="131" name="Google Shape;131;p11">
            <a:extLst>
              <a:ext uri="{FF2B5EF4-FFF2-40B4-BE49-F238E27FC236}">
                <a16:creationId xmlns:a16="http://schemas.microsoft.com/office/drawing/2014/main" id="{E4B49C71-5F41-490F-9002-6201532B340D}"/>
              </a:ext>
            </a:extLst>
          </p:cNvPr>
          <p:cNvSpPr>
            <a:spLocks noGrp="1"/>
          </p:cNvSpPr>
          <p:nvPr/>
        </p:nvSpPr>
        <p:spPr>
          <a:xfrm>
            <a:off x="256032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02</a:t>
            </a:r>
          </a:p>
        </p:txBody>
      </p:sp>
      <p:sp>
        <p:nvSpPr>
          <p:cNvPr id="132" name="Google Shape;132;p11">
            <a:extLst>
              <a:ext uri="{FF2B5EF4-FFF2-40B4-BE49-F238E27FC236}">
                <a16:creationId xmlns:a16="http://schemas.microsoft.com/office/drawing/2014/main" id="{344EEC93-F8FA-4857-B66E-DF3EE5EB0B7C}"/>
              </a:ext>
            </a:extLst>
          </p:cNvPr>
          <p:cNvSpPr>
            <a:spLocks noGrp="1"/>
          </p:cNvSpPr>
          <p:nvPr>
            <p:ph type="body" idx="2"/>
          </p:nvPr>
        </p:nvSpPr>
        <p:spPr>
          <a:xfrm>
            <a:off x="256032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solidFill>
                  <a:schemeClr val="lt1"/>
                </a:solidFill>
              </a:defRPr>
            </a:lvl1pPr>
            <a:lvl2pPr marL="914400" indent="-290512" algn="l">
              <a:lnSpc>
                <a:spcPct val="95000"/>
              </a:lnSpc>
              <a:spcBef>
                <a:spcPts val="750"/>
              </a:spcBef>
              <a:spcAft>
                <a:spcPts val="0"/>
              </a:spcAft>
              <a:buChar char="▪"/>
              <a:defRPr sz="975">
                <a:solidFill>
                  <a:schemeClr val="lt1"/>
                </a:solidFill>
              </a:defRPr>
            </a:lvl2pPr>
            <a:lvl3pPr marL="1371600" indent="-290512" algn="l">
              <a:lnSpc>
                <a:spcPct val="95000"/>
              </a:lnSpc>
              <a:spcBef>
                <a:spcPts val="375"/>
              </a:spcBef>
              <a:spcAft>
                <a:spcPts val="0"/>
              </a:spcAft>
              <a:buChar char="–"/>
              <a:defRPr sz="975">
                <a:solidFill>
                  <a:schemeClr val="lt1"/>
                </a:solidFill>
              </a:defRPr>
            </a:lvl3pPr>
            <a:lvl4pPr marL="1828800" indent="-290512" algn="l">
              <a:lnSpc>
                <a:spcPct val="95000"/>
              </a:lnSpc>
              <a:spcBef>
                <a:spcPts val="375"/>
              </a:spcBef>
              <a:spcAft>
                <a:spcPts val="0"/>
              </a:spcAft>
              <a:buChar char="–"/>
              <a:defRPr sz="975">
                <a:solidFill>
                  <a:schemeClr val="lt1"/>
                </a:solidFill>
              </a:defRPr>
            </a:lvl4pPr>
            <a:lvl5pPr marL="2286000" indent="-290512" algn="l">
              <a:lnSpc>
                <a:spcPct val="95000"/>
              </a:lnSpc>
              <a:spcBef>
                <a:spcPts val="375"/>
              </a:spcBef>
              <a:spcAft>
                <a:spcPts val="0"/>
              </a:spcAft>
              <a:buChar char="–"/>
              <a:defRPr sz="975">
                <a:solidFill>
                  <a:schemeClr val="lt1"/>
                </a:solidFill>
              </a:defRPr>
            </a:lvl5pPr>
            <a:lvl6pPr marL="2743200" indent="-290512" algn="l">
              <a:lnSpc>
                <a:spcPct val="95000"/>
              </a:lnSpc>
              <a:spcBef>
                <a:spcPts val="375"/>
              </a:spcBef>
              <a:spcAft>
                <a:spcPts val="0"/>
              </a:spcAft>
              <a:buChar char="–"/>
              <a:defRPr sz="975">
                <a:solidFill>
                  <a:schemeClr val="lt1"/>
                </a:solidFill>
              </a:defRPr>
            </a:lvl6pPr>
            <a:lvl7pPr marL="3200400" indent="-290512" algn="l">
              <a:lnSpc>
                <a:spcPct val="95000"/>
              </a:lnSpc>
              <a:spcBef>
                <a:spcPts val="375"/>
              </a:spcBef>
              <a:spcAft>
                <a:spcPts val="0"/>
              </a:spcAft>
              <a:buChar char="–"/>
              <a:defRPr sz="975">
                <a:solidFill>
                  <a:schemeClr val="lt1"/>
                </a:solidFill>
              </a:defRPr>
            </a:lvl7pPr>
            <a:lvl8pPr marL="3657600" indent="-290512" algn="l">
              <a:lnSpc>
                <a:spcPct val="95000"/>
              </a:lnSpc>
              <a:spcBef>
                <a:spcPts val="375"/>
              </a:spcBef>
              <a:spcAft>
                <a:spcPts val="0"/>
              </a:spcAft>
              <a:buChar char="–"/>
              <a:defRPr sz="975">
                <a:solidFill>
                  <a:schemeClr val="lt1"/>
                </a:solidFill>
              </a:defRPr>
            </a:lvl8pPr>
            <a:lvl9pPr marL="4114800" indent="-290512" algn="l">
              <a:lnSpc>
                <a:spcPct val="95000"/>
              </a:lnSpc>
              <a:spcBef>
                <a:spcPts val="375"/>
              </a:spcBef>
              <a:spcAft>
                <a:spcPts val="0"/>
              </a:spcAft>
              <a:buChar char="–"/>
              <a:defRPr sz="975">
                <a:solidFill>
                  <a:schemeClr val="lt1"/>
                </a:solidFill>
              </a:defRPr>
            </a:lvl9pPr>
          </a:lstStyle>
          <a:p>
            <a:endParaRPr/>
          </a:p>
        </p:txBody>
      </p:sp>
      <p:cxnSp>
        <p:nvCxnSpPr>
          <p:cNvPr id="133" name="Google Shape;133;p11"/>
          <p:cNvCxnSpPr/>
          <p:nvPr/>
        </p:nvCxnSpPr>
        <p:spPr>
          <a:xfrm>
            <a:off x="4709160" y="1200150"/>
            <a:ext cx="1874520" cy="0"/>
          </a:xfrm>
          <a:prstGeom prst="straightConnector1">
            <a:avLst/>
          </a:prstGeom>
          <a:ln w="19050" cap="flat">
            <a:solidFill>
              <a:schemeClr val="lt2"/>
            </a:solidFill>
            <a:prstDash val="solid"/>
            <a:miter/>
            <a:headEnd type="none" w="sm" len="sm"/>
            <a:tailEnd type="none" w="sm" len="sm"/>
          </a:ln>
        </p:spPr>
      </p:cxnSp>
      <p:sp>
        <p:nvSpPr>
          <p:cNvPr id="134" name="Google Shape;134;p11">
            <a:extLst>
              <a:ext uri="{FF2B5EF4-FFF2-40B4-BE49-F238E27FC236}">
                <a16:creationId xmlns:a16="http://schemas.microsoft.com/office/drawing/2014/main" id="{41816C8F-C70C-469B-8974-7DD675D31298}"/>
              </a:ext>
            </a:extLst>
          </p:cNvPr>
          <p:cNvSpPr>
            <a:spLocks noGrp="1"/>
          </p:cNvSpPr>
          <p:nvPr/>
        </p:nvSpPr>
        <p:spPr>
          <a:xfrm>
            <a:off x="470916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03</a:t>
            </a:r>
          </a:p>
        </p:txBody>
      </p:sp>
      <p:sp>
        <p:nvSpPr>
          <p:cNvPr id="135" name="Google Shape;135;p11">
            <a:extLst>
              <a:ext uri="{FF2B5EF4-FFF2-40B4-BE49-F238E27FC236}">
                <a16:creationId xmlns:a16="http://schemas.microsoft.com/office/drawing/2014/main" id="{79602244-363A-4286-AF8C-09EFA6427483}"/>
              </a:ext>
            </a:extLst>
          </p:cNvPr>
          <p:cNvSpPr>
            <a:spLocks noGrp="1"/>
          </p:cNvSpPr>
          <p:nvPr>
            <p:ph type="body" idx="3"/>
          </p:nvPr>
        </p:nvSpPr>
        <p:spPr>
          <a:xfrm>
            <a:off x="470916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solidFill>
                  <a:schemeClr val="lt1"/>
                </a:solidFill>
              </a:defRPr>
            </a:lvl1pPr>
            <a:lvl2pPr marL="914400" indent="-290512" algn="l">
              <a:lnSpc>
                <a:spcPct val="95000"/>
              </a:lnSpc>
              <a:spcBef>
                <a:spcPts val="750"/>
              </a:spcBef>
              <a:spcAft>
                <a:spcPts val="0"/>
              </a:spcAft>
              <a:buChar char="▪"/>
              <a:defRPr sz="975">
                <a:solidFill>
                  <a:schemeClr val="lt1"/>
                </a:solidFill>
              </a:defRPr>
            </a:lvl2pPr>
            <a:lvl3pPr marL="1371600" indent="-290512" algn="l">
              <a:lnSpc>
                <a:spcPct val="95000"/>
              </a:lnSpc>
              <a:spcBef>
                <a:spcPts val="375"/>
              </a:spcBef>
              <a:spcAft>
                <a:spcPts val="0"/>
              </a:spcAft>
              <a:buChar char="–"/>
              <a:defRPr sz="975">
                <a:solidFill>
                  <a:schemeClr val="lt1"/>
                </a:solidFill>
              </a:defRPr>
            </a:lvl3pPr>
            <a:lvl4pPr marL="1828800" indent="-290512" algn="l">
              <a:lnSpc>
                <a:spcPct val="95000"/>
              </a:lnSpc>
              <a:spcBef>
                <a:spcPts val="375"/>
              </a:spcBef>
              <a:spcAft>
                <a:spcPts val="0"/>
              </a:spcAft>
              <a:buChar char="–"/>
              <a:defRPr sz="975">
                <a:solidFill>
                  <a:schemeClr val="lt1"/>
                </a:solidFill>
              </a:defRPr>
            </a:lvl4pPr>
            <a:lvl5pPr marL="2286000" indent="-290512" algn="l">
              <a:lnSpc>
                <a:spcPct val="95000"/>
              </a:lnSpc>
              <a:spcBef>
                <a:spcPts val="375"/>
              </a:spcBef>
              <a:spcAft>
                <a:spcPts val="0"/>
              </a:spcAft>
              <a:buChar char="–"/>
              <a:defRPr sz="975">
                <a:solidFill>
                  <a:schemeClr val="lt1"/>
                </a:solidFill>
              </a:defRPr>
            </a:lvl5pPr>
            <a:lvl6pPr marL="2743200" indent="-290512" algn="l">
              <a:lnSpc>
                <a:spcPct val="95000"/>
              </a:lnSpc>
              <a:spcBef>
                <a:spcPts val="375"/>
              </a:spcBef>
              <a:spcAft>
                <a:spcPts val="0"/>
              </a:spcAft>
              <a:buChar char="–"/>
              <a:defRPr sz="975">
                <a:solidFill>
                  <a:schemeClr val="lt1"/>
                </a:solidFill>
              </a:defRPr>
            </a:lvl6pPr>
            <a:lvl7pPr marL="3200400" indent="-290512" algn="l">
              <a:lnSpc>
                <a:spcPct val="95000"/>
              </a:lnSpc>
              <a:spcBef>
                <a:spcPts val="375"/>
              </a:spcBef>
              <a:spcAft>
                <a:spcPts val="0"/>
              </a:spcAft>
              <a:buChar char="–"/>
              <a:defRPr sz="975">
                <a:solidFill>
                  <a:schemeClr val="lt1"/>
                </a:solidFill>
              </a:defRPr>
            </a:lvl7pPr>
            <a:lvl8pPr marL="3657600" indent="-290512" algn="l">
              <a:lnSpc>
                <a:spcPct val="95000"/>
              </a:lnSpc>
              <a:spcBef>
                <a:spcPts val="375"/>
              </a:spcBef>
              <a:spcAft>
                <a:spcPts val="0"/>
              </a:spcAft>
              <a:buChar char="–"/>
              <a:defRPr sz="975">
                <a:solidFill>
                  <a:schemeClr val="lt1"/>
                </a:solidFill>
              </a:defRPr>
            </a:lvl8pPr>
            <a:lvl9pPr marL="4114800" indent="-290512" algn="l">
              <a:lnSpc>
                <a:spcPct val="95000"/>
              </a:lnSpc>
              <a:spcBef>
                <a:spcPts val="375"/>
              </a:spcBef>
              <a:spcAft>
                <a:spcPts val="0"/>
              </a:spcAft>
              <a:buChar char="–"/>
              <a:defRPr sz="975">
                <a:solidFill>
                  <a:schemeClr val="lt1"/>
                </a:solidFill>
              </a:defRPr>
            </a:lvl9pPr>
          </a:lstStyle>
          <a:p>
            <a:endParaRPr/>
          </a:p>
        </p:txBody>
      </p:sp>
      <p:cxnSp>
        <p:nvCxnSpPr>
          <p:cNvPr id="136" name="Google Shape;136;p11"/>
          <p:cNvCxnSpPr/>
          <p:nvPr/>
        </p:nvCxnSpPr>
        <p:spPr>
          <a:xfrm>
            <a:off x="6858000" y="1200150"/>
            <a:ext cx="1874520" cy="0"/>
          </a:xfrm>
          <a:prstGeom prst="straightConnector1">
            <a:avLst/>
          </a:prstGeom>
          <a:ln w="19050" cap="flat">
            <a:solidFill>
              <a:schemeClr val="lt2"/>
            </a:solidFill>
            <a:prstDash val="solid"/>
            <a:miter/>
            <a:headEnd type="none" w="sm" len="sm"/>
            <a:tailEnd type="none" w="sm" len="sm"/>
          </a:ln>
        </p:spPr>
      </p:cxnSp>
      <p:sp>
        <p:nvSpPr>
          <p:cNvPr id="137" name="Google Shape;137;p11">
            <a:extLst>
              <a:ext uri="{FF2B5EF4-FFF2-40B4-BE49-F238E27FC236}">
                <a16:creationId xmlns:a16="http://schemas.microsoft.com/office/drawing/2014/main" id="{7DAAA754-C0D9-42E1-98DE-D2E1D95A1C08}"/>
              </a:ext>
            </a:extLst>
          </p:cNvPr>
          <p:cNvSpPr>
            <a:spLocks noGrp="1"/>
          </p:cNvSpPr>
          <p:nvPr/>
        </p:nvSpPr>
        <p:spPr>
          <a:xfrm>
            <a:off x="685800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04</a:t>
            </a:r>
          </a:p>
        </p:txBody>
      </p:sp>
      <p:sp>
        <p:nvSpPr>
          <p:cNvPr id="138" name="Google Shape;138;p11">
            <a:extLst>
              <a:ext uri="{FF2B5EF4-FFF2-40B4-BE49-F238E27FC236}">
                <a16:creationId xmlns:a16="http://schemas.microsoft.com/office/drawing/2014/main" id="{FC9A2308-4F26-4DD3-98CE-81B7268E6E12}"/>
              </a:ext>
            </a:extLst>
          </p:cNvPr>
          <p:cNvSpPr>
            <a:spLocks noGrp="1"/>
          </p:cNvSpPr>
          <p:nvPr>
            <p:ph type="body" idx="4"/>
          </p:nvPr>
        </p:nvSpPr>
        <p:spPr>
          <a:xfrm>
            <a:off x="685800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solidFill>
                  <a:schemeClr val="lt1"/>
                </a:solidFill>
              </a:defRPr>
            </a:lvl1pPr>
            <a:lvl2pPr marL="914400" indent="-290512" algn="l">
              <a:lnSpc>
                <a:spcPct val="95000"/>
              </a:lnSpc>
              <a:spcBef>
                <a:spcPts val="750"/>
              </a:spcBef>
              <a:spcAft>
                <a:spcPts val="0"/>
              </a:spcAft>
              <a:buChar char="▪"/>
              <a:defRPr sz="975">
                <a:solidFill>
                  <a:schemeClr val="lt1"/>
                </a:solidFill>
              </a:defRPr>
            </a:lvl2pPr>
            <a:lvl3pPr marL="1371600" indent="-290512" algn="l">
              <a:lnSpc>
                <a:spcPct val="95000"/>
              </a:lnSpc>
              <a:spcBef>
                <a:spcPts val="375"/>
              </a:spcBef>
              <a:spcAft>
                <a:spcPts val="0"/>
              </a:spcAft>
              <a:buChar char="–"/>
              <a:defRPr sz="975">
                <a:solidFill>
                  <a:schemeClr val="lt1"/>
                </a:solidFill>
              </a:defRPr>
            </a:lvl3pPr>
            <a:lvl4pPr marL="1828800" indent="-290512" algn="l">
              <a:lnSpc>
                <a:spcPct val="95000"/>
              </a:lnSpc>
              <a:spcBef>
                <a:spcPts val="375"/>
              </a:spcBef>
              <a:spcAft>
                <a:spcPts val="0"/>
              </a:spcAft>
              <a:buChar char="–"/>
              <a:defRPr sz="975">
                <a:solidFill>
                  <a:schemeClr val="lt1"/>
                </a:solidFill>
              </a:defRPr>
            </a:lvl4pPr>
            <a:lvl5pPr marL="2286000" indent="-290512" algn="l">
              <a:lnSpc>
                <a:spcPct val="95000"/>
              </a:lnSpc>
              <a:spcBef>
                <a:spcPts val="375"/>
              </a:spcBef>
              <a:spcAft>
                <a:spcPts val="0"/>
              </a:spcAft>
              <a:buChar char="–"/>
              <a:defRPr sz="975">
                <a:solidFill>
                  <a:schemeClr val="lt1"/>
                </a:solidFill>
              </a:defRPr>
            </a:lvl5pPr>
            <a:lvl6pPr marL="2743200" indent="-290512" algn="l">
              <a:lnSpc>
                <a:spcPct val="95000"/>
              </a:lnSpc>
              <a:spcBef>
                <a:spcPts val="375"/>
              </a:spcBef>
              <a:spcAft>
                <a:spcPts val="0"/>
              </a:spcAft>
              <a:buChar char="–"/>
              <a:defRPr sz="975">
                <a:solidFill>
                  <a:schemeClr val="lt1"/>
                </a:solidFill>
              </a:defRPr>
            </a:lvl6pPr>
            <a:lvl7pPr marL="3200400" indent="-290512" algn="l">
              <a:lnSpc>
                <a:spcPct val="95000"/>
              </a:lnSpc>
              <a:spcBef>
                <a:spcPts val="375"/>
              </a:spcBef>
              <a:spcAft>
                <a:spcPts val="0"/>
              </a:spcAft>
              <a:buChar char="–"/>
              <a:defRPr sz="975">
                <a:solidFill>
                  <a:schemeClr val="lt1"/>
                </a:solidFill>
              </a:defRPr>
            </a:lvl7pPr>
            <a:lvl8pPr marL="3657600" indent="-290512" algn="l">
              <a:lnSpc>
                <a:spcPct val="95000"/>
              </a:lnSpc>
              <a:spcBef>
                <a:spcPts val="375"/>
              </a:spcBef>
              <a:spcAft>
                <a:spcPts val="0"/>
              </a:spcAft>
              <a:buChar char="–"/>
              <a:defRPr sz="975">
                <a:solidFill>
                  <a:schemeClr val="lt1"/>
                </a:solidFill>
              </a:defRPr>
            </a:lvl8pPr>
            <a:lvl9pPr marL="4114800" indent="-290512" algn="l">
              <a:lnSpc>
                <a:spcPct val="95000"/>
              </a:lnSpc>
              <a:spcBef>
                <a:spcPts val="375"/>
              </a:spcBef>
              <a:spcAft>
                <a:spcPts val="0"/>
              </a:spcAft>
              <a:buChar char="–"/>
              <a:defRPr sz="975">
                <a:solidFill>
                  <a:schemeClr val="lt1"/>
                </a:solidFill>
              </a:defRPr>
            </a:lvl9pPr>
          </a:lstStyle>
          <a:p>
            <a:endParaRPr/>
          </a:p>
        </p:txBody>
      </p:sp>
      <p:sp>
        <p:nvSpPr>
          <p:cNvPr id="139" name="Google Shape;139;p11">
            <a:extLst>
              <a:ext uri="{FF2B5EF4-FFF2-40B4-BE49-F238E27FC236}">
                <a16:creationId xmlns:a16="http://schemas.microsoft.com/office/drawing/2014/main" id="{E0890AE2-9BFE-4769-99D3-4A1EE64AA57E}"/>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40" name="Google Shape;140;p11">
            <a:extLst>
              <a:ext uri="{FF2B5EF4-FFF2-40B4-BE49-F238E27FC236}">
                <a16:creationId xmlns:a16="http://schemas.microsoft.com/office/drawing/2014/main" id="{F34484B9-2D05-4E40-AB1D-DDA71D6FA74F}"/>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141" name="Google Shape;141;p11">
            <a:extLst>
              <a:ext uri="{FF2B5EF4-FFF2-40B4-BE49-F238E27FC236}">
                <a16:creationId xmlns:a16="http://schemas.microsoft.com/office/drawing/2014/main" id="{9D2117BE-E5A3-4189-980F-190A2C1E0272}"/>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sp>
        <p:nvSpPr>
          <p:cNvPr id="142" name="Google Shape;142;p11">
            <a:extLst>
              <a:ext uri="{FF2B5EF4-FFF2-40B4-BE49-F238E27FC236}">
                <a16:creationId xmlns:a16="http://schemas.microsoft.com/office/drawing/2014/main" id="{B313678E-C2DD-45AF-B136-DCCFD21D9757}"/>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pic>
        <p:nvPicPr>
          <p:cNvPr id="143" name="Google Shape;143;p11"/>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4 Numbers - White">
  <p:cSld name="4 Numbers - White">
    <p:spTree>
      <p:nvGrpSpPr>
        <p:cNvPr id="1" name=""/>
        <p:cNvGrpSpPr/>
        <p:nvPr/>
      </p:nvGrpSpPr>
      <p:grpSpPr>
        <a:xfrm>
          <a:off x="0" y="0"/>
          <a:ext cx="0" cy="0"/>
          <a:chOff x="0" y="0"/>
          <a:chExt cx="0" cy="0"/>
        </a:xfrm>
      </p:grpSpPr>
      <p:sp>
        <p:nvSpPr>
          <p:cNvPr id="145" name="Google Shape;145;p12">
            <a:extLst>
              <a:ext uri="{FF2B5EF4-FFF2-40B4-BE49-F238E27FC236}">
                <a16:creationId xmlns:a16="http://schemas.microsoft.com/office/drawing/2014/main" id="{02DD7FC1-5F0C-4CBE-BC05-CB7C4FE7612A}"/>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cxnSp>
        <p:nvCxnSpPr>
          <p:cNvPr id="146" name="Google Shape;146;p12"/>
          <p:cNvCxnSpPr/>
          <p:nvPr/>
        </p:nvCxnSpPr>
        <p:spPr>
          <a:xfrm>
            <a:off x="411480" y="1200150"/>
            <a:ext cx="1874520" cy="0"/>
          </a:xfrm>
          <a:prstGeom prst="straightConnector1">
            <a:avLst/>
          </a:prstGeom>
          <a:ln w="19050" cap="flat">
            <a:solidFill>
              <a:schemeClr val="dk1"/>
            </a:solidFill>
            <a:prstDash val="solid"/>
            <a:miter/>
            <a:headEnd type="none" w="sm" len="sm"/>
            <a:tailEnd type="none" w="sm" len="sm"/>
          </a:ln>
        </p:spPr>
      </p:cxnSp>
      <p:sp>
        <p:nvSpPr>
          <p:cNvPr id="147" name="Google Shape;147;p12">
            <a:extLst>
              <a:ext uri="{FF2B5EF4-FFF2-40B4-BE49-F238E27FC236}">
                <a16:creationId xmlns:a16="http://schemas.microsoft.com/office/drawing/2014/main" id="{8E428752-16E6-4848-973F-E9A9446EA5EA}"/>
              </a:ext>
            </a:extLst>
          </p:cNvPr>
          <p:cNvSpPr>
            <a:spLocks noGrp="1"/>
          </p:cNvSpPr>
          <p:nvPr/>
        </p:nvSpPr>
        <p:spPr>
          <a:xfrm>
            <a:off x="41148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01</a:t>
            </a:r>
          </a:p>
        </p:txBody>
      </p:sp>
      <p:sp>
        <p:nvSpPr>
          <p:cNvPr id="148" name="Google Shape;148;p12">
            <a:extLst>
              <a:ext uri="{FF2B5EF4-FFF2-40B4-BE49-F238E27FC236}">
                <a16:creationId xmlns:a16="http://schemas.microsoft.com/office/drawing/2014/main" id="{36CF0EA1-72EA-499A-BD6B-36BBEA8E21DB}"/>
              </a:ext>
            </a:extLst>
          </p:cNvPr>
          <p:cNvSpPr>
            <a:spLocks noGrp="1"/>
          </p:cNvSpPr>
          <p:nvPr>
            <p:ph type="body" idx="1"/>
          </p:nvPr>
        </p:nvSpPr>
        <p:spPr>
          <a:xfrm>
            <a:off x="41148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49" name="Google Shape;149;p12"/>
          <p:cNvCxnSpPr/>
          <p:nvPr/>
        </p:nvCxnSpPr>
        <p:spPr>
          <a:xfrm>
            <a:off x="2560320" y="1200150"/>
            <a:ext cx="1874520" cy="0"/>
          </a:xfrm>
          <a:prstGeom prst="straightConnector1">
            <a:avLst/>
          </a:prstGeom>
          <a:ln w="19050" cap="flat">
            <a:solidFill>
              <a:schemeClr val="dk1"/>
            </a:solidFill>
            <a:prstDash val="solid"/>
            <a:miter/>
            <a:headEnd type="none" w="sm" len="sm"/>
            <a:tailEnd type="none" w="sm" len="sm"/>
          </a:ln>
        </p:spPr>
      </p:cxnSp>
      <p:sp>
        <p:nvSpPr>
          <p:cNvPr id="150" name="Google Shape;150;p12">
            <a:extLst>
              <a:ext uri="{FF2B5EF4-FFF2-40B4-BE49-F238E27FC236}">
                <a16:creationId xmlns:a16="http://schemas.microsoft.com/office/drawing/2014/main" id="{1B428213-BE80-4959-9748-1E5192C075C7}"/>
              </a:ext>
            </a:extLst>
          </p:cNvPr>
          <p:cNvSpPr>
            <a:spLocks noGrp="1"/>
          </p:cNvSpPr>
          <p:nvPr/>
        </p:nvSpPr>
        <p:spPr>
          <a:xfrm>
            <a:off x="256032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02</a:t>
            </a:r>
          </a:p>
        </p:txBody>
      </p:sp>
      <p:sp>
        <p:nvSpPr>
          <p:cNvPr id="151" name="Google Shape;151;p12">
            <a:extLst>
              <a:ext uri="{FF2B5EF4-FFF2-40B4-BE49-F238E27FC236}">
                <a16:creationId xmlns:a16="http://schemas.microsoft.com/office/drawing/2014/main" id="{EBE7CF65-829F-45AD-BF65-9C367A0A9824}"/>
              </a:ext>
            </a:extLst>
          </p:cNvPr>
          <p:cNvSpPr>
            <a:spLocks noGrp="1"/>
          </p:cNvSpPr>
          <p:nvPr>
            <p:ph type="body" idx="2"/>
          </p:nvPr>
        </p:nvSpPr>
        <p:spPr>
          <a:xfrm>
            <a:off x="256032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52" name="Google Shape;152;p12"/>
          <p:cNvCxnSpPr/>
          <p:nvPr/>
        </p:nvCxnSpPr>
        <p:spPr>
          <a:xfrm>
            <a:off x="4709160" y="1200150"/>
            <a:ext cx="1874520" cy="0"/>
          </a:xfrm>
          <a:prstGeom prst="straightConnector1">
            <a:avLst/>
          </a:prstGeom>
          <a:ln w="19050" cap="flat">
            <a:solidFill>
              <a:schemeClr val="dk1"/>
            </a:solidFill>
            <a:prstDash val="solid"/>
            <a:miter/>
            <a:headEnd type="none" w="sm" len="sm"/>
            <a:tailEnd type="none" w="sm" len="sm"/>
          </a:ln>
        </p:spPr>
      </p:cxnSp>
      <p:sp>
        <p:nvSpPr>
          <p:cNvPr id="153" name="Google Shape;153;p12">
            <a:extLst>
              <a:ext uri="{FF2B5EF4-FFF2-40B4-BE49-F238E27FC236}">
                <a16:creationId xmlns:a16="http://schemas.microsoft.com/office/drawing/2014/main" id="{40975F63-37DD-4669-8DC9-95755B670DEE}"/>
              </a:ext>
            </a:extLst>
          </p:cNvPr>
          <p:cNvSpPr>
            <a:spLocks noGrp="1"/>
          </p:cNvSpPr>
          <p:nvPr/>
        </p:nvSpPr>
        <p:spPr>
          <a:xfrm>
            <a:off x="470916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03</a:t>
            </a:r>
          </a:p>
        </p:txBody>
      </p:sp>
      <p:sp>
        <p:nvSpPr>
          <p:cNvPr id="154" name="Google Shape;154;p12">
            <a:extLst>
              <a:ext uri="{FF2B5EF4-FFF2-40B4-BE49-F238E27FC236}">
                <a16:creationId xmlns:a16="http://schemas.microsoft.com/office/drawing/2014/main" id="{A5FF045E-BE73-4020-9E70-AAE657F17E4D}"/>
              </a:ext>
            </a:extLst>
          </p:cNvPr>
          <p:cNvSpPr>
            <a:spLocks noGrp="1"/>
          </p:cNvSpPr>
          <p:nvPr>
            <p:ph type="body" idx="3"/>
          </p:nvPr>
        </p:nvSpPr>
        <p:spPr>
          <a:xfrm>
            <a:off x="470916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55" name="Google Shape;155;p12"/>
          <p:cNvCxnSpPr/>
          <p:nvPr/>
        </p:nvCxnSpPr>
        <p:spPr>
          <a:xfrm>
            <a:off x="6858000" y="1200150"/>
            <a:ext cx="1874520" cy="0"/>
          </a:xfrm>
          <a:prstGeom prst="straightConnector1">
            <a:avLst/>
          </a:prstGeom>
          <a:ln w="19050" cap="flat">
            <a:solidFill>
              <a:schemeClr val="dk1"/>
            </a:solidFill>
            <a:prstDash val="solid"/>
            <a:miter/>
            <a:headEnd type="none" w="sm" len="sm"/>
            <a:tailEnd type="none" w="sm" len="sm"/>
          </a:ln>
        </p:spPr>
      </p:cxnSp>
      <p:sp>
        <p:nvSpPr>
          <p:cNvPr id="156" name="Google Shape;156;p12">
            <a:extLst>
              <a:ext uri="{FF2B5EF4-FFF2-40B4-BE49-F238E27FC236}">
                <a16:creationId xmlns:a16="http://schemas.microsoft.com/office/drawing/2014/main" id="{C3619781-7FC0-491F-AF8A-899D76D5AEE6}"/>
              </a:ext>
            </a:extLst>
          </p:cNvPr>
          <p:cNvSpPr>
            <a:spLocks noGrp="1"/>
          </p:cNvSpPr>
          <p:nvPr/>
        </p:nvSpPr>
        <p:spPr>
          <a:xfrm>
            <a:off x="685800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04</a:t>
            </a:r>
          </a:p>
        </p:txBody>
      </p:sp>
      <p:sp>
        <p:nvSpPr>
          <p:cNvPr id="157" name="Google Shape;157;p12">
            <a:extLst>
              <a:ext uri="{FF2B5EF4-FFF2-40B4-BE49-F238E27FC236}">
                <a16:creationId xmlns:a16="http://schemas.microsoft.com/office/drawing/2014/main" id="{F56642ED-394F-4259-9640-51C152C23C41}"/>
              </a:ext>
            </a:extLst>
          </p:cNvPr>
          <p:cNvSpPr>
            <a:spLocks noGrp="1"/>
          </p:cNvSpPr>
          <p:nvPr>
            <p:ph type="body" idx="4"/>
          </p:nvPr>
        </p:nvSpPr>
        <p:spPr>
          <a:xfrm>
            <a:off x="6858001" y="1714500"/>
            <a:ext cx="1874519" cy="291465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58" name="Google Shape;158;p12">
            <a:extLst>
              <a:ext uri="{FF2B5EF4-FFF2-40B4-BE49-F238E27FC236}">
                <a16:creationId xmlns:a16="http://schemas.microsoft.com/office/drawing/2014/main" id="{C8EABA7A-054C-4611-9E4C-012ABF77807F}"/>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59" name="Google Shape;159;p12">
            <a:extLst>
              <a:ext uri="{FF2B5EF4-FFF2-40B4-BE49-F238E27FC236}">
                <a16:creationId xmlns:a16="http://schemas.microsoft.com/office/drawing/2014/main" id="{06A9374F-4F5F-475F-AEBF-BF362BE7768B}"/>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matchingName="8 Numbers">
  <p:cSld name="8 Numbers">
    <p:bg>
      <p:bgPr>
        <a:solidFill>
          <a:srgbClr val="221F20"/>
        </a:solidFill>
        <a:effectLst/>
      </p:bgPr>
    </p:bg>
    <p:spTree>
      <p:nvGrpSpPr>
        <p:cNvPr id="1" name=""/>
        <p:cNvGrpSpPr/>
        <p:nvPr/>
      </p:nvGrpSpPr>
      <p:grpSpPr>
        <a:xfrm>
          <a:off x="0" y="0"/>
          <a:ext cx="0" cy="0"/>
          <a:chOff x="0" y="0"/>
          <a:chExt cx="0" cy="0"/>
        </a:xfrm>
      </p:grpSpPr>
      <p:sp>
        <p:nvSpPr>
          <p:cNvPr id="161" name="Google Shape;161;p13">
            <a:extLst>
              <a:ext uri="{FF2B5EF4-FFF2-40B4-BE49-F238E27FC236}">
                <a16:creationId xmlns:a16="http://schemas.microsoft.com/office/drawing/2014/main" id="{CD41C661-0166-4ED5-B6C2-F057E9A24898}"/>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cxnSp>
        <p:nvCxnSpPr>
          <p:cNvPr id="162" name="Google Shape;162;p13"/>
          <p:cNvCxnSpPr/>
          <p:nvPr/>
        </p:nvCxnSpPr>
        <p:spPr>
          <a:xfrm>
            <a:off x="411480" y="1200150"/>
            <a:ext cx="1874520" cy="0"/>
          </a:xfrm>
          <a:prstGeom prst="straightConnector1">
            <a:avLst/>
          </a:prstGeom>
          <a:ln w="19050" cap="flat">
            <a:solidFill>
              <a:schemeClr val="lt2"/>
            </a:solidFill>
            <a:prstDash val="solid"/>
            <a:miter/>
            <a:headEnd type="none" w="sm" len="sm"/>
            <a:tailEnd type="none" w="sm" len="sm"/>
          </a:ln>
        </p:spPr>
      </p:cxnSp>
      <p:sp>
        <p:nvSpPr>
          <p:cNvPr id="163" name="Google Shape;163;p13">
            <a:extLst>
              <a:ext uri="{FF2B5EF4-FFF2-40B4-BE49-F238E27FC236}">
                <a16:creationId xmlns:a16="http://schemas.microsoft.com/office/drawing/2014/main" id="{ADBFAAF8-63B4-4AF6-BFDA-987DD9039469}"/>
              </a:ext>
            </a:extLst>
          </p:cNvPr>
          <p:cNvSpPr>
            <a:spLocks noGrp="1"/>
          </p:cNvSpPr>
          <p:nvPr/>
        </p:nvSpPr>
        <p:spPr>
          <a:xfrm>
            <a:off x="41148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01</a:t>
            </a:r>
          </a:p>
        </p:txBody>
      </p:sp>
      <p:sp>
        <p:nvSpPr>
          <p:cNvPr id="164" name="Google Shape;164;p13">
            <a:extLst>
              <a:ext uri="{FF2B5EF4-FFF2-40B4-BE49-F238E27FC236}">
                <a16:creationId xmlns:a16="http://schemas.microsoft.com/office/drawing/2014/main" id="{91017D7D-D09B-4AEE-ADF2-414823564E75}"/>
              </a:ext>
            </a:extLst>
          </p:cNvPr>
          <p:cNvSpPr>
            <a:spLocks noGrp="1"/>
          </p:cNvSpPr>
          <p:nvPr>
            <p:ph type="body" idx="1"/>
          </p:nvPr>
        </p:nvSpPr>
        <p:spPr>
          <a:xfrm>
            <a:off x="41148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65" name="Google Shape;165;p13"/>
          <p:cNvCxnSpPr/>
          <p:nvPr/>
        </p:nvCxnSpPr>
        <p:spPr>
          <a:xfrm>
            <a:off x="2560320" y="1200150"/>
            <a:ext cx="1874520" cy="0"/>
          </a:xfrm>
          <a:prstGeom prst="straightConnector1">
            <a:avLst/>
          </a:prstGeom>
          <a:ln w="19050" cap="flat">
            <a:solidFill>
              <a:schemeClr val="lt2"/>
            </a:solidFill>
            <a:prstDash val="solid"/>
            <a:miter/>
            <a:headEnd type="none" w="sm" len="sm"/>
            <a:tailEnd type="none" w="sm" len="sm"/>
          </a:ln>
        </p:spPr>
      </p:cxnSp>
      <p:sp>
        <p:nvSpPr>
          <p:cNvPr id="166" name="Google Shape;166;p13">
            <a:extLst>
              <a:ext uri="{FF2B5EF4-FFF2-40B4-BE49-F238E27FC236}">
                <a16:creationId xmlns:a16="http://schemas.microsoft.com/office/drawing/2014/main" id="{E6F6C37C-B313-4C60-8F5F-42C21ACD4F90}"/>
              </a:ext>
            </a:extLst>
          </p:cNvPr>
          <p:cNvSpPr>
            <a:spLocks noGrp="1"/>
          </p:cNvSpPr>
          <p:nvPr/>
        </p:nvSpPr>
        <p:spPr>
          <a:xfrm>
            <a:off x="256032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02</a:t>
            </a:r>
          </a:p>
        </p:txBody>
      </p:sp>
      <p:sp>
        <p:nvSpPr>
          <p:cNvPr id="167" name="Google Shape;167;p13">
            <a:extLst>
              <a:ext uri="{FF2B5EF4-FFF2-40B4-BE49-F238E27FC236}">
                <a16:creationId xmlns:a16="http://schemas.microsoft.com/office/drawing/2014/main" id="{C7DA3495-E806-4B3D-9E82-B1434167F71A}"/>
              </a:ext>
            </a:extLst>
          </p:cNvPr>
          <p:cNvSpPr>
            <a:spLocks noGrp="1"/>
          </p:cNvSpPr>
          <p:nvPr>
            <p:ph type="body" idx="2"/>
          </p:nvPr>
        </p:nvSpPr>
        <p:spPr>
          <a:xfrm>
            <a:off x="256032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68" name="Google Shape;168;p13"/>
          <p:cNvCxnSpPr/>
          <p:nvPr/>
        </p:nvCxnSpPr>
        <p:spPr>
          <a:xfrm>
            <a:off x="4709160" y="1200150"/>
            <a:ext cx="1874520" cy="0"/>
          </a:xfrm>
          <a:prstGeom prst="straightConnector1">
            <a:avLst/>
          </a:prstGeom>
          <a:ln w="19050" cap="flat">
            <a:solidFill>
              <a:schemeClr val="lt2"/>
            </a:solidFill>
            <a:prstDash val="solid"/>
            <a:miter/>
            <a:headEnd type="none" w="sm" len="sm"/>
            <a:tailEnd type="none" w="sm" len="sm"/>
          </a:ln>
        </p:spPr>
      </p:cxnSp>
      <p:sp>
        <p:nvSpPr>
          <p:cNvPr id="169" name="Google Shape;169;p13">
            <a:extLst>
              <a:ext uri="{FF2B5EF4-FFF2-40B4-BE49-F238E27FC236}">
                <a16:creationId xmlns:a16="http://schemas.microsoft.com/office/drawing/2014/main" id="{00D9F691-7A81-4639-A9D4-32C82D9AE6EB}"/>
              </a:ext>
            </a:extLst>
          </p:cNvPr>
          <p:cNvSpPr>
            <a:spLocks noGrp="1"/>
          </p:cNvSpPr>
          <p:nvPr/>
        </p:nvSpPr>
        <p:spPr>
          <a:xfrm>
            <a:off x="470916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03</a:t>
            </a:r>
          </a:p>
        </p:txBody>
      </p:sp>
      <p:sp>
        <p:nvSpPr>
          <p:cNvPr id="170" name="Google Shape;170;p13">
            <a:extLst>
              <a:ext uri="{FF2B5EF4-FFF2-40B4-BE49-F238E27FC236}">
                <a16:creationId xmlns:a16="http://schemas.microsoft.com/office/drawing/2014/main" id="{D504D357-2EF7-47DC-BDAE-799DDC0717C4}"/>
              </a:ext>
            </a:extLst>
          </p:cNvPr>
          <p:cNvSpPr>
            <a:spLocks noGrp="1"/>
          </p:cNvSpPr>
          <p:nvPr>
            <p:ph type="body" idx="3"/>
          </p:nvPr>
        </p:nvSpPr>
        <p:spPr>
          <a:xfrm>
            <a:off x="470916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71" name="Google Shape;171;p13"/>
          <p:cNvCxnSpPr/>
          <p:nvPr/>
        </p:nvCxnSpPr>
        <p:spPr>
          <a:xfrm>
            <a:off x="6858000" y="1200150"/>
            <a:ext cx="1874520" cy="0"/>
          </a:xfrm>
          <a:prstGeom prst="straightConnector1">
            <a:avLst/>
          </a:prstGeom>
          <a:ln w="19050" cap="flat">
            <a:solidFill>
              <a:schemeClr val="lt2"/>
            </a:solidFill>
            <a:prstDash val="solid"/>
            <a:miter/>
            <a:headEnd type="none" w="sm" len="sm"/>
            <a:tailEnd type="none" w="sm" len="sm"/>
          </a:ln>
        </p:spPr>
      </p:cxnSp>
      <p:sp>
        <p:nvSpPr>
          <p:cNvPr id="172" name="Google Shape;172;p13">
            <a:extLst>
              <a:ext uri="{FF2B5EF4-FFF2-40B4-BE49-F238E27FC236}">
                <a16:creationId xmlns:a16="http://schemas.microsoft.com/office/drawing/2014/main" id="{47689B80-6D4A-4D7E-B56A-C3365A2A8CDB}"/>
              </a:ext>
            </a:extLst>
          </p:cNvPr>
          <p:cNvSpPr>
            <a:spLocks noGrp="1"/>
          </p:cNvSpPr>
          <p:nvPr/>
        </p:nvSpPr>
        <p:spPr>
          <a:xfrm>
            <a:off x="685800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04</a:t>
            </a:r>
          </a:p>
        </p:txBody>
      </p:sp>
      <p:sp>
        <p:nvSpPr>
          <p:cNvPr id="173" name="Google Shape;173;p13">
            <a:extLst>
              <a:ext uri="{FF2B5EF4-FFF2-40B4-BE49-F238E27FC236}">
                <a16:creationId xmlns:a16="http://schemas.microsoft.com/office/drawing/2014/main" id="{869720BC-C0F7-486F-B1AC-A8DBA0E143FD}"/>
              </a:ext>
            </a:extLst>
          </p:cNvPr>
          <p:cNvSpPr>
            <a:spLocks noGrp="1"/>
          </p:cNvSpPr>
          <p:nvPr>
            <p:ph type="body" idx="4"/>
          </p:nvPr>
        </p:nvSpPr>
        <p:spPr>
          <a:xfrm>
            <a:off x="685800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74" name="Google Shape;174;p13"/>
          <p:cNvCxnSpPr/>
          <p:nvPr/>
        </p:nvCxnSpPr>
        <p:spPr>
          <a:xfrm>
            <a:off x="411480" y="2914650"/>
            <a:ext cx="1874520" cy="0"/>
          </a:xfrm>
          <a:prstGeom prst="straightConnector1">
            <a:avLst/>
          </a:prstGeom>
          <a:ln w="19050" cap="flat">
            <a:solidFill>
              <a:schemeClr val="lt2"/>
            </a:solidFill>
            <a:prstDash val="solid"/>
            <a:miter/>
            <a:headEnd type="none" w="sm" len="sm"/>
            <a:tailEnd type="none" w="sm" len="sm"/>
          </a:ln>
        </p:spPr>
      </p:cxnSp>
      <p:sp>
        <p:nvSpPr>
          <p:cNvPr id="175" name="Google Shape;175;p13">
            <a:extLst>
              <a:ext uri="{FF2B5EF4-FFF2-40B4-BE49-F238E27FC236}">
                <a16:creationId xmlns:a16="http://schemas.microsoft.com/office/drawing/2014/main" id="{982D2171-2593-485B-BE7B-2EB16EEF2831}"/>
              </a:ext>
            </a:extLst>
          </p:cNvPr>
          <p:cNvSpPr>
            <a:spLocks noGrp="1"/>
          </p:cNvSpPr>
          <p:nvPr/>
        </p:nvSpPr>
        <p:spPr>
          <a:xfrm>
            <a:off x="41148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05</a:t>
            </a:r>
          </a:p>
        </p:txBody>
      </p:sp>
      <p:sp>
        <p:nvSpPr>
          <p:cNvPr id="176" name="Google Shape;176;p13">
            <a:extLst>
              <a:ext uri="{FF2B5EF4-FFF2-40B4-BE49-F238E27FC236}">
                <a16:creationId xmlns:a16="http://schemas.microsoft.com/office/drawing/2014/main" id="{40FE99A5-7786-40A3-887C-ADDC486E5071}"/>
              </a:ext>
            </a:extLst>
          </p:cNvPr>
          <p:cNvSpPr>
            <a:spLocks noGrp="1"/>
          </p:cNvSpPr>
          <p:nvPr>
            <p:ph type="body" idx="5"/>
          </p:nvPr>
        </p:nvSpPr>
        <p:spPr>
          <a:xfrm>
            <a:off x="41148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77" name="Google Shape;177;p13"/>
          <p:cNvCxnSpPr/>
          <p:nvPr/>
        </p:nvCxnSpPr>
        <p:spPr>
          <a:xfrm>
            <a:off x="2560320" y="2914650"/>
            <a:ext cx="1874520" cy="0"/>
          </a:xfrm>
          <a:prstGeom prst="straightConnector1">
            <a:avLst/>
          </a:prstGeom>
          <a:ln w="19050" cap="flat">
            <a:solidFill>
              <a:schemeClr val="lt2"/>
            </a:solidFill>
            <a:prstDash val="solid"/>
            <a:miter/>
            <a:headEnd type="none" w="sm" len="sm"/>
            <a:tailEnd type="none" w="sm" len="sm"/>
          </a:ln>
        </p:spPr>
      </p:cxnSp>
      <p:sp>
        <p:nvSpPr>
          <p:cNvPr id="178" name="Google Shape;178;p13">
            <a:extLst>
              <a:ext uri="{FF2B5EF4-FFF2-40B4-BE49-F238E27FC236}">
                <a16:creationId xmlns:a16="http://schemas.microsoft.com/office/drawing/2014/main" id="{F3A3B47B-2345-4B34-8FD7-D517C47FD3CF}"/>
              </a:ext>
            </a:extLst>
          </p:cNvPr>
          <p:cNvSpPr>
            <a:spLocks noGrp="1"/>
          </p:cNvSpPr>
          <p:nvPr/>
        </p:nvSpPr>
        <p:spPr>
          <a:xfrm>
            <a:off x="256032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06</a:t>
            </a:r>
          </a:p>
        </p:txBody>
      </p:sp>
      <p:sp>
        <p:nvSpPr>
          <p:cNvPr id="179" name="Google Shape;179;p13">
            <a:extLst>
              <a:ext uri="{FF2B5EF4-FFF2-40B4-BE49-F238E27FC236}">
                <a16:creationId xmlns:a16="http://schemas.microsoft.com/office/drawing/2014/main" id="{4E66ABEB-B8BC-4A22-82E9-669427805CA5}"/>
              </a:ext>
            </a:extLst>
          </p:cNvPr>
          <p:cNvSpPr>
            <a:spLocks noGrp="1"/>
          </p:cNvSpPr>
          <p:nvPr>
            <p:ph type="body" idx="6"/>
          </p:nvPr>
        </p:nvSpPr>
        <p:spPr>
          <a:xfrm>
            <a:off x="256032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80" name="Google Shape;180;p13"/>
          <p:cNvCxnSpPr/>
          <p:nvPr/>
        </p:nvCxnSpPr>
        <p:spPr>
          <a:xfrm>
            <a:off x="4709160" y="2914650"/>
            <a:ext cx="1874520" cy="0"/>
          </a:xfrm>
          <a:prstGeom prst="straightConnector1">
            <a:avLst/>
          </a:prstGeom>
          <a:ln w="19050" cap="flat">
            <a:solidFill>
              <a:schemeClr val="lt2"/>
            </a:solidFill>
            <a:prstDash val="solid"/>
            <a:miter/>
            <a:headEnd type="none" w="sm" len="sm"/>
            <a:tailEnd type="none" w="sm" len="sm"/>
          </a:ln>
        </p:spPr>
      </p:cxnSp>
      <p:sp>
        <p:nvSpPr>
          <p:cNvPr id="181" name="Google Shape;181;p13">
            <a:extLst>
              <a:ext uri="{FF2B5EF4-FFF2-40B4-BE49-F238E27FC236}">
                <a16:creationId xmlns:a16="http://schemas.microsoft.com/office/drawing/2014/main" id="{805A46D8-C1AF-4652-BD08-E749F8FF5598}"/>
              </a:ext>
            </a:extLst>
          </p:cNvPr>
          <p:cNvSpPr>
            <a:spLocks noGrp="1"/>
          </p:cNvSpPr>
          <p:nvPr/>
        </p:nvSpPr>
        <p:spPr>
          <a:xfrm>
            <a:off x="470916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07</a:t>
            </a:r>
          </a:p>
        </p:txBody>
      </p:sp>
      <p:sp>
        <p:nvSpPr>
          <p:cNvPr id="182" name="Google Shape;182;p13">
            <a:extLst>
              <a:ext uri="{FF2B5EF4-FFF2-40B4-BE49-F238E27FC236}">
                <a16:creationId xmlns:a16="http://schemas.microsoft.com/office/drawing/2014/main" id="{AAC5B0DD-10CF-43DC-972E-950EDD942B6B}"/>
              </a:ext>
            </a:extLst>
          </p:cNvPr>
          <p:cNvSpPr>
            <a:spLocks noGrp="1"/>
          </p:cNvSpPr>
          <p:nvPr>
            <p:ph type="body" idx="7"/>
          </p:nvPr>
        </p:nvSpPr>
        <p:spPr>
          <a:xfrm>
            <a:off x="470916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83" name="Google Shape;183;p13"/>
          <p:cNvCxnSpPr/>
          <p:nvPr/>
        </p:nvCxnSpPr>
        <p:spPr>
          <a:xfrm>
            <a:off x="6858000" y="2914650"/>
            <a:ext cx="1874520" cy="0"/>
          </a:xfrm>
          <a:prstGeom prst="straightConnector1">
            <a:avLst/>
          </a:prstGeom>
          <a:ln w="19050" cap="flat">
            <a:solidFill>
              <a:schemeClr val="lt2"/>
            </a:solidFill>
            <a:prstDash val="solid"/>
            <a:miter/>
            <a:headEnd type="none" w="sm" len="sm"/>
            <a:tailEnd type="none" w="sm" len="sm"/>
          </a:ln>
        </p:spPr>
      </p:cxnSp>
      <p:sp>
        <p:nvSpPr>
          <p:cNvPr id="184" name="Google Shape;184;p13">
            <a:extLst>
              <a:ext uri="{FF2B5EF4-FFF2-40B4-BE49-F238E27FC236}">
                <a16:creationId xmlns:a16="http://schemas.microsoft.com/office/drawing/2014/main" id="{70D02C0C-3E1D-477A-88E8-B58625D92A4B}"/>
              </a:ext>
            </a:extLst>
          </p:cNvPr>
          <p:cNvSpPr>
            <a:spLocks noGrp="1"/>
          </p:cNvSpPr>
          <p:nvPr/>
        </p:nvSpPr>
        <p:spPr>
          <a:xfrm>
            <a:off x="685800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lt2"/>
                </a:solidFill>
                <a:latin typeface="Arial"/>
                <a:ea typeface="Arial"/>
                <a:cs typeface="Arial"/>
              </a:rPr>
              <a:t>08</a:t>
            </a:r>
          </a:p>
        </p:txBody>
      </p:sp>
      <p:sp>
        <p:nvSpPr>
          <p:cNvPr id="185" name="Google Shape;185;p13">
            <a:extLst>
              <a:ext uri="{FF2B5EF4-FFF2-40B4-BE49-F238E27FC236}">
                <a16:creationId xmlns:a16="http://schemas.microsoft.com/office/drawing/2014/main" id="{3D12D07D-13FD-413C-AE2A-0EBAD2961C16}"/>
              </a:ext>
            </a:extLst>
          </p:cNvPr>
          <p:cNvSpPr>
            <a:spLocks noGrp="1"/>
          </p:cNvSpPr>
          <p:nvPr>
            <p:ph type="body" idx="8"/>
          </p:nvPr>
        </p:nvSpPr>
        <p:spPr>
          <a:xfrm>
            <a:off x="685800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186" name="Google Shape;186;p13">
            <a:extLst>
              <a:ext uri="{FF2B5EF4-FFF2-40B4-BE49-F238E27FC236}">
                <a16:creationId xmlns:a16="http://schemas.microsoft.com/office/drawing/2014/main" id="{B3B01815-44DF-4412-924D-7AF4EC4BC62A}"/>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187" name="Google Shape;187;p13">
            <a:extLst>
              <a:ext uri="{FF2B5EF4-FFF2-40B4-BE49-F238E27FC236}">
                <a16:creationId xmlns:a16="http://schemas.microsoft.com/office/drawing/2014/main" id="{C8DA7F86-3FBB-466B-AAE8-8A03BC6221E1}"/>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188" name="Google Shape;188;p13">
            <a:extLst>
              <a:ext uri="{FF2B5EF4-FFF2-40B4-BE49-F238E27FC236}">
                <a16:creationId xmlns:a16="http://schemas.microsoft.com/office/drawing/2014/main" id="{12A45807-AD59-497B-BADF-D5C258B3CF4C}"/>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sp>
        <p:nvSpPr>
          <p:cNvPr id="189" name="Google Shape;189;p13">
            <a:extLst>
              <a:ext uri="{FF2B5EF4-FFF2-40B4-BE49-F238E27FC236}">
                <a16:creationId xmlns:a16="http://schemas.microsoft.com/office/drawing/2014/main" id="{8328FA48-116A-490A-8315-C4603D1DC7CD}"/>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pic>
        <p:nvPicPr>
          <p:cNvPr id="190" name="Google Shape;190;p13"/>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8 Numbers - White">
  <p:cSld name="8 Numbers - White">
    <p:spTree>
      <p:nvGrpSpPr>
        <p:cNvPr id="1" name=""/>
        <p:cNvGrpSpPr/>
        <p:nvPr/>
      </p:nvGrpSpPr>
      <p:grpSpPr>
        <a:xfrm>
          <a:off x="0" y="0"/>
          <a:ext cx="0" cy="0"/>
          <a:chOff x="0" y="0"/>
          <a:chExt cx="0" cy="0"/>
        </a:xfrm>
      </p:grpSpPr>
      <p:sp>
        <p:nvSpPr>
          <p:cNvPr id="192" name="Google Shape;192;p14">
            <a:extLst>
              <a:ext uri="{FF2B5EF4-FFF2-40B4-BE49-F238E27FC236}">
                <a16:creationId xmlns:a16="http://schemas.microsoft.com/office/drawing/2014/main" id="{82BDA290-360E-4BA1-AE40-59EAC4291F06}"/>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cxnSp>
        <p:nvCxnSpPr>
          <p:cNvPr id="193" name="Google Shape;193;p14"/>
          <p:cNvCxnSpPr/>
          <p:nvPr/>
        </p:nvCxnSpPr>
        <p:spPr>
          <a:xfrm>
            <a:off x="411480" y="1200150"/>
            <a:ext cx="1874520" cy="0"/>
          </a:xfrm>
          <a:prstGeom prst="straightConnector1">
            <a:avLst/>
          </a:prstGeom>
          <a:ln w="19050" cap="flat">
            <a:solidFill>
              <a:schemeClr val="dk1"/>
            </a:solidFill>
            <a:prstDash val="solid"/>
            <a:miter/>
            <a:headEnd type="none" w="sm" len="sm"/>
            <a:tailEnd type="none" w="sm" len="sm"/>
          </a:ln>
        </p:spPr>
      </p:cxnSp>
      <p:sp>
        <p:nvSpPr>
          <p:cNvPr id="194" name="Google Shape;194;p14">
            <a:extLst>
              <a:ext uri="{FF2B5EF4-FFF2-40B4-BE49-F238E27FC236}">
                <a16:creationId xmlns:a16="http://schemas.microsoft.com/office/drawing/2014/main" id="{B5AD6068-4AFC-485A-ADE8-06DBF826FDA2}"/>
              </a:ext>
            </a:extLst>
          </p:cNvPr>
          <p:cNvSpPr>
            <a:spLocks noGrp="1"/>
          </p:cNvSpPr>
          <p:nvPr/>
        </p:nvSpPr>
        <p:spPr>
          <a:xfrm>
            <a:off x="41148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01</a:t>
            </a:r>
          </a:p>
        </p:txBody>
      </p:sp>
      <p:sp>
        <p:nvSpPr>
          <p:cNvPr id="195" name="Google Shape;195;p14">
            <a:extLst>
              <a:ext uri="{FF2B5EF4-FFF2-40B4-BE49-F238E27FC236}">
                <a16:creationId xmlns:a16="http://schemas.microsoft.com/office/drawing/2014/main" id="{CA1D2621-10E3-4D47-BE15-F169E3905102}"/>
              </a:ext>
            </a:extLst>
          </p:cNvPr>
          <p:cNvSpPr>
            <a:spLocks noGrp="1"/>
          </p:cNvSpPr>
          <p:nvPr>
            <p:ph type="body" idx="1"/>
          </p:nvPr>
        </p:nvSpPr>
        <p:spPr>
          <a:xfrm>
            <a:off x="41148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96" name="Google Shape;196;p14"/>
          <p:cNvCxnSpPr/>
          <p:nvPr/>
        </p:nvCxnSpPr>
        <p:spPr>
          <a:xfrm>
            <a:off x="2560320" y="1200150"/>
            <a:ext cx="1874520" cy="0"/>
          </a:xfrm>
          <a:prstGeom prst="straightConnector1">
            <a:avLst/>
          </a:prstGeom>
          <a:ln w="19050" cap="flat">
            <a:solidFill>
              <a:schemeClr val="dk1"/>
            </a:solidFill>
            <a:prstDash val="solid"/>
            <a:miter/>
            <a:headEnd type="none" w="sm" len="sm"/>
            <a:tailEnd type="none" w="sm" len="sm"/>
          </a:ln>
        </p:spPr>
      </p:cxnSp>
      <p:sp>
        <p:nvSpPr>
          <p:cNvPr id="197" name="Google Shape;197;p14">
            <a:extLst>
              <a:ext uri="{FF2B5EF4-FFF2-40B4-BE49-F238E27FC236}">
                <a16:creationId xmlns:a16="http://schemas.microsoft.com/office/drawing/2014/main" id="{9BD8C0EB-5C13-407F-96D9-1B26EEF82ADF}"/>
              </a:ext>
            </a:extLst>
          </p:cNvPr>
          <p:cNvSpPr>
            <a:spLocks noGrp="1"/>
          </p:cNvSpPr>
          <p:nvPr/>
        </p:nvSpPr>
        <p:spPr>
          <a:xfrm>
            <a:off x="256032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02</a:t>
            </a:r>
          </a:p>
        </p:txBody>
      </p:sp>
      <p:sp>
        <p:nvSpPr>
          <p:cNvPr id="198" name="Google Shape;198;p14">
            <a:extLst>
              <a:ext uri="{FF2B5EF4-FFF2-40B4-BE49-F238E27FC236}">
                <a16:creationId xmlns:a16="http://schemas.microsoft.com/office/drawing/2014/main" id="{F750237E-2AB5-4124-89D0-4FA07C6A3A55}"/>
              </a:ext>
            </a:extLst>
          </p:cNvPr>
          <p:cNvSpPr>
            <a:spLocks noGrp="1"/>
          </p:cNvSpPr>
          <p:nvPr>
            <p:ph type="body" idx="2"/>
          </p:nvPr>
        </p:nvSpPr>
        <p:spPr>
          <a:xfrm>
            <a:off x="256032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199" name="Google Shape;199;p14"/>
          <p:cNvCxnSpPr/>
          <p:nvPr/>
        </p:nvCxnSpPr>
        <p:spPr>
          <a:xfrm>
            <a:off x="4709160" y="1200150"/>
            <a:ext cx="1874520" cy="0"/>
          </a:xfrm>
          <a:prstGeom prst="straightConnector1">
            <a:avLst/>
          </a:prstGeom>
          <a:ln w="19050" cap="flat">
            <a:solidFill>
              <a:schemeClr val="dk1"/>
            </a:solidFill>
            <a:prstDash val="solid"/>
            <a:miter/>
            <a:headEnd type="none" w="sm" len="sm"/>
            <a:tailEnd type="none" w="sm" len="sm"/>
          </a:ln>
        </p:spPr>
      </p:cxnSp>
      <p:sp>
        <p:nvSpPr>
          <p:cNvPr id="200" name="Google Shape;200;p14">
            <a:extLst>
              <a:ext uri="{FF2B5EF4-FFF2-40B4-BE49-F238E27FC236}">
                <a16:creationId xmlns:a16="http://schemas.microsoft.com/office/drawing/2014/main" id="{EBD79A07-2C87-4E35-B16B-BA19D9515A3C}"/>
              </a:ext>
            </a:extLst>
          </p:cNvPr>
          <p:cNvSpPr>
            <a:spLocks noGrp="1"/>
          </p:cNvSpPr>
          <p:nvPr/>
        </p:nvSpPr>
        <p:spPr>
          <a:xfrm>
            <a:off x="470916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03</a:t>
            </a:r>
          </a:p>
        </p:txBody>
      </p:sp>
      <p:sp>
        <p:nvSpPr>
          <p:cNvPr id="201" name="Google Shape;201;p14">
            <a:extLst>
              <a:ext uri="{FF2B5EF4-FFF2-40B4-BE49-F238E27FC236}">
                <a16:creationId xmlns:a16="http://schemas.microsoft.com/office/drawing/2014/main" id="{59F1F49A-F54C-480C-B288-AB0CED760F79}"/>
              </a:ext>
            </a:extLst>
          </p:cNvPr>
          <p:cNvSpPr>
            <a:spLocks noGrp="1"/>
          </p:cNvSpPr>
          <p:nvPr>
            <p:ph type="body" idx="3"/>
          </p:nvPr>
        </p:nvSpPr>
        <p:spPr>
          <a:xfrm>
            <a:off x="470916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202" name="Google Shape;202;p14"/>
          <p:cNvCxnSpPr/>
          <p:nvPr/>
        </p:nvCxnSpPr>
        <p:spPr>
          <a:xfrm>
            <a:off x="6858000" y="1200150"/>
            <a:ext cx="1874520" cy="0"/>
          </a:xfrm>
          <a:prstGeom prst="straightConnector1">
            <a:avLst/>
          </a:prstGeom>
          <a:ln w="19050" cap="flat">
            <a:solidFill>
              <a:schemeClr val="dk1"/>
            </a:solidFill>
            <a:prstDash val="solid"/>
            <a:miter/>
            <a:headEnd type="none" w="sm" len="sm"/>
            <a:tailEnd type="none" w="sm" len="sm"/>
          </a:ln>
        </p:spPr>
      </p:cxnSp>
      <p:sp>
        <p:nvSpPr>
          <p:cNvPr id="203" name="Google Shape;203;p14">
            <a:extLst>
              <a:ext uri="{FF2B5EF4-FFF2-40B4-BE49-F238E27FC236}">
                <a16:creationId xmlns:a16="http://schemas.microsoft.com/office/drawing/2014/main" id="{ECCDDE44-C7FC-4FFE-9ADA-C08763D5EE9F}"/>
              </a:ext>
            </a:extLst>
          </p:cNvPr>
          <p:cNvSpPr>
            <a:spLocks noGrp="1"/>
          </p:cNvSpPr>
          <p:nvPr/>
        </p:nvSpPr>
        <p:spPr>
          <a:xfrm>
            <a:off x="6858001" y="13030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04</a:t>
            </a:r>
          </a:p>
        </p:txBody>
      </p:sp>
      <p:sp>
        <p:nvSpPr>
          <p:cNvPr id="204" name="Google Shape;204;p14">
            <a:extLst>
              <a:ext uri="{FF2B5EF4-FFF2-40B4-BE49-F238E27FC236}">
                <a16:creationId xmlns:a16="http://schemas.microsoft.com/office/drawing/2014/main" id="{048EB8CC-3311-4E94-A9F7-2C412E6C28F4}"/>
              </a:ext>
            </a:extLst>
          </p:cNvPr>
          <p:cNvSpPr>
            <a:spLocks noGrp="1"/>
          </p:cNvSpPr>
          <p:nvPr>
            <p:ph type="body" idx="4"/>
          </p:nvPr>
        </p:nvSpPr>
        <p:spPr>
          <a:xfrm>
            <a:off x="6858001" y="17145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205" name="Google Shape;205;p14"/>
          <p:cNvCxnSpPr/>
          <p:nvPr/>
        </p:nvCxnSpPr>
        <p:spPr>
          <a:xfrm>
            <a:off x="411480" y="2914650"/>
            <a:ext cx="1874520" cy="0"/>
          </a:xfrm>
          <a:prstGeom prst="straightConnector1">
            <a:avLst/>
          </a:prstGeom>
          <a:ln w="19050" cap="flat">
            <a:solidFill>
              <a:schemeClr val="dk1"/>
            </a:solidFill>
            <a:prstDash val="solid"/>
            <a:miter/>
            <a:headEnd type="none" w="sm" len="sm"/>
            <a:tailEnd type="none" w="sm" len="sm"/>
          </a:ln>
        </p:spPr>
      </p:cxnSp>
      <p:sp>
        <p:nvSpPr>
          <p:cNvPr id="206" name="Google Shape;206;p14">
            <a:extLst>
              <a:ext uri="{FF2B5EF4-FFF2-40B4-BE49-F238E27FC236}">
                <a16:creationId xmlns:a16="http://schemas.microsoft.com/office/drawing/2014/main" id="{A1EAD743-8E1A-465D-A4D7-217B30145967}"/>
              </a:ext>
            </a:extLst>
          </p:cNvPr>
          <p:cNvSpPr>
            <a:spLocks noGrp="1"/>
          </p:cNvSpPr>
          <p:nvPr/>
        </p:nvSpPr>
        <p:spPr>
          <a:xfrm>
            <a:off x="41148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05</a:t>
            </a:r>
          </a:p>
        </p:txBody>
      </p:sp>
      <p:sp>
        <p:nvSpPr>
          <p:cNvPr id="207" name="Google Shape;207;p14">
            <a:extLst>
              <a:ext uri="{FF2B5EF4-FFF2-40B4-BE49-F238E27FC236}">
                <a16:creationId xmlns:a16="http://schemas.microsoft.com/office/drawing/2014/main" id="{22F4BF8F-66DA-4283-9D06-FCAC60482053}"/>
              </a:ext>
            </a:extLst>
          </p:cNvPr>
          <p:cNvSpPr>
            <a:spLocks noGrp="1"/>
          </p:cNvSpPr>
          <p:nvPr>
            <p:ph type="body" idx="5"/>
          </p:nvPr>
        </p:nvSpPr>
        <p:spPr>
          <a:xfrm>
            <a:off x="41148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208" name="Google Shape;208;p14"/>
          <p:cNvCxnSpPr/>
          <p:nvPr/>
        </p:nvCxnSpPr>
        <p:spPr>
          <a:xfrm>
            <a:off x="2560320" y="2914650"/>
            <a:ext cx="1874520" cy="0"/>
          </a:xfrm>
          <a:prstGeom prst="straightConnector1">
            <a:avLst/>
          </a:prstGeom>
          <a:ln w="19050" cap="flat">
            <a:solidFill>
              <a:schemeClr val="dk1"/>
            </a:solidFill>
            <a:prstDash val="solid"/>
            <a:miter/>
            <a:headEnd type="none" w="sm" len="sm"/>
            <a:tailEnd type="none" w="sm" len="sm"/>
          </a:ln>
        </p:spPr>
      </p:cxnSp>
      <p:sp>
        <p:nvSpPr>
          <p:cNvPr id="209" name="Google Shape;209;p14">
            <a:extLst>
              <a:ext uri="{FF2B5EF4-FFF2-40B4-BE49-F238E27FC236}">
                <a16:creationId xmlns:a16="http://schemas.microsoft.com/office/drawing/2014/main" id="{0C0A4CBB-A14C-494B-946D-B291D5818F56}"/>
              </a:ext>
            </a:extLst>
          </p:cNvPr>
          <p:cNvSpPr>
            <a:spLocks noGrp="1"/>
          </p:cNvSpPr>
          <p:nvPr/>
        </p:nvSpPr>
        <p:spPr>
          <a:xfrm>
            <a:off x="256032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06</a:t>
            </a:r>
          </a:p>
        </p:txBody>
      </p:sp>
      <p:sp>
        <p:nvSpPr>
          <p:cNvPr id="210" name="Google Shape;210;p14">
            <a:extLst>
              <a:ext uri="{FF2B5EF4-FFF2-40B4-BE49-F238E27FC236}">
                <a16:creationId xmlns:a16="http://schemas.microsoft.com/office/drawing/2014/main" id="{9C326E28-9079-4F0D-9359-BE34BCCF2A75}"/>
              </a:ext>
            </a:extLst>
          </p:cNvPr>
          <p:cNvSpPr>
            <a:spLocks noGrp="1"/>
          </p:cNvSpPr>
          <p:nvPr>
            <p:ph type="body" idx="6"/>
          </p:nvPr>
        </p:nvSpPr>
        <p:spPr>
          <a:xfrm>
            <a:off x="256032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211" name="Google Shape;211;p14"/>
          <p:cNvCxnSpPr/>
          <p:nvPr/>
        </p:nvCxnSpPr>
        <p:spPr>
          <a:xfrm>
            <a:off x="4709160" y="2914650"/>
            <a:ext cx="1874520" cy="0"/>
          </a:xfrm>
          <a:prstGeom prst="straightConnector1">
            <a:avLst/>
          </a:prstGeom>
          <a:ln w="19050" cap="flat">
            <a:solidFill>
              <a:schemeClr val="dk1"/>
            </a:solidFill>
            <a:prstDash val="solid"/>
            <a:miter/>
            <a:headEnd type="none" w="sm" len="sm"/>
            <a:tailEnd type="none" w="sm" len="sm"/>
          </a:ln>
        </p:spPr>
      </p:cxnSp>
      <p:sp>
        <p:nvSpPr>
          <p:cNvPr id="212" name="Google Shape;212;p14">
            <a:extLst>
              <a:ext uri="{FF2B5EF4-FFF2-40B4-BE49-F238E27FC236}">
                <a16:creationId xmlns:a16="http://schemas.microsoft.com/office/drawing/2014/main" id="{A63CF3F2-AC43-481F-8EAC-A14197908FC3}"/>
              </a:ext>
            </a:extLst>
          </p:cNvPr>
          <p:cNvSpPr>
            <a:spLocks noGrp="1"/>
          </p:cNvSpPr>
          <p:nvPr/>
        </p:nvSpPr>
        <p:spPr>
          <a:xfrm>
            <a:off x="470916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07</a:t>
            </a:r>
          </a:p>
        </p:txBody>
      </p:sp>
      <p:sp>
        <p:nvSpPr>
          <p:cNvPr id="213" name="Google Shape;213;p14">
            <a:extLst>
              <a:ext uri="{FF2B5EF4-FFF2-40B4-BE49-F238E27FC236}">
                <a16:creationId xmlns:a16="http://schemas.microsoft.com/office/drawing/2014/main" id="{38E7CE9B-BBE7-4134-94CD-4A59D698EE18}"/>
              </a:ext>
            </a:extLst>
          </p:cNvPr>
          <p:cNvSpPr>
            <a:spLocks noGrp="1"/>
          </p:cNvSpPr>
          <p:nvPr>
            <p:ph type="body" idx="7"/>
          </p:nvPr>
        </p:nvSpPr>
        <p:spPr>
          <a:xfrm>
            <a:off x="470916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cxnSp>
        <p:nvCxnSpPr>
          <p:cNvPr id="214" name="Google Shape;214;p14"/>
          <p:cNvCxnSpPr/>
          <p:nvPr/>
        </p:nvCxnSpPr>
        <p:spPr>
          <a:xfrm>
            <a:off x="6858000" y="2914650"/>
            <a:ext cx="1874520" cy="0"/>
          </a:xfrm>
          <a:prstGeom prst="straightConnector1">
            <a:avLst/>
          </a:prstGeom>
          <a:ln w="19050" cap="flat">
            <a:solidFill>
              <a:schemeClr val="dk1"/>
            </a:solidFill>
            <a:prstDash val="solid"/>
            <a:miter/>
            <a:headEnd type="none" w="sm" len="sm"/>
            <a:tailEnd type="none" w="sm" len="sm"/>
          </a:ln>
        </p:spPr>
      </p:cxnSp>
      <p:sp>
        <p:nvSpPr>
          <p:cNvPr id="215" name="Google Shape;215;p14">
            <a:extLst>
              <a:ext uri="{FF2B5EF4-FFF2-40B4-BE49-F238E27FC236}">
                <a16:creationId xmlns:a16="http://schemas.microsoft.com/office/drawing/2014/main" id="{80F196CE-3F4F-44FA-A38D-21FF409A50BB}"/>
              </a:ext>
            </a:extLst>
          </p:cNvPr>
          <p:cNvSpPr>
            <a:spLocks noGrp="1"/>
          </p:cNvSpPr>
          <p:nvPr/>
        </p:nvSpPr>
        <p:spPr>
          <a:xfrm>
            <a:off x="6858001" y="3017520"/>
            <a:ext cx="1874519" cy="342900"/>
          </a:xfrm>
          <a:prstGeom prst="rect">
            <a:avLst/>
          </a:prstGeom>
          <a:noFill/>
          <a:ln>
            <a:noFill/>
          </a:ln>
        </p:spPr>
        <p:txBody>
          <a:bodyPr spcFirstLastPara="1" wrap="square" lIns="0" tIns="0" rIns="0" bIns="0" anchor="t">
            <a:noAutofit/>
          </a:bodyPr>
          <a:lstStyle/>
          <a:p>
            <a:pPr marL="0" indent="0" algn="l">
              <a:lnSpc>
                <a:spcPct val="80000"/>
              </a:lnSpc>
              <a:spcBef>
                <a:spcPts val="0"/>
              </a:spcBef>
              <a:spcAft>
                <a:spcPts val="0"/>
              </a:spcAft>
              <a:buNone/>
            </a:pPr>
            <a:r>
              <a:rPr sz="2700" b="1" i="0" u="none" cap="none">
                <a:solidFill>
                  <a:schemeClr val="dk1"/>
                </a:solidFill>
                <a:latin typeface="Arial"/>
                <a:ea typeface="Arial"/>
                <a:cs typeface="Arial"/>
              </a:rPr>
              <a:t>08</a:t>
            </a:r>
          </a:p>
        </p:txBody>
      </p:sp>
      <p:sp>
        <p:nvSpPr>
          <p:cNvPr id="216" name="Google Shape;216;p14">
            <a:extLst>
              <a:ext uri="{FF2B5EF4-FFF2-40B4-BE49-F238E27FC236}">
                <a16:creationId xmlns:a16="http://schemas.microsoft.com/office/drawing/2014/main" id="{A1C24E44-1E10-4A34-AC7D-44657601D97B}"/>
              </a:ext>
            </a:extLst>
          </p:cNvPr>
          <p:cNvSpPr>
            <a:spLocks noGrp="1"/>
          </p:cNvSpPr>
          <p:nvPr>
            <p:ph type="body" idx="8"/>
          </p:nvPr>
        </p:nvSpPr>
        <p:spPr>
          <a:xfrm>
            <a:off x="6858001" y="3429000"/>
            <a:ext cx="1874519" cy="99441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sz="975"/>
            </a:lvl1pPr>
            <a:lvl2pPr marL="914400" indent="-290512" algn="l">
              <a:lnSpc>
                <a:spcPct val="95000"/>
              </a:lnSpc>
              <a:spcBef>
                <a:spcPts val="750"/>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217" name="Google Shape;217;p14">
            <a:extLst>
              <a:ext uri="{FF2B5EF4-FFF2-40B4-BE49-F238E27FC236}">
                <a16:creationId xmlns:a16="http://schemas.microsoft.com/office/drawing/2014/main" id="{31D03844-E5A2-47DF-A390-1D85CEC0A408}"/>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18" name="Google Shape;218;p14">
            <a:extLst>
              <a:ext uri="{FF2B5EF4-FFF2-40B4-BE49-F238E27FC236}">
                <a16:creationId xmlns:a16="http://schemas.microsoft.com/office/drawing/2014/main" id="{3B4D16C0-A4D8-4C32-A69B-EF2D0C61ECBC}"/>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Full Image">
  <p:cSld name="Full Image">
    <p:spTree>
      <p:nvGrpSpPr>
        <p:cNvPr id="1" name=""/>
        <p:cNvGrpSpPr/>
        <p:nvPr/>
      </p:nvGrpSpPr>
      <p:grpSpPr>
        <a:xfrm>
          <a:off x="0" y="0"/>
          <a:ext cx="0" cy="0"/>
          <a:chOff x="0" y="0"/>
          <a:chExt cx="0" cy="0"/>
        </a:xfrm>
      </p:grpSpPr>
      <p:sp>
        <p:nvSpPr>
          <p:cNvPr id="220" name="Google Shape;220;p15">
            <a:extLst>
              <a:ext uri="{FF2B5EF4-FFF2-40B4-BE49-F238E27FC236}">
                <a16:creationId xmlns:a16="http://schemas.microsoft.com/office/drawing/2014/main" id="{C1682BD9-B90E-4B6A-962C-04E0489CDEC6}"/>
              </a:ext>
            </a:extLst>
          </p:cNvPr>
          <p:cNvSpPr>
            <a:spLocks noGrp="1"/>
          </p:cNvSpPr>
          <p:nvPr>
            <p:ph type="pic" idx="2"/>
          </p:nvPr>
        </p:nvSpPr>
        <p:spPr>
          <a:xfrm>
            <a:off x="0" y="171450"/>
            <a:ext cx="9144000" cy="4800600"/>
          </a:xfrm>
          <a:prstGeom prst="rect">
            <a:avLst/>
          </a:prstGeom>
          <a:solidFill>
            <a:srgbClr val="D5D5D7"/>
          </a:solidFill>
          <a:ln>
            <a:noFill/>
          </a:ln>
        </p:spPr>
      </p:sp>
      <p:sp>
        <p:nvSpPr>
          <p:cNvPr id="221" name="Google Shape;221;p15">
            <a:extLst>
              <a:ext uri="{FF2B5EF4-FFF2-40B4-BE49-F238E27FC236}">
                <a16:creationId xmlns:a16="http://schemas.microsoft.com/office/drawing/2014/main" id="{15AF8903-CB60-478D-867C-A2AB250568E9}"/>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22" name="Google Shape;222;p15">
            <a:extLst>
              <a:ext uri="{FF2B5EF4-FFF2-40B4-BE49-F238E27FC236}">
                <a16:creationId xmlns:a16="http://schemas.microsoft.com/office/drawing/2014/main" id="{0AE54C2E-7E1C-4544-9E4F-B87F3CBAC208}"/>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23" name="Google Shape;223;p15">
            <a:extLst>
              <a:ext uri="{FF2B5EF4-FFF2-40B4-BE49-F238E27FC236}">
                <a16:creationId xmlns:a16="http://schemas.microsoft.com/office/drawing/2014/main" id="{CD95D728-9912-4A23-B5D8-68FCE03031C0}"/>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pic>
        <p:nvPicPr>
          <p:cNvPr id="224" name="Google Shape;224;p15"/>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Content and Image 01">
  <p:cSld name="Content and Image 01">
    <p:spTree>
      <p:nvGrpSpPr>
        <p:cNvPr id="1" name=""/>
        <p:cNvGrpSpPr/>
        <p:nvPr/>
      </p:nvGrpSpPr>
      <p:grpSpPr>
        <a:xfrm>
          <a:off x="0" y="0"/>
          <a:ext cx="0" cy="0"/>
          <a:chOff x="0" y="0"/>
          <a:chExt cx="0" cy="0"/>
        </a:xfrm>
      </p:grpSpPr>
      <p:sp>
        <p:nvSpPr>
          <p:cNvPr id="226" name="Google Shape;226;p16">
            <a:extLst>
              <a:ext uri="{FF2B5EF4-FFF2-40B4-BE49-F238E27FC236}">
                <a16:creationId xmlns:a16="http://schemas.microsoft.com/office/drawing/2014/main" id="{6D09F44E-C357-46BB-BD7F-80A966EB3FB5}"/>
              </a:ext>
            </a:extLst>
          </p:cNvPr>
          <p:cNvSpPr>
            <a:spLocks noGrp="1"/>
          </p:cNvSpPr>
          <p:nvPr>
            <p:ph type="title"/>
          </p:nvPr>
        </p:nvSpPr>
        <p:spPr>
          <a:xfrm>
            <a:off x="411480" y="308611"/>
            <a:ext cx="402336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sz="2100" b="1" cap="none"/>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27" name="Google Shape;227;p16">
            <a:extLst>
              <a:ext uri="{FF2B5EF4-FFF2-40B4-BE49-F238E27FC236}">
                <a16:creationId xmlns:a16="http://schemas.microsoft.com/office/drawing/2014/main" id="{1704436E-C9BE-4E9A-B8DE-E1F827DEA97C}"/>
              </a:ext>
            </a:extLst>
          </p:cNvPr>
          <p:cNvSpPr>
            <a:spLocks noGrp="1"/>
          </p:cNvSpPr>
          <p:nvPr>
            <p:ph type="body" idx="1"/>
          </p:nvPr>
        </p:nvSpPr>
        <p:spPr>
          <a:xfrm>
            <a:off x="411479" y="1200150"/>
            <a:ext cx="4023360" cy="342900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28" name="Google Shape;228;p16">
            <a:extLst>
              <a:ext uri="{FF2B5EF4-FFF2-40B4-BE49-F238E27FC236}">
                <a16:creationId xmlns:a16="http://schemas.microsoft.com/office/drawing/2014/main" id="{7A1B548C-FFE5-4ACC-A540-E79DE4FFF406}"/>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29" name="Google Shape;229;p16">
            <a:extLst>
              <a:ext uri="{FF2B5EF4-FFF2-40B4-BE49-F238E27FC236}">
                <a16:creationId xmlns:a16="http://schemas.microsoft.com/office/drawing/2014/main" id="{92ED1D19-11DA-41F0-908F-5C39BBB65E14}"/>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230" name="Google Shape;230;p16">
            <a:extLst>
              <a:ext uri="{FF2B5EF4-FFF2-40B4-BE49-F238E27FC236}">
                <a16:creationId xmlns:a16="http://schemas.microsoft.com/office/drawing/2014/main" id="{DC332821-4E17-4729-8E09-450D70B9B1C5}"/>
              </a:ext>
            </a:extLst>
          </p:cNvPr>
          <p:cNvSpPr>
            <a:spLocks noGrp="1"/>
          </p:cNvSpPr>
          <p:nvPr>
            <p:ph type="pic" idx="2"/>
          </p:nvPr>
        </p:nvSpPr>
        <p:spPr>
          <a:xfrm>
            <a:off x="4708528" y="807244"/>
            <a:ext cx="4024311" cy="3821906"/>
          </a:xfrm>
          <a:prstGeom prst="rect">
            <a:avLst/>
          </a:prstGeom>
          <a:solidFill>
            <a:srgbClr val="D5D5D7"/>
          </a:solidFill>
          <a:ln>
            <a:noFill/>
          </a:ln>
        </p:spPr>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Content and Image 02">
  <p:cSld name="Content and Image 02">
    <p:spTree>
      <p:nvGrpSpPr>
        <p:cNvPr id="1" name=""/>
        <p:cNvGrpSpPr/>
        <p:nvPr/>
      </p:nvGrpSpPr>
      <p:grpSpPr>
        <a:xfrm>
          <a:off x="0" y="0"/>
          <a:ext cx="0" cy="0"/>
          <a:chOff x="0" y="0"/>
          <a:chExt cx="0" cy="0"/>
        </a:xfrm>
      </p:grpSpPr>
      <p:sp>
        <p:nvSpPr>
          <p:cNvPr id="232" name="Google Shape;232;p17">
            <a:extLst>
              <a:ext uri="{FF2B5EF4-FFF2-40B4-BE49-F238E27FC236}">
                <a16:creationId xmlns:a16="http://schemas.microsoft.com/office/drawing/2014/main" id="{721B3FBF-A64A-4930-B1E0-D7FD0290E1CB}"/>
              </a:ext>
            </a:extLst>
          </p:cNvPr>
          <p:cNvSpPr>
            <a:spLocks noGrp="1"/>
          </p:cNvSpPr>
          <p:nvPr>
            <p:ph type="pic" idx="2"/>
          </p:nvPr>
        </p:nvSpPr>
        <p:spPr>
          <a:xfrm>
            <a:off x="411479" y="308610"/>
            <a:ext cx="8321040" cy="2331720"/>
          </a:xfrm>
          <a:prstGeom prst="rect">
            <a:avLst/>
          </a:prstGeom>
          <a:solidFill>
            <a:srgbClr val="D5D5D7"/>
          </a:solidFill>
          <a:ln>
            <a:noFill/>
          </a:ln>
        </p:spPr>
      </p:sp>
      <p:sp>
        <p:nvSpPr>
          <p:cNvPr id="233" name="Google Shape;233;p17">
            <a:extLst>
              <a:ext uri="{FF2B5EF4-FFF2-40B4-BE49-F238E27FC236}">
                <a16:creationId xmlns:a16="http://schemas.microsoft.com/office/drawing/2014/main" id="{9778956C-95BB-465F-96DD-DE45C59AC6DD}"/>
              </a:ext>
            </a:extLst>
          </p:cNvPr>
          <p:cNvSpPr>
            <a:spLocks noGrp="1"/>
          </p:cNvSpPr>
          <p:nvPr>
            <p:ph type="title"/>
          </p:nvPr>
        </p:nvSpPr>
        <p:spPr>
          <a:xfrm>
            <a:off x="411480" y="2846070"/>
            <a:ext cx="402336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sz="2100" b="1" cap="none"/>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34" name="Google Shape;234;p17">
            <a:extLst>
              <a:ext uri="{FF2B5EF4-FFF2-40B4-BE49-F238E27FC236}">
                <a16:creationId xmlns:a16="http://schemas.microsoft.com/office/drawing/2014/main" id="{E205377A-718D-410A-A5BC-7BE97AA27698}"/>
              </a:ext>
            </a:extLst>
          </p:cNvPr>
          <p:cNvSpPr>
            <a:spLocks noGrp="1"/>
          </p:cNvSpPr>
          <p:nvPr>
            <p:ph type="body" idx="1"/>
          </p:nvPr>
        </p:nvSpPr>
        <p:spPr>
          <a:xfrm>
            <a:off x="4709159" y="2846070"/>
            <a:ext cx="4023360" cy="1783080"/>
          </a:xfrm>
          <a:prstGeom prst="rect">
            <a:avLst/>
          </a:prstGeom>
          <a:noFill/>
          <a:ln>
            <a:noFill/>
          </a:ln>
        </p:spPr>
        <p:txBody>
          <a:bodyPr spcFirstLastPara="1" wrap="square" lIns="0" tIns="0" rIns="0" bIns="0" anchor="t">
            <a:noAutofit/>
          </a:bodyPr>
          <a:lstStyle>
            <a:lvl1pPr marL="457200" indent="-342900" algn="l">
              <a:lnSpc>
                <a:spcPct val="95000"/>
              </a:lnSpc>
              <a:spcBef>
                <a:spcPts val="750"/>
              </a:spcBef>
              <a:spcAft>
                <a:spcPts val="0"/>
              </a:spcAft>
              <a:buChar char="▪"/>
              <a:defRPr/>
            </a:lvl1pPr>
            <a:lvl2pPr marL="914400" indent="-342900" algn="l">
              <a:lnSpc>
                <a:spcPct val="95000"/>
              </a:lnSpc>
              <a:spcBef>
                <a:spcPts val="375"/>
              </a:spcBef>
              <a:spcAft>
                <a:spcPts val="0"/>
              </a:spcAft>
              <a:buChar char="–"/>
              <a:defRPr/>
            </a:lvl2pPr>
            <a:lvl3pPr marL="1371600" indent="-342900" algn="l">
              <a:lnSpc>
                <a:spcPct val="95000"/>
              </a:lnSpc>
              <a:spcBef>
                <a:spcPts val="375"/>
              </a:spcBef>
              <a:spcAft>
                <a:spcPts val="0"/>
              </a:spcAft>
              <a:buChar char="–"/>
              <a:defRPr/>
            </a:lvl3pPr>
            <a:lvl4pPr marL="1828800" indent="-342900" algn="l">
              <a:lnSpc>
                <a:spcPct val="95000"/>
              </a:lnSpc>
              <a:spcBef>
                <a:spcPts val="375"/>
              </a:spcBef>
              <a:spcAft>
                <a:spcPts val="0"/>
              </a:spcAft>
              <a:buChar char="–"/>
              <a:defRPr/>
            </a:lvl4pPr>
            <a:lvl5pPr marL="2286000" indent="-342900" algn="l">
              <a:lnSpc>
                <a:spcPct val="95000"/>
              </a:lnSpc>
              <a:spcBef>
                <a:spcPts val="375"/>
              </a:spcBef>
              <a:spcAft>
                <a:spcPts val="0"/>
              </a:spcAft>
              <a:buChar char="–"/>
              <a:defRPr/>
            </a:lvl5pPr>
            <a:lvl6pPr marL="2743200" indent="-342900" algn="l">
              <a:lnSpc>
                <a:spcPct val="95000"/>
              </a:lnSpc>
              <a:spcBef>
                <a:spcPts val="375"/>
              </a:spcBef>
              <a:spcAft>
                <a:spcPts val="0"/>
              </a:spcAft>
              <a:buChar char="–"/>
              <a:defRPr/>
            </a:lvl6pPr>
            <a:lvl7pPr marL="3200400" indent="-342900" algn="l">
              <a:lnSpc>
                <a:spcPct val="95000"/>
              </a:lnSpc>
              <a:spcBef>
                <a:spcPts val="375"/>
              </a:spcBef>
              <a:spcAft>
                <a:spcPts val="0"/>
              </a:spcAft>
              <a:buChar char="–"/>
              <a:defRPr/>
            </a:lvl7pPr>
            <a:lvl8pPr marL="3657600" indent="-342900" algn="l">
              <a:lnSpc>
                <a:spcPct val="95000"/>
              </a:lnSpc>
              <a:spcBef>
                <a:spcPts val="375"/>
              </a:spcBef>
              <a:spcAft>
                <a:spcPts val="0"/>
              </a:spcAft>
              <a:buChar char="–"/>
              <a:defRPr/>
            </a:lvl8pPr>
            <a:lvl9pPr marL="4114800" indent="-342900" algn="l">
              <a:lnSpc>
                <a:spcPct val="95000"/>
              </a:lnSpc>
              <a:spcBef>
                <a:spcPts val="375"/>
              </a:spcBef>
              <a:spcAft>
                <a:spcPts val="0"/>
              </a:spcAft>
              <a:buChar char="–"/>
              <a:defRPr/>
            </a:lvl9pPr>
          </a:lstStyle>
          <a:p>
            <a:endParaRPr/>
          </a:p>
        </p:txBody>
      </p:sp>
      <p:sp>
        <p:nvSpPr>
          <p:cNvPr id="235" name="Google Shape;235;p17">
            <a:extLst>
              <a:ext uri="{FF2B5EF4-FFF2-40B4-BE49-F238E27FC236}">
                <a16:creationId xmlns:a16="http://schemas.microsoft.com/office/drawing/2014/main" id="{C36E678C-7039-42D0-ABAE-8756ADFB5688}"/>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36" name="Google Shape;236;p17">
            <a:extLst>
              <a:ext uri="{FF2B5EF4-FFF2-40B4-BE49-F238E27FC236}">
                <a16:creationId xmlns:a16="http://schemas.microsoft.com/office/drawing/2014/main" id="{7C5C642C-E1EC-40CE-BA49-FF787A545A3E}"/>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matchingName="Content and 2 Images">
  <p:cSld name="Content and 2 Images">
    <p:spTree>
      <p:nvGrpSpPr>
        <p:cNvPr id="1" name=""/>
        <p:cNvGrpSpPr/>
        <p:nvPr/>
      </p:nvGrpSpPr>
      <p:grpSpPr>
        <a:xfrm>
          <a:off x="0" y="0"/>
          <a:ext cx="0" cy="0"/>
          <a:chOff x="0" y="0"/>
          <a:chExt cx="0" cy="0"/>
        </a:xfrm>
      </p:grpSpPr>
      <p:sp>
        <p:nvSpPr>
          <p:cNvPr id="238" name="Google Shape;238;p18">
            <a:extLst>
              <a:ext uri="{FF2B5EF4-FFF2-40B4-BE49-F238E27FC236}">
                <a16:creationId xmlns:a16="http://schemas.microsoft.com/office/drawing/2014/main" id="{B37CE9DB-853B-4436-8D87-C54D5F79950F}"/>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39" name="Google Shape;239;p18">
            <a:extLst>
              <a:ext uri="{FF2B5EF4-FFF2-40B4-BE49-F238E27FC236}">
                <a16:creationId xmlns:a16="http://schemas.microsoft.com/office/drawing/2014/main" id="{01D2B7D6-18AE-47AA-B543-616D4BB32C86}"/>
              </a:ext>
            </a:extLst>
          </p:cNvPr>
          <p:cNvSpPr>
            <a:spLocks noGrp="1"/>
          </p:cNvSpPr>
          <p:nvPr>
            <p:ph type="pic" idx="2"/>
          </p:nvPr>
        </p:nvSpPr>
        <p:spPr>
          <a:xfrm>
            <a:off x="411479" y="1200150"/>
            <a:ext cx="4023360" cy="1714500"/>
          </a:xfrm>
          <a:prstGeom prst="rect">
            <a:avLst/>
          </a:prstGeom>
          <a:solidFill>
            <a:srgbClr val="D5D5D7"/>
          </a:solidFill>
          <a:ln>
            <a:noFill/>
          </a:ln>
        </p:spPr>
      </p:sp>
      <p:sp>
        <p:nvSpPr>
          <p:cNvPr id="240" name="Google Shape;240;p18">
            <a:extLst>
              <a:ext uri="{FF2B5EF4-FFF2-40B4-BE49-F238E27FC236}">
                <a16:creationId xmlns:a16="http://schemas.microsoft.com/office/drawing/2014/main" id="{70DC29AE-8B3E-46CB-B538-A46F2D4E8D58}"/>
              </a:ext>
            </a:extLst>
          </p:cNvPr>
          <p:cNvSpPr>
            <a:spLocks noGrp="1"/>
          </p:cNvSpPr>
          <p:nvPr>
            <p:ph type="body" idx="1"/>
          </p:nvPr>
        </p:nvSpPr>
        <p:spPr>
          <a:xfrm>
            <a:off x="411478" y="3086100"/>
            <a:ext cx="4023360"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350" b="1"/>
            </a:lvl1pPr>
            <a:lvl2pPr marL="914400" indent="-228600" algn="l">
              <a:lnSpc>
                <a:spcPct val="95000"/>
              </a:lnSpc>
              <a:spcBef>
                <a:spcPts val="0"/>
              </a:spcBef>
              <a:spcAft>
                <a:spcPts val="0"/>
              </a:spcAft>
              <a:buNone/>
              <a:defRPr sz="1350" b="1"/>
            </a:lvl2pPr>
            <a:lvl3pPr marL="1371600" indent="-228600" algn="l">
              <a:lnSpc>
                <a:spcPct val="95000"/>
              </a:lnSpc>
              <a:spcBef>
                <a:spcPts val="0"/>
              </a:spcBef>
              <a:spcAft>
                <a:spcPts val="0"/>
              </a:spcAft>
              <a:buNone/>
              <a:defRPr sz="1350" b="1"/>
            </a:lvl3pPr>
            <a:lvl4pPr marL="1828800" indent="-228600" algn="l">
              <a:lnSpc>
                <a:spcPct val="95000"/>
              </a:lnSpc>
              <a:spcBef>
                <a:spcPts val="0"/>
              </a:spcBef>
              <a:spcAft>
                <a:spcPts val="0"/>
              </a:spcAft>
              <a:buNone/>
              <a:defRPr sz="1350" b="1"/>
            </a:lvl4pPr>
            <a:lvl5pPr marL="2286000" indent="-228600" algn="l">
              <a:lnSpc>
                <a:spcPct val="95000"/>
              </a:lnSpc>
              <a:spcBef>
                <a:spcPts val="0"/>
              </a:spcBef>
              <a:spcAft>
                <a:spcPts val="0"/>
              </a:spcAft>
              <a:buNone/>
              <a:defRPr sz="1350" b="1"/>
            </a:lvl5pPr>
            <a:lvl6pPr marL="2743200" indent="-228600" algn="l">
              <a:lnSpc>
                <a:spcPct val="95000"/>
              </a:lnSpc>
              <a:spcBef>
                <a:spcPts val="0"/>
              </a:spcBef>
              <a:spcAft>
                <a:spcPts val="0"/>
              </a:spcAft>
              <a:buNone/>
              <a:defRPr sz="1350" b="1"/>
            </a:lvl6pPr>
            <a:lvl7pPr marL="3200400" indent="-228600" algn="l">
              <a:lnSpc>
                <a:spcPct val="95000"/>
              </a:lnSpc>
              <a:spcBef>
                <a:spcPts val="0"/>
              </a:spcBef>
              <a:spcAft>
                <a:spcPts val="0"/>
              </a:spcAft>
              <a:buNone/>
              <a:defRPr sz="1350" b="1"/>
            </a:lvl7pPr>
            <a:lvl8pPr marL="3657600" indent="-228600" algn="l">
              <a:lnSpc>
                <a:spcPct val="95000"/>
              </a:lnSpc>
              <a:spcBef>
                <a:spcPts val="0"/>
              </a:spcBef>
              <a:spcAft>
                <a:spcPts val="0"/>
              </a:spcAft>
              <a:buNone/>
              <a:defRPr sz="1350" b="1"/>
            </a:lvl8pPr>
            <a:lvl9pPr marL="4114800" indent="-228600" algn="l">
              <a:lnSpc>
                <a:spcPct val="95000"/>
              </a:lnSpc>
              <a:spcBef>
                <a:spcPts val="0"/>
              </a:spcBef>
              <a:spcAft>
                <a:spcPts val="0"/>
              </a:spcAft>
              <a:buNone/>
              <a:defRPr sz="1350" b="1"/>
            </a:lvl9pPr>
          </a:lstStyle>
          <a:p>
            <a:endParaRPr/>
          </a:p>
        </p:txBody>
      </p:sp>
      <p:sp>
        <p:nvSpPr>
          <p:cNvPr id="241" name="Google Shape;241;p18">
            <a:extLst>
              <a:ext uri="{FF2B5EF4-FFF2-40B4-BE49-F238E27FC236}">
                <a16:creationId xmlns:a16="http://schemas.microsoft.com/office/drawing/2014/main" id="{A74ABB9E-D49D-49E8-B820-AACD235AE43F}"/>
              </a:ext>
            </a:extLst>
          </p:cNvPr>
          <p:cNvSpPr>
            <a:spLocks noGrp="1"/>
          </p:cNvSpPr>
          <p:nvPr>
            <p:ph type="body" idx="3"/>
          </p:nvPr>
        </p:nvSpPr>
        <p:spPr>
          <a:xfrm>
            <a:off x="411479" y="3394710"/>
            <a:ext cx="4023360" cy="1234440"/>
          </a:xfrm>
          <a:prstGeom prst="rect">
            <a:avLst/>
          </a:prstGeom>
          <a:noFill/>
          <a:ln>
            <a:noFill/>
          </a:ln>
        </p:spPr>
        <p:txBody>
          <a:bodyPr spcFirstLastPara="1" wrap="square" lIns="0" tIns="0" rIns="0" bIns="0" anchor="t">
            <a:noAutofit/>
          </a:bodyPr>
          <a:lstStyle>
            <a:lvl1pPr marL="457200" indent="-300037" algn="l">
              <a:lnSpc>
                <a:spcPct val="95000"/>
              </a:lnSpc>
              <a:spcBef>
                <a:spcPts val="750"/>
              </a:spcBef>
              <a:spcAft>
                <a:spcPts val="0"/>
              </a:spcAft>
              <a:buChar char="▪"/>
              <a:defRPr sz="1125"/>
            </a:lvl1pPr>
            <a:lvl2pPr marL="914400" indent="-300037" algn="l">
              <a:lnSpc>
                <a:spcPct val="95000"/>
              </a:lnSpc>
              <a:spcBef>
                <a:spcPts val="375"/>
              </a:spcBef>
              <a:spcAft>
                <a:spcPts val="0"/>
              </a:spcAft>
              <a:buChar char="–"/>
              <a:defRPr sz="1125"/>
            </a:lvl2pPr>
            <a:lvl3pPr marL="1371600" indent="-300037" algn="l">
              <a:lnSpc>
                <a:spcPct val="95000"/>
              </a:lnSpc>
              <a:spcBef>
                <a:spcPts val="375"/>
              </a:spcBef>
              <a:spcAft>
                <a:spcPts val="0"/>
              </a:spcAft>
              <a:buChar char="–"/>
              <a:defRPr sz="1125"/>
            </a:lvl3pPr>
            <a:lvl4pPr marL="1828800" indent="-300037" algn="l">
              <a:lnSpc>
                <a:spcPct val="95000"/>
              </a:lnSpc>
              <a:spcBef>
                <a:spcPts val="375"/>
              </a:spcBef>
              <a:spcAft>
                <a:spcPts val="0"/>
              </a:spcAft>
              <a:buChar char="–"/>
              <a:defRPr sz="1125"/>
            </a:lvl4pPr>
            <a:lvl5pPr marL="2286000" indent="-300037" algn="l">
              <a:lnSpc>
                <a:spcPct val="95000"/>
              </a:lnSpc>
              <a:spcBef>
                <a:spcPts val="375"/>
              </a:spcBef>
              <a:spcAft>
                <a:spcPts val="0"/>
              </a:spcAft>
              <a:buChar char="–"/>
              <a:defRPr sz="1125"/>
            </a:lvl5pPr>
            <a:lvl6pPr marL="2743200" indent="-300037" algn="l">
              <a:lnSpc>
                <a:spcPct val="95000"/>
              </a:lnSpc>
              <a:spcBef>
                <a:spcPts val="375"/>
              </a:spcBef>
              <a:spcAft>
                <a:spcPts val="0"/>
              </a:spcAft>
              <a:buChar char="–"/>
              <a:defRPr sz="1125"/>
            </a:lvl6pPr>
            <a:lvl7pPr marL="3200400" indent="-300037" algn="l">
              <a:lnSpc>
                <a:spcPct val="95000"/>
              </a:lnSpc>
              <a:spcBef>
                <a:spcPts val="375"/>
              </a:spcBef>
              <a:spcAft>
                <a:spcPts val="0"/>
              </a:spcAft>
              <a:buChar char="–"/>
              <a:defRPr sz="1125"/>
            </a:lvl7pPr>
            <a:lvl8pPr marL="3657600" indent="-300037" algn="l">
              <a:lnSpc>
                <a:spcPct val="95000"/>
              </a:lnSpc>
              <a:spcBef>
                <a:spcPts val="375"/>
              </a:spcBef>
              <a:spcAft>
                <a:spcPts val="0"/>
              </a:spcAft>
              <a:buChar char="–"/>
              <a:defRPr sz="1125"/>
            </a:lvl8pPr>
            <a:lvl9pPr marL="4114800" indent="-300037" algn="l">
              <a:lnSpc>
                <a:spcPct val="95000"/>
              </a:lnSpc>
              <a:spcBef>
                <a:spcPts val="375"/>
              </a:spcBef>
              <a:spcAft>
                <a:spcPts val="0"/>
              </a:spcAft>
              <a:buChar char="–"/>
              <a:defRPr sz="1125"/>
            </a:lvl9pPr>
          </a:lstStyle>
          <a:p>
            <a:endParaRPr/>
          </a:p>
        </p:txBody>
      </p:sp>
      <p:sp>
        <p:nvSpPr>
          <p:cNvPr id="242" name="Google Shape;242;p18">
            <a:extLst>
              <a:ext uri="{FF2B5EF4-FFF2-40B4-BE49-F238E27FC236}">
                <a16:creationId xmlns:a16="http://schemas.microsoft.com/office/drawing/2014/main" id="{55E82E1F-7963-4E10-91E5-FE58EBD4A767}"/>
              </a:ext>
            </a:extLst>
          </p:cNvPr>
          <p:cNvSpPr>
            <a:spLocks noGrp="1"/>
          </p:cNvSpPr>
          <p:nvPr>
            <p:ph type="pic" idx="4"/>
          </p:nvPr>
        </p:nvSpPr>
        <p:spPr>
          <a:xfrm>
            <a:off x="4709159" y="1200150"/>
            <a:ext cx="4023360" cy="1714500"/>
          </a:xfrm>
          <a:prstGeom prst="rect">
            <a:avLst/>
          </a:prstGeom>
          <a:solidFill>
            <a:srgbClr val="D5D5D7"/>
          </a:solidFill>
          <a:ln>
            <a:noFill/>
          </a:ln>
        </p:spPr>
      </p:sp>
      <p:sp>
        <p:nvSpPr>
          <p:cNvPr id="243" name="Google Shape;243;p18">
            <a:extLst>
              <a:ext uri="{FF2B5EF4-FFF2-40B4-BE49-F238E27FC236}">
                <a16:creationId xmlns:a16="http://schemas.microsoft.com/office/drawing/2014/main" id="{71DAE220-6318-49D9-9D3F-C48F8A1C1A0A}"/>
              </a:ext>
            </a:extLst>
          </p:cNvPr>
          <p:cNvSpPr>
            <a:spLocks noGrp="1"/>
          </p:cNvSpPr>
          <p:nvPr>
            <p:ph type="body" idx="5"/>
          </p:nvPr>
        </p:nvSpPr>
        <p:spPr>
          <a:xfrm>
            <a:off x="4709159" y="3086100"/>
            <a:ext cx="4023360"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350" b="1"/>
            </a:lvl1pPr>
            <a:lvl2pPr marL="914400" indent="-228600" algn="l">
              <a:lnSpc>
                <a:spcPct val="95000"/>
              </a:lnSpc>
              <a:spcBef>
                <a:spcPts val="0"/>
              </a:spcBef>
              <a:spcAft>
                <a:spcPts val="0"/>
              </a:spcAft>
              <a:buNone/>
              <a:defRPr sz="1350" b="1"/>
            </a:lvl2pPr>
            <a:lvl3pPr marL="1371600" indent="-228600" algn="l">
              <a:lnSpc>
                <a:spcPct val="95000"/>
              </a:lnSpc>
              <a:spcBef>
                <a:spcPts val="0"/>
              </a:spcBef>
              <a:spcAft>
                <a:spcPts val="0"/>
              </a:spcAft>
              <a:buNone/>
              <a:defRPr sz="1350" b="1"/>
            </a:lvl3pPr>
            <a:lvl4pPr marL="1828800" indent="-228600" algn="l">
              <a:lnSpc>
                <a:spcPct val="95000"/>
              </a:lnSpc>
              <a:spcBef>
                <a:spcPts val="0"/>
              </a:spcBef>
              <a:spcAft>
                <a:spcPts val="0"/>
              </a:spcAft>
              <a:buNone/>
              <a:defRPr sz="1350" b="1"/>
            </a:lvl4pPr>
            <a:lvl5pPr marL="2286000" indent="-228600" algn="l">
              <a:lnSpc>
                <a:spcPct val="95000"/>
              </a:lnSpc>
              <a:spcBef>
                <a:spcPts val="0"/>
              </a:spcBef>
              <a:spcAft>
                <a:spcPts val="0"/>
              </a:spcAft>
              <a:buNone/>
              <a:defRPr sz="1350" b="1"/>
            </a:lvl5pPr>
            <a:lvl6pPr marL="2743200" indent="-228600" algn="l">
              <a:lnSpc>
                <a:spcPct val="95000"/>
              </a:lnSpc>
              <a:spcBef>
                <a:spcPts val="0"/>
              </a:spcBef>
              <a:spcAft>
                <a:spcPts val="0"/>
              </a:spcAft>
              <a:buNone/>
              <a:defRPr sz="1350" b="1"/>
            </a:lvl6pPr>
            <a:lvl7pPr marL="3200400" indent="-228600" algn="l">
              <a:lnSpc>
                <a:spcPct val="95000"/>
              </a:lnSpc>
              <a:spcBef>
                <a:spcPts val="0"/>
              </a:spcBef>
              <a:spcAft>
                <a:spcPts val="0"/>
              </a:spcAft>
              <a:buNone/>
              <a:defRPr sz="1350" b="1"/>
            </a:lvl7pPr>
            <a:lvl8pPr marL="3657600" indent="-228600" algn="l">
              <a:lnSpc>
                <a:spcPct val="95000"/>
              </a:lnSpc>
              <a:spcBef>
                <a:spcPts val="0"/>
              </a:spcBef>
              <a:spcAft>
                <a:spcPts val="0"/>
              </a:spcAft>
              <a:buNone/>
              <a:defRPr sz="1350" b="1"/>
            </a:lvl8pPr>
            <a:lvl9pPr marL="4114800" indent="-228600" algn="l">
              <a:lnSpc>
                <a:spcPct val="95000"/>
              </a:lnSpc>
              <a:spcBef>
                <a:spcPts val="0"/>
              </a:spcBef>
              <a:spcAft>
                <a:spcPts val="0"/>
              </a:spcAft>
              <a:buNone/>
              <a:defRPr sz="1350" b="1"/>
            </a:lvl9pPr>
          </a:lstStyle>
          <a:p>
            <a:endParaRPr/>
          </a:p>
        </p:txBody>
      </p:sp>
      <p:sp>
        <p:nvSpPr>
          <p:cNvPr id="244" name="Google Shape;244;p18">
            <a:extLst>
              <a:ext uri="{FF2B5EF4-FFF2-40B4-BE49-F238E27FC236}">
                <a16:creationId xmlns:a16="http://schemas.microsoft.com/office/drawing/2014/main" id="{106619A2-875C-45A9-AA20-F97347713DFD}"/>
              </a:ext>
            </a:extLst>
          </p:cNvPr>
          <p:cNvSpPr>
            <a:spLocks noGrp="1"/>
          </p:cNvSpPr>
          <p:nvPr>
            <p:ph type="body" idx="6"/>
          </p:nvPr>
        </p:nvSpPr>
        <p:spPr>
          <a:xfrm>
            <a:off x="4709159" y="3394710"/>
            <a:ext cx="4023360" cy="1234440"/>
          </a:xfrm>
          <a:prstGeom prst="rect">
            <a:avLst/>
          </a:prstGeom>
          <a:noFill/>
          <a:ln>
            <a:noFill/>
          </a:ln>
        </p:spPr>
        <p:txBody>
          <a:bodyPr spcFirstLastPara="1" wrap="square" lIns="0" tIns="0" rIns="0" bIns="0" anchor="t">
            <a:noAutofit/>
          </a:bodyPr>
          <a:lstStyle>
            <a:lvl1pPr marL="457200" indent="-300037" algn="l">
              <a:lnSpc>
                <a:spcPct val="95000"/>
              </a:lnSpc>
              <a:spcBef>
                <a:spcPts val="750"/>
              </a:spcBef>
              <a:spcAft>
                <a:spcPts val="0"/>
              </a:spcAft>
              <a:buChar char="▪"/>
              <a:defRPr sz="1125"/>
            </a:lvl1pPr>
            <a:lvl2pPr marL="914400" indent="-300037" algn="l">
              <a:lnSpc>
                <a:spcPct val="95000"/>
              </a:lnSpc>
              <a:spcBef>
                <a:spcPts val="375"/>
              </a:spcBef>
              <a:spcAft>
                <a:spcPts val="0"/>
              </a:spcAft>
              <a:buChar char="–"/>
              <a:defRPr sz="1125"/>
            </a:lvl2pPr>
            <a:lvl3pPr marL="1371600" indent="-300037" algn="l">
              <a:lnSpc>
                <a:spcPct val="95000"/>
              </a:lnSpc>
              <a:spcBef>
                <a:spcPts val="375"/>
              </a:spcBef>
              <a:spcAft>
                <a:spcPts val="0"/>
              </a:spcAft>
              <a:buChar char="–"/>
              <a:defRPr sz="1125"/>
            </a:lvl3pPr>
            <a:lvl4pPr marL="1828800" indent="-300037" algn="l">
              <a:lnSpc>
                <a:spcPct val="95000"/>
              </a:lnSpc>
              <a:spcBef>
                <a:spcPts val="375"/>
              </a:spcBef>
              <a:spcAft>
                <a:spcPts val="0"/>
              </a:spcAft>
              <a:buChar char="–"/>
              <a:defRPr sz="1125"/>
            </a:lvl4pPr>
            <a:lvl5pPr marL="2286000" indent="-300037" algn="l">
              <a:lnSpc>
                <a:spcPct val="95000"/>
              </a:lnSpc>
              <a:spcBef>
                <a:spcPts val="375"/>
              </a:spcBef>
              <a:spcAft>
                <a:spcPts val="0"/>
              </a:spcAft>
              <a:buChar char="–"/>
              <a:defRPr sz="1125"/>
            </a:lvl5pPr>
            <a:lvl6pPr marL="2743200" indent="-300037" algn="l">
              <a:lnSpc>
                <a:spcPct val="95000"/>
              </a:lnSpc>
              <a:spcBef>
                <a:spcPts val="375"/>
              </a:spcBef>
              <a:spcAft>
                <a:spcPts val="0"/>
              </a:spcAft>
              <a:buChar char="–"/>
              <a:defRPr sz="1125"/>
            </a:lvl6pPr>
            <a:lvl7pPr marL="3200400" indent="-300037" algn="l">
              <a:lnSpc>
                <a:spcPct val="95000"/>
              </a:lnSpc>
              <a:spcBef>
                <a:spcPts val="375"/>
              </a:spcBef>
              <a:spcAft>
                <a:spcPts val="0"/>
              </a:spcAft>
              <a:buChar char="–"/>
              <a:defRPr sz="1125"/>
            </a:lvl7pPr>
            <a:lvl8pPr marL="3657600" indent="-300037" algn="l">
              <a:lnSpc>
                <a:spcPct val="95000"/>
              </a:lnSpc>
              <a:spcBef>
                <a:spcPts val="375"/>
              </a:spcBef>
              <a:spcAft>
                <a:spcPts val="0"/>
              </a:spcAft>
              <a:buChar char="–"/>
              <a:defRPr sz="1125"/>
            </a:lvl8pPr>
            <a:lvl9pPr marL="4114800" indent="-300037" algn="l">
              <a:lnSpc>
                <a:spcPct val="95000"/>
              </a:lnSpc>
              <a:spcBef>
                <a:spcPts val="375"/>
              </a:spcBef>
              <a:spcAft>
                <a:spcPts val="0"/>
              </a:spcAft>
              <a:buChar char="–"/>
              <a:defRPr sz="1125"/>
            </a:lvl9pPr>
          </a:lstStyle>
          <a:p>
            <a:endParaRPr/>
          </a:p>
        </p:txBody>
      </p:sp>
      <p:sp>
        <p:nvSpPr>
          <p:cNvPr id="245" name="Google Shape;245;p18">
            <a:extLst>
              <a:ext uri="{FF2B5EF4-FFF2-40B4-BE49-F238E27FC236}">
                <a16:creationId xmlns:a16="http://schemas.microsoft.com/office/drawing/2014/main" id="{B5688334-199D-4D4C-B6E8-5DD7B3CFD530}"/>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46" name="Google Shape;246;p18">
            <a:extLst>
              <a:ext uri="{FF2B5EF4-FFF2-40B4-BE49-F238E27FC236}">
                <a16:creationId xmlns:a16="http://schemas.microsoft.com/office/drawing/2014/main" id="{F749D254-1F02-413C-A2FF-C35283FDA266}"/>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matchingName="Content and 3 Images">
  <p:cSld name="Content and 3 Images">
    <p:spTree>
      <p:nvGrpSpPr>
        <p:cNvPr id="1" name=""/>
        <p:cNvGrpSpPr/>
        <p:nvPr/>
      </p:nvGrpSpPr>
      <p:grpSpPr>
        <a:xfrm>
          <a:off x="0" y="0"/>
          <a:ext cx="0" cy="0"/>
          <a:chOff x="0" y="0"/>
          <a:chExt cx="0" cy="0"/>
        </a:xfrm>
      </p:grpSpPr>
      <p:sp>
        <p:nvSpPr>
          <p:cNvPr id="248" name="Google Shape;248;p19">
            <a:extLst>
              <a:ext uri="{FF2B5EF4-FFF2-40B4-BE49-F238E27FC236}">
                <a16:creationId xmlns:a16="http://schemas.microsoft.com/office/drawing/2014/main" id="{5DAD249A-391A-45FA-803A-E7DD3FF129A6}"/>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49" name="Google Shape;249;p19">
            <a:extLst>
              <a:ext uri="{FF2B5EF4-FFF2-40B4-BE49-F238E27FC236}">
                <a16:creationId xmlns:a16="http://schemas.microsoft.com/office/drawing/2014/main" id="{72571945-FDBD-44A6-9E47-1306C95B4885}"/>
              </a:ext>
            </a:extLst>
          </p:cNvPr>
          <p:cNvSpPr>
            <a:spLocks noGrp="1"/>
          </p:cNvSpPr>
          <p:nvPr>
            <p:ph type="pic" idx="2"/>
          </p:nvPr>
        </p:nvSpPr>
        <p:spPr>
          <a:xfrm>
            <a:off x="411479" y="1200150"/>
            <a:ext cx="2587752" cy="1268730"/>
          </a:xfrm>
          <a:prstGeom prst="rect">
            <a:avLst/>
          </a:prstGeom>
          <a:solidFill>
            <a:srgbClr val="D5D5D7"/>
          </a:solidFill>
          <a:ln>
            <a:noFill/>
          </a:ln>
        </p:spPr>
      </p:sp>
      <p:sp>
        <p:nvSpPr>
          <p:cNvPr id="250" name="Google Shape;250;p19">
            <a:extLst>
              <a:ext uri="{FF2B5EF4-FFF2-40B4-BE49-F238E27FC236}">
                <a16:creationId xmlns:a16="http://schemas.microsoft.com/office/drawing/2014/main" id="{0EFD3FCE-E2BA-41F9-97F4-782D0EB57BD4}"/>
              </a:ext>
            </a:extLst>
          </p:cNvPr>
          <p:cNvSpPr>
            <a:spLocks noGrp="1"/>
          </p:cNvSpPr>
          <p:nvPr>
            <p:ph type="body" idx="1"/>
          </p:nvPr>
        </p:nvSpPr>
        <p:spPr>
          <a:xfrm>
            <a:off x="411478" y="2640330"/>
            <a:ext cx="2587752"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350" b="1"/>
            </a:lvl1pPr>
            <a:lvl2pPr marL="914400" indent="-228600" algn="l">
              <a:lnSpc>
                <a:spcPct val="95000"/>
              </a:lnSpc>
              <a:spcBef>
                <a:spcPts val="0"/>
              </a:spcBef>
              <a:spcAft>
                <a:spcPts val="0"/>
              </a:spcAft>
              <a:buNone/>
              <a:defRPr sz="1350" b="1"/>
            </a:lvl2pPr>
            <a:lvl3pPr marL="1371600" indent="-228600" algn="l">
              <a:lnSpc>
                <a:spcPct val="95000"/>
              </a:lnSpc>
              <a:spcBef>
                <a:spcPts val="0"/>
              </a:spcBef>
              <a:spcAft>
                <a:spcPts val="0"/>
              </a:spcAft>
              <a:buNone/>
              <a:defRPr sz="1350" b="1"/>
            </a:lvl3pPr>
            <a:lvl4pPr marL="1828800" indent="-228600" algn="l">
              <a:lnSpc>
                <a:spcPct val="95000"/>
              </a:lnSpc>
              <a:spcBef>
                <a:spcPts val="0"/>
              </a:spcBef>
              <a:spcAft>
                <a:spcPts val="0"/>
              </a:spcAft>
              <a:buNone/>
              <a:defRPr sz="1350" b="1"/>
            </a:lvl4pPr>
            <a:lvl5pPr marL="2286000" indent="-228600" algn="l">
              <a:lnSpc>
                <a:spcPct val="95000"/>
              </a:lnSpc>
              <a:spcBef>
                <a:spcPts val="0"/>
              </a:spcBef>
              <a:spcAft>
                <a:spcPts val="0"/>
              </a:spcAft>
              <a:buNone/>
              <a:defRPr sz="1350" b="1"/>
            </a:lvl5pPr>
            <a:lvl6pPr marL="2743200" indent="-228600" algn="l">
              <a:lnSpc>
                <a:spcPct val="95000"/>
              </a:lnSpc>
              <a:spcBef>
                <a:spcPts val="0"/>
              </a:spcBef>
              <a:spcAft>
                <a:spcPts val="0"/>
              </a:spcAft>
              <a:buNone/>
              <a:defRPr sz="1350" b="1"/>
            </a:lvl6pPr>
            <a:lvl7pPr marL="3200400" indent="-228600" algn="l">
              <a:lnSpc>
                <a:spcPct val="95000"/>
              </a:lnSpc>
              <a:spcBef>
                <a:spcPts val="0"/>
              </a:spcBef>
              <a:spcAft>
                <a:spcPts val="0"/>
              </a:spcAft>
              <a:buNone/>
              <a:defRPr sz="1350" b="1"/>
            </a:lvl7pPr>
            <a:lvl8pPr marL="3657600" indent="-228600" algn="l">
              <a:lnSpc>
                <a:spcPct val="95000"/>
              </a:lnSpc>
              <a:spcBef>
                <a:spcPts val="0"/>
              </a:spcBef>
              <a:spcAft>
                <a:spcPts val="0"/>
              </a:spcAft>
              <a:buNone/>
              <a:defRPr sz="1350" b="1"/>
            </a:lvl8pPr>
            <a:lvl9pPr marL="4114800" indent="-228600" algn="l">
              <a:lnSpc>
                <a:spcPct val="95000"/>
              </a:lnSpc>
              <a:spcBef>
                <a:spcPts val="0"/>
              </a:spcBef>
              <a:spcAft>
                <a:spcPts val="0"/>
              </a:spcAft>
              <a:buNone/>
              <a:defRPr sz="1350" b="1"/>
            </a:lvl9pPr>
          </a:lstStyle>
          <a:p>
            <a:endParaRPr/>
          </a:p>
        </p:txBody>
      </p:sp>
      <p:sp>
        <p:nvSpPr>
          <p:cNvPr id="251" name="Google Shape;251;p19">
            <a:extLst>
              <a:ext uri="{FF2B5EF4-FFF2-40B4-BE49-F238E27FC236}">
                <a16:creationId xmlns:a16="http://schemas.microsoft.com/office/drawing/2014/main" id="{9A92E0FF-531A-4A6A-8A5B-C29D9299B397}"/>
              </a:ext>
            </a:extLst>
          </p:cNvPr>
          <p:cNvSpPr>
            <a:spLocks noGrp="1"/>
          </p:cNvSpPr>
          <p:nvPr>
            <p:ph type="body" idx="3"/>
          </p:nvPr>
        </p:nvSpPr>
        <p:spPr>
          <a:xfrm>
            <a:off x="411479" y="2948940"/>
            <a:ext cx="2587752" cy="1680210"/>
          </a:xfrm>
          <a:prstGeom prst="rect">
            <a:avLst/>
          </a:prstGeom>
          <a:noFill/>
          <a:ln>
            <a:noFill/>
          </a:ln>
        </p:spPr>
        <p:txBody>
          <a:bodyPr spcFirstLastPara="1" wrap="square" lIns="0" tIns="0" rIns="0" bIns="0" anchor="t">
            <a:noAutofit/>
          </a:bodyPr>
          <a:lstStyle>
            <a:lvl1pPr marL="457200" indent="-300037" algn="l">
              <a:lnSpc>
                <a:spcPct val="95000"/>
              </a:lnSpc>
              <a:spcBef>
                <a:spcPts val="750"/>
              </a:spcBef>
              <a:spcAft>
                <a:spcPts val="0"/>
              </a:spcAft>
              <a:buChar char="▪"/>
              <a:defRPr sz="1125"/>
            </a:lvl1pPr>
            <a:lvl2pPr marL="914400" indent="-300037" algn="l">
              <a:lnSpc>
                <a:spcPct val="95000"/>
              </a:lnSpc>
              <a:spcBef>
                <a:spcPts val="375"/>
              </a:spcBef>
              <a:spcAft>
                <a:spcPts val="0"/>
              </a:spcAft>
              <a:buChar char="–"/>
              <a:defRPr sz="1125"/>
            </a:lvl2pPr>
            <a:lvl3pPr marL="1371600" indent="-300037" algn="l">
              <a:lnSpc>
                <a:spcPct val="95000"/>
              </a:lnSpc>
              <a:spcBef>
                <a:spcPts val="375"/>
              </a:spcBef>
              <a:spcAft>
                <a:spcPts val="0"/>
              </a:spcAft>
              <a:buChar char="–"/>
              <a:defRPr sz="1125"/>
            </a:lvl3pPr>
            <a:lvl4pPr marL="1828800" indent="-300037" algn="l">
              <a:lnSpc>
                <a:spcPct val="95000"/>
              </a:lnSpc>
              <a:spcBef>
                <a:spcPts val="375"/>
              </a:spcBef>
              <a:spcAft>
                <a:spcPts val="0"/>
              </a:spcAft>
              <a:buChar char="–"/>
              <a:defRPr sz="1125"/>
            </a:lvl4pPr>
            <a:lvl5pPr marL="2286000" indent="-300037" algn="l">
              <a:lnSpc>
                <a:spcPct val="95000"/>
              </a:lnSpc>
              <a:spcBef>
                <a:spcPts val="375"/>
              </a:spcBef>
              <a:spcAft>
                <a:spcPts val="0"/>
              </a:spcAft>
              <a:buChar char="–"/>
              <a:defRPr sz="1125"/>
            </a:lvl5pPr>
            <a:lvl6pPr marL="2743200" indent="-300037" algn="l">
              <a:lnSpc>
                <a:spcPct val="95000"/>
              </a:lnSpc>
              <a:spcBef>
                <a:spcPts val="375"/>
              </a:spcBef>
              <a:spcAft>
                <a:spcPts val="0"/>
              </a:spcAft>
              <a:buChar char="–"/>
              <a:defRPr sz="1125"/>
            </a:lvl6pPr>
            <a:lvl7pPr marL="3200400" indent="-300037" algn="l">
              <a:lnSpc>
                <a:spcPct val="95000"/>
              </a:lnSpc>
              <a:spcBef>
                <a:spcPts val="375"/>
              </a:spcBef>
              <a:spcAft>
                <a:spcPts val="0"/>
              </a:spcAft>
              <a:buChar char="–"/>
              <a:defRPr sz="1125"/>
            </a:lvl7pPr>
            <a:lvl8pPr marL="3657600" indent="-300037" algn="l">
              <a:lnSpc>
                <a:spcPct val="95000"/>
              </a:lnSpc>
              <a:spcBef>
                <a:spcPts val="375"/>
              </a:spcBef>
              <a:spcAft>
                <a:spcPts val="0"/>
              </a:spcAft>
              <a:buChar char="–"/>
              <a:defRPr sz="1125"/>
            </a:lvl8pPr>
            <a:lvl9pPr marL="4114800" indent="-300037" algn="l">
              <a:lnSpc>
                <a:spcPct val="95000"/>
              </a:lnSpc>
              <a:spcBef>
                <a:spcPts val="375"/>
              </a:spcBef>
              <a:spcAft>
                <a:spcPts val="0"/>
              </a:spcAft>
              <a:buChar char="–"/>
              <a:defRPr sz="1125"/>
            </a:lvl9pPr>
          </a:lstStyle>
          <a:p>
            <a:endParaRPr/>
          </a:p>
        </p:txBody>
      </p:sp>
      <p:sp>
        <p:nvSpPr>
          <p:cNvPr id="252" name="Google Shape;252;p19">
            <a:extLst>
              <a:ext uri="{FF2B5EF4-FFF2-40B4-BE49-F238E27FC236}">
                <a16:creationId xmlns:a16="http://schemas.microsoft.com/office/drawing/2014/main" id="{576197E3-13C3-4EB1-90F9-8512F8984564}"/>
              </a:ext>
            </a:extLst>
          </p:cNvPr>
          <p:cNvSpPr>
            <a:spLocks noGrp="1"/>
          </p:cNvSpPr>
          <p:nvPr>
            <p:ph type="pic" idx="4"/>
          </p:nvPr>
        </p:nvSpPr>
        <p:spPr>
          <a:xfrm>
            <a:off x="3278123" y="1200150"/>
            <a:ext cx="2587752" cy="1268730"/>
          </a:xfrm>
          <a:prstGeom prst="rect">
            <a:avLst/>
          </a:prstGeom>
          <a:solidFill>
            <a:srgbClr val="D5D5D7"/>
          </a:solidFill>
          <a:ln>
            <a:noFill/>
          </a:ln>
        </p:spPr>
      </p:sp>
      <p:sp>
        <p:nvSpPr>
          <p:cNvPr id="253" name="Google Shape;253;p19">
            <a:extLst>
              <a:ext uri="{FF2B5EF4-FFF2-40B4-BE49-F238E27FC236}">
                <a16:creationId xmlns:a16="http://schemas.microsoft.com/office/drawing/2014/main" id="{7D6A92D2-4679-4313-8EEF-B23C34F8D3DC}"/>
              </a:ext>
            </a:extLst>
          </p:cNvPr>
          <p:cNvSpPr>
            <a:spLocks noGrp="1"/>
          </p:cNvSpPr>
          <p:nvPr>
            <p:ph type="body" idx="5"/>
          </p:nvPr>
        </p:nvSpPr>
        <p:spPr>
          <a:xfrm>
            <a:off x="3278123" y="2640330"/>
            <a:ext cx="2587752"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350" b="1"/>
            </a:lvl1pPr>
            <a:lvl2pPr marL="914400" indent="-228600" algn="l">
              <a:lnSpc>
                <a:spcPct val="95000"/>
              </a:lnSpc>
              <a:spcBef>
                <a:spcPts val="0"/>
              </a:spcBef>
              <a:spcAft>
                <a:spcPts val="0"/>
              </a:spcAft>
              <a:buNone/>
              <a:defRPr sz="1350" b="1"/>
            </a:lvl2pPr>
            <a:lvl3pPr marL="1371600" indent="-228600" algn="l">
              <a:lnSpc>
                <a:spcPct val="95000"/>
              </a:lnSpc>
              <a:spcBef>
                <a:spcPts val="0"/>
              </a:spcBef>
              <a:spcAft>
                <a:spcPts val="0"/>
              </a:spcAft>
              <a:buNone/>
              <a:defRPr sz="1350" b="1"/>
            </a:lvl3pPr>
            <a:lvl4pPr marL="1828800" indent="-228600" algn="l">
              <a:lnSpc>
                <a:spcPct val="95000"/>
              </a:lnSpc>
              <a:spcBef>
                <a:spcPts val="0"/>
              </a:spcBef>
              <a:spcAft>
                <a:spcPts val="0"/>
              </a:spcAft>
              <a:buNone/>
              <a:defRPr sz="1350" b="1"/>
            </a:lvl4pPr>
            <a:lvl5pPr marL="2286000" indent="-228600" algn="l">
              <a:lnSpc>
                <a:spcPct val="95000"/>
              </a:lnSpc>
              <a:spcBef>
                <a:spcPts val="0"/>
              </a:spcBef>
              <a:spcAft>
                <a:spcPts val="0"/>
              </a:spcAft>
              <a:buNone/>
              <a:defRPr sz="1350" b="1"/>
            </a:lvl5pPr>
            <a:lvl6pPr marL="2743200" indent="-228600" algn="l">
              <a:lnSpc>
                <a:spcPct val="95000"/>
              </a:lnSpc>
              <a:spcBef>
                <a:spcPts val="0"/>
              </a:spcBef>
              <a:spcAft>
                <a:spcPts val="0"/>
              </a:spcAft>
              <a:buNone/>
              <a:defRPr sz="1350" b="1"/>
            </a:lvl6pPr>
            <a:lvl7pPr marL="3200400" indent="-228600" algn="l">
              <a:lnSpc>
                <a:spcPct val="95000"/>
              </a:lnSpc>
              <a:spcBef>
                <a:spcPts val="0"/>
              </a:spcBef>
              <a:spcAft>
                <a:spcPts val="0"/>
              </a:spcAft>
              <a:buNone/>
              <a:defRPr sz="1350" b="1"/>
            </a:lvl7pPr>
            <a:lvl8pPr marL="3657600" indent="-228600" algn="l">
              <a:lnSpc>
                <a:spcPct val="95000"/>
              </a:lnSpc>
              <a:spcBef>
                <a:spcPts val="0"/>
              </a:spcBef>
              <a:spcAft>
                <a:spcPts val="0"/>
              </a:spcAft>
              <a:buNone/>
              <a:defRPr sz="1350" b="1"/>
            </a:lvl8pPr>
            <a:lvl9pPr marL="4114800" indent="-228600" algn="l">
              <a:lnSpc>
                <a:spcPct val="95000"/>
              </a:lnSpc>
              <a:spcBef>
                <a:spcPts val="0"/>
              </a:spcBef>
              <a:spcAft>
                <a:spcPts val="0"/>
              </a:spcAft>
              <a:buNone/>
              <a:defRPr sz="1350" b="1"/>
            </a:lvl9pPr>
          </a:lstStyle>
          <a:p>
            <a:endParaRPr/>
          </a:p>
        </p:txBody>
      </p:sp>
      <p:sp>
        <p:nvSpPr>
          <p:cNvPr id="254" name="Google Shape;254;p19">
            <a:extLst>
              <a:ext uri="{FF2B5EF4-FFF2-40B4-BE49-F238E27FC236}">
                <a16:creationId xmlns:a16="http://schemas.microsoft.com/office/drawing/2014/main" id="{3E9FA44C-1A49-4526-91CF-2CF4F7E29609}"/>
              </a:ext>
            </a:extLst>
          </p:cNvPr>
          <p:cNvSpPr>
            <a:spLocks noGrp="1"/>
          </p:cNvSpPr>
          <p:nvPr>
            <p:ph type="body" idx="6"/>
          </p:nvPr>
        </p:nvSpPr>
        <p:spPr>
          <a:xfrm>
            <a:off x="3278123" y="2948940"/>
            <a:ext cx="2587752" cy="1680210"/>
          </a:xfrm>
          <a:prstGeom prst="rect">
            <a:avLst/>
          </a:prstGeom>
          <a:noFill/>
          <a:ln>
            <a:noFill/>
          </a:ln>
        </p:spPr>
        <p:txBody>
          <a:bodyPr spcFirstLastPara="1" wrap="square" lIns="0" tIns="0" rIns="0" bIns="0" anchor="t">
            <a:noAutofit/>
          </a:bodyPr>
          <a:lstStyle>
            <a:lvl1pPr marL="457200" indent="-300037" algn="l">
              <a:lnSpc>
                <a:spcPct val="95000"/>
              </a:lnSpc>
              <a:spcBef>
                <a:spcPts val="750"/>
              </a:spcBef>
              <a:spcAft>
                <a:spcPts val="0"/>
              </a:spcAft>
              <a:buChar char="▪"/>
              <a:defRPr sz="1125"/>
            </a:lvl1pPr>
            <a:lvl2pPr marL="914400" indent="-300037" algn="l">
              <a:lnSpc>
                <a:spcPct val="95000"/>
              </a:lnSpc>
              <a:spcBef>
                <a:spcPts val="375"/>
              </a:spcBef>
              <a:spcAft>
                <a:spcPts val="0"/>
              </a:spcAft>
              <a:buChar char="–"/>
              <a:defRPr sz="1125"/>
            </a:lvl2pPr>
            <a:lvl3pPr marL="1371600" indent="-300037" algn="l">
              <a:lnSpc>
                <a:spcPct val="95000"/>
              </a:lnSpc>
              <a:spcBef>
                <a:spcPts val="375"/>
              </a:spcBef>
              <a:spcAft>
                <a:spcPts val="0"/>
              </a:spcAft>
              <a:buChar char="–"/>
              <a:defRPr sz="1125"/>
            </a:lvl3pPr>
            <a:lvl4pPr marL="1828800" indent="-300037" algn="l">
              <a:lnSpc>
                <a:spcPct val="95000"/>
              </a:lnSpc>
              <a:spcBef>
                <a:spcPts val="375"/>
              </a:spcBef>
              <a:spcAft>
                <a:spcPts val="0"/>
              </a:spcAft>
              <a:buChar char="–"/>
              <a:defRPr sz="1125"/>
            </a:lvl4pPr>
            <a:lvl5pPr marL="2286000" indent="-300037" algn="l">
              <a:lnSpc>
                <a:spcPct val="95000"/>
              </a:lnSpc>
              <a:spcBef>
                <a:spcPts val="375"/>
              </a:spcBef>
              <a:spcAft>
                <a:spcPts val="0"/>
              </a:spcAft>
              <a:buChar char="–"/>
              <a:defRPr sz="1125"/>
            </a:lvl5pPr>
            <a:lvl6pPr marL="2743200" indent="-300037" algn="l">
              <a:lnSpc>
                <a:spcPct val="95000"/>
              </a:lnSpc>
              <a:spcBef>
                <a:spcPts val="375"/>
              </a:spcBef>
              <a:spcAft>
                <a:spcPts val="0"/>
              </a:spcAft>
              <a:buChar char="–"/>
              <a:defRPr sz="1125"/>
            </a:lvl6pPr>
            <a:lvl7pPr marL="3200400" indent="-300037" algn="l">
              <a:lnSpc>
                <a:spcPct val="95000"/>
              </a:lnSpc>
              <a:spcBef>
                <a:spcPts val="375"/>
              </a:spcBef>
              <a:spcAft>
                <a:spcPts val="0"/>
              </a:spcAft>
              <a:buChar char="–"/>
              <a:defRPr sz="1125"/>
            </a:lvl7pPr>
            <a:lvl8pPr marL="3657600" indent="-300037" algn="l">
              <a:lnSpc>
                <a:spcPct val="95000"/>
              </a:lnSpc>
              <a:spcBef>
                <a:spcPts val="375"/>
              </a:spcBef>
              <a:spcAft>
                <a:spcPts val="0"/>
              </a:spcAft>
              <a:buChar char="–"/>
              <a:defRPr sz="1125"/>
            </a:lvl8pPr>
            <a:lvl9pPr marL="4114800" indent="-300037" algn="l">
              <a:lnSpc>
                <a:spcPct val="95000"/>
              </a:lnSpc>
              <a:spcBef>
                <a:spcPts val="375"/>
              </a:spcBef>
              <a:spcAft>
                <a:spcPts val="0"/>
              </a:spcAft>
              <a:buChar char="–"/>
              <a:defRPr sz="1125"/>
            </a:lvl9pPr>
          </a:lstStyle>
          <a:p>
            <a:endParaRPr/>
          </a:p>
        </p:txBody>
      </p:sp>
      <p:sp>
        <p:nvSpPr>
          <p:cNvPr id="255" name="Google Shape;255;p19">
            <a:extLst>
              <a:ext uri="{FF2B5EF4-FFF2-40B4-BE49-F238E27FC236}">
                <a16:creationId xmlns:a16="http://schemas.microsoft.com/office/drawing/2014/main" id="{0A66173E-EFAB-4AF8-9BC1-0EC3E67BB24A}"/>
              </a:ext>
            </a:extLst>
          </p:cNvPr>
          <p:cNvSpPr>
            <a:spLocks noGrp="1"/>
          </p:cNvSpPr>
          <p:nvPr>
            <p:ph type="pic" idx="7"/>
          </p:nvPr>
        </p:nvSpPr>
        <p:spPr>
          <a:xfrm>
            <a:off x="6144767" y="1200150"/>
            <a:ext cx="2587752" cy="1268730"/>
          </a:xfrm>
          <a:prstGeom prst="rect">
            <a:avLst/>
          </a:prstGeom>
          <a:solidFill>
            <a:srgbClr val="D5D5D7"/>
          </a:solidFill>
          <a:ln>
            <a:noFill/>
          </a:ln>
        </p:spPr>
      </p:sp>
      <p:sp>
        <p:nvSpPr>
          <p:cNvPr id="256" name="Google Shape;256;p19">
            <a:extLst>
              <a:ext uri="{FF2B5EF4-FFF2-40B4-BE49-F238E27FC236}">
                <a16:creationId xmlns:a16="http://schemas.microsoft.com/office/drawing/2014/main" id="{D5B7A86F-9F8B-44C4-8E9C-305F3C90DF40}"/>
              </a:ext>
            </a:extLst>
          </p:cNvPr>
          <p:cNvSpPr>
            <a:spLocks noGrp="1"/>
          </p:cNvSpPr>
          <p:nvPr>
            <p:ph type="body" idx="8"/>
          </p:nvPr>
        </p:nvSpPr>
        <p:spPr>
          <a:xfrm>
            <a:off x="6144767" y="2640330"/>
            <a:ext cx="2587752"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350" b="1"/>
            </a:lvl1pPr>
            <a:lvl2pPr marL="914400" indent="-228600" algn="l">
              <a:lnSpc>
                <a:spcPct val="95000"/>
              </a:lnSpc>
              <a:spcBef>
                <a:spcPts val="0"/>
              </a:spcBef>
              <a:spcAft>
                <a:spcPts val="0"/>
              </a:spcAft>
              <a:buNone/>
              <a:defRPr sz="1350" b="1"/>
            </a:lvl2pPr>
            <a:lvl3pPr marL="1371600" indent="-228600" algn="l">
              <a:lnSpc>
                <a:spcPct val="95000"/>
              </a:lnSpc>
              <a:spcBef>
                <a:spcPts val="0"/>
              </a:spcBef>
              <a:spcAft>
                <a:spcPts val="0"/>
              </a:spcAft>
              <a:buNone/>
              <a:defRPr sz="1350" b="1"/>
            </a:lvl3pPr>
            <a:lvl4pPr marL="1828800" indent="-228600" algn="l">
              <a:lnSpc>
                <a:spcPct val="95000"/>
              </a:lnSpc>
              <a:spcBef>
                <a:spcPts val="0"/>
              </a:spcBef>
              <a:spcAft>
                <a:spcPts val="0"/>
              </a:spcAft>
              <a:buNone/>
              <a:defRPr sz="1350" b="1"/>
            </a:lvl4pPr>
            <a:lvl5pPr marL="2286000" indent="-228600" algn="l">
              <a:lnSpc>
                <a:spcPct val="95000"/>
              </a:lnSpc>
              <a:spcBef>
                <a:spcPts val="0"/>
              </a:spcBef>
              <a:spcAft>
                <a:spcPts val="0"/>
              </a:spcAft>
              <a:buNone/>
              <a:defRPr sz="1350" b="1"/>
            </a:lvl5pPr>
            <a:lvl6pPr marL="2743200" indent="-228600" algn="l">
              <a:lnSpc>
                <a:spcPct val="95000"/>
              </a:lnSpc>
              <a:spcBef>
                <a:spcPts val="0"/>
              </a:spcBef>
              <a:spcAft>
                <a:spcPts val="0"/>
              </a:spcAft>
              <a:buNone/>
              <a:defRPr sz="1350" b="1"/>
            </a:lvl6pPr>
            <a:lvl7pPr marL="3200400" indent="-228600" algn="l">
              <a:lnSpc>
                <a:spcPct val="95000"/>
              </a:lnSpc>
              <a:spcBef>
                <a:spcPts val="0"/>
              </a:spcBef>
              <a:spcAft>
                <a:spcPts val="0"/>
              </a:spcAft>
              <a:buNone/>
              <a:defRPr sz="1350" b="1"/>
            </a:lvl7pPr>
            <a:lvl8pPr marL="3657600" indent="-228600" algn="l">
              <a:lnSpc>
                <a:spcPct val="95000"/>
              </a:lnSpc>
              <a:spcBef>
                <a:spcPts val="0"/>
              </a:spcBef>
              <a:spcAft>
                <a:spcPts val="0"/>
              </a:spcAft>
              <a:buNone/>
              <a:defRPr sz="1350" b="1"/>
            </a:lvl8pPr>
            <a:lvl9pPr marL="4114800" indent="-228600" algn="l">
              <a:lnSpc>
                <a:spcPct val="95000"/>
              </a:lnSpc>
              <a:spcBef>
                <a:spcPts val="0"/>
              </a:spcBef>
              <a:spcAft>
                <a:spcPts val="0"/>
              </a:spcAft>
              <a:buNone/>
              <a:defRPr sz="1350" b="1"/>
            </a:lvl9pPr>
          </a:lstStyle>
          <a:p>
            <a:endParaRPr/>
          </a:p>
        </p:txBody>
      </p:sp>
      <p:sp>
        <p:nvSpPr>
          <p:cNvPr id="257" name="Google Shape;257;p19">
            <a:extLst>
              <a:ext uri="{FF2B5EF4-FFF2-40B4-BE49-F238E27FC236}">
                <a16:creationId xmlns:a16="http://schemas.microsoft.com/office/drawing/2014/main" id="{4F79EF37-7254-4C95-87A7-7A5D70AB25C0}"/>
              </a:ext>
            </a:extLst>
          </p:cNvPr>
          <p:cNvSpPr>
            <a:spLocks noGrp="1"/>
          </p:cNvSpPr>
          <p:nvPr>
            <p:ph type="body" idx="9"/>
          </p:nvPr>
        </p:nvSpPr>
        <p:spPr>
          <a:xfrm>
            <a:off x="6144767" y="2948940"/>
            <a:ext cx="2587752" cy="1680210"/>
          </a:xfrm>
          <a:prstGeom prst="rect">
            <a:avLst/>
          </a:prstGeom>
          <a:noFill/>
          <a:ln>
            <a:noFill/>
          </a:ln>
        </p:spPr>
        <p:txBody>
          <a:bodyPr spcFirstLastPara="1" wrap="square" lIns="0" tIns="0" rIns="0" bIns="0" anchor="t">
            <a:noAutofit/>
          </a:bodyPr>
          <a:lstStyle>
            <a:lvl1pPr marL="457200" indent="-300037" algn="l">
              <a:lnSpc>
                <a:spcPct val="95000"/>
              </a:lnSpc>
              <a:spcBef>
                <a:spcPts val="750"/>
              </a:spcBef>
              <a:spcAft>
                <a:spcPts val="0"/>
              </a:spcAft>
              <a:buChar char="▪"/>
              <a:defRPr sz="1125"/>
            </a:lvl1pPr>
            <a:lvl2pPr marL="914400" indent="-300037" algn="l">
              <a:lnSpc>
                <a:spcPct val="95000"/>
              </a:lnSpc>
              <a:spcBef>
                <a:spcPts val="375"/>
              </a:spcBef>
              <a:spcAft>
                <a:spcPts val="0"/>
              </a:spcAft>
              <a:buChar char="–"/>
              <a:defRPr sz="1125"/>
            </a:lvl2pPr>
            <a:lvl3pPr marL="1371600" indent="-300037" algn="l">
              <a:lnSpc>
                <a:spcPct val="95000"/>
              </a:lnSpc>
              <a:spcBef>
                <a:spcPts val="375"/>
              </a:spcBef>
              <a:spcAft>
                <a:spcPts val="0"/>
              </a:spcAft>
              <a:buChar char="–"/>
              <a:defRPr sz="1125"/>
            </a:lvl3pPr>
            <a:lvl4pPr marL="1828800" indent="-300037" algn="l">
              <a:lnSpc>
                <a:spcPct val="95000"/>
              </a:lnSpc>
              <a:spcBef>
                <a:spcPts val="375"/>
              </a:spcBef>
              <a:spcAft>
                <a:spcPts val="0"/>
              </a:spcAft>
              <a:buChar char="–"/>
              <a:defRPr sz="1125"/>
            </a:lvl4pPr>
            <a:lvl5pPr marL="2286000" indent="-300037" algn="l">
              <a:lnSpc>
                <a:spcPct val="95000"/>
              </a:lnSpc>
              <a:spcBef>
                <a:spcPts val="375"/>
              </a:spcBef>
              <a:spcAft>
                <a:spcPts val="0"/>
              </a:spcAft>
              <a:buChar char="–"/>
              <a:defRPr sz="1125"/>
            </a:lvl5pPr>
            <a:lvl6pPr marL="2743200" indent="-300037" algn="l">
              <a:lnSpc>
                <a:spcPct val="95000"/>
              </a:lnSpc>
              <a:spcBef>
                <a:spcPts val="375"/>
              </a:spcBef>
              <a:spcAft>
                <a:spcPts val="0"/>
              </a:spcAft>
              <a:buChar char="–"/>
              <a:defRPr sz="1125"/>
            </a:lvl6pPr>
            <a:lvl7pPr marL="3200400" indent="-300037" algn="l">
              <a:lnSpc>
                <a:spcPct val="95000"/>
              </a:lnSpc>
              <a:spcBef>
                <a:spcPts val="375"/>
              </a:spcBef>
              <a:spcAft>
                <a:spcPts val="0"/>
              </a:spcAft>
              <a:buChar char="–"/>
              <a:defRPr sz="1125"/>
            </a:lvl7pPr>
            <a:lvl8pPr marL="3657600" indent="-300037" algn="l">
              <a:lnSpc>
                <a:spcPct val="95000"/>
              </a:lnSpc>
              <a:spcBef>
                <a:spcPts val="375"/>
              </a:spcBef>
              <a:spcAft>
                <a:spcPts val="0"/>
              </a:spcAft>
              <a:buChar char="–"/>
              <a:defRPr sz="1125"/>
            </a:lvl8pPr>
            <a:lvl9pPr marL="4114800" indent="-300037" algn="l">
              <a:lnSpc>
                <a:spcPct val="95000"/>
              </a:lnSpc>
              <a:spcBef>
                <a:spcPts val="375"/>
              </a:spcBef>
              <a:spcAft>
                <a:spcPts val="0"/>
              </a:spcAft>
              <a:buChar char="–"/>
              <a:defRPr sz="1125"/>
            </a:lvl9pPr>
          </a:lstStyle>
          <a:p>
            <a:endParaRPr/>
          </a:p>
        </p:txBody>
      </p:sp>
      <p:sp>
        <p:nvSpPr>
          <p:cNvPr id="258" name="Google Shape;258;p19">
            <a:extLst>
              <a:ext uri="{FF2B5EF4-FFF2-40B4-BE49-F238E27FC236}">
                <a16:creationId xmlns:a16="http://schemas.microsoft.com/office/drawing/2014/main" id="{9A80EE7D-97BE-4D33-B328-6DEC06ADDC69}"/>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59" name="Google Shape;259;p19">
            <a:extLst>
              <a:ext uri="{FF2B5EF4-FFF2-40B4-BE49-F238E27FC236}">
                <a16:creationId xmlns:a16="http://schemas.microsoft.com/office/drawing/2014/main" id="{C96E180C-0968-4E17-8C70-67CAC4BDCF93}"/>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matchingName="Content and 4 Images">
  <p:cSld name="Content and 4 Images">
    <p:spTree>
      <p:nvGrpSpPr>
        <p:cNvPr id="1" name=""/>
        <p:cNvGrpSpPr/>
        <p:nvPr/>
      </p:nvGrpSpPr>
      <p:grpSpPr>
        <a:xfrm>
          <a:off x="0" y="0"/>
          <a:ext cx="0" cy="0"/>
          <a:chOff x="0" y="0"/>
          <a:chExt cx="0" cy="0"/>
        </a:xfrm>
      </p:grpSpPr>
      <p:sp>
        <p:nvSpPr>
          <p:cNvPr id="261" name="Google Shape;261;p20">
            <a:extLst>
              <a:ext uri="{FF2B5EF4-FFF2-40B4-BE49-F238E27FC236}">
                <a16:creationId xmlns:a16="http://schemas.microsoft.com/office/drawing/2014/main" id="{6B771984-87CB-499B-A7A1-984D469F177D}"/>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62" name="Google Shape;262;p20">
            <a:extLst>
              <a:ext uri="{FF2B5EF4-FFF2-40B4-BE49-F238E27FC236}">
                <a16:creationId xmlns:a16="http://schemas.microsoft.com/office/drawing/2014/main" id="{C3F2CE18-EB9D-45A4-B2E1-82C89794DA5C}"/>
              </a:ext>
            </a:extLst>
          </p:cNvPr>
          <p:cNvSpPr>
            <a:spLocks noGrp="1"/>
          </p:cNvSpPr>
          <p:nvPr>
            <p:ph type="pic" idx="2"/>
          </p:nvPr>
        </p:nvSpPr>
        <p:spPr>
          <a:xfrm>
            <a:off x="411481" y="1200150"/>
            <a:ext cx="1874519" cy="925830"/>
          </a:xfrm>
          <a:prstGeom prst="rect">
            <a:avLst/>
          </a:prstGeom>
          <a:solidFill>
            <a:srgbClr val="D5D5D7"/>
          </a:solidFill>
          <a:ln>
            <a:noFill/>
          </a:ln>
        </p:spPr>
      </p:sp>
      <p:sp>
        <p:nvSpPr>
          <p:cNvPr id="263" name="Google Shape;263;p20">
            <a:extLst>
              <a:ext uri="{FF2B5EF4-FFF2-40B4-BE49-F238E27FC236}">
                <a16:creationId xmlns:a16="http://schemas.microsoft.com/office/drawing/2014/main" id="{0F451C63-F51F-453B-87CB-3518369AE896}"/>
              </a:ext>
            </a:extLst>
          </p:cNvPr>
          <p:cNvSpPr>
            <a:spLocks noGrp="1"/>
          </p:cNvSpPr>
          <p:nvPr>
            <p:ph type="body" idx="1"/>
          </p:nvPr>
        </p:nvSpPr>
        <p:spPr>
          <a:xfrm>
            <a:off x="411480" y="2297430"/>
            <a:ext cx="1874519"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200" b="1"/>
            </a:lvl1pPr>
            <a:lvl2pPr marL="914400" indent="-228600" algn="l">
              <a:lnSpc>
                <a:spcPct val="95000"/>
              </a:lnSpc>
              <a:spcBef>
                <a:spcPts val="0"/>
              </a:spcBef>
              <a:spcAft>
                <a:spcPts val="0"/>
              </a:spcAft>
              <a:buNone/>
              <a:defRPr sz="1200" b="1"/>
            </a:lvl2pPr>
            <a:lvl3pPr marL="1371600" indent="-228600" algn="l">
              <a:lnSpc>
                <a:spcPct val="95000"/>
              </a:lnSpc>
              <a:spcBef>
                <a:spcPts val="0"/>
              </a:spcBef>
              <a:spcAft>
                <a:spcPts val="0"/>
              </a:spcAft>
              <a:buNone/>
              <a:defRPr sz="1200" b="1"/>
            </a:lvl3pPr>
            <a:lvl4pPr marL="1828800" indent="-228600" algn="l">
              <a:lnSpc>
                <a:spcPct val="95000"/>
              </a:lnSpc>
              <a:spcBef>
                <a:spcPts val="0"/>
              </a:spcBef>
              <a:spcAft>
                <a:spcPts val="0"/>
              </a:spcAft>
              <a:buNone/>
              <a:defRPr sz="1200" b="1"/>
            </a:lvl4pPr>
            <a:lvl5pPr marL="2286000" indent="-228600" algn="l">
              <a:lnSpc>
                <a:spcPct val="95000"/>
              </a:lnSpc>
              <a:spcBef>
                <a:spcPts val="0"/>
              </a:spcBef>
              <a:spcAft>
                <a:spcPts val="0"/>
              </a:spcAft>
              <a:buNone/>
              <a:defRPr sz="1200" b="1"/>
            </a:lvl5pPr>
            <a:lvl6pPr marL="2743200" indent="-228600" algn="l">
              <a:lnSpc>
                <a:spcPct val="95000"/>
              </a:lnSpc>
              <a:spcBef>
                <a:spcPts val="0"/>
              </a:spcBef>
              <a:spcAft>
                <a:spcPts val="0"/>
              </a:spcAft>
              <a:buNone/>
              <a:defRPr sz="1200" b="1"/>
            </a:lvl6pPr>
            <a:lvl7pPr marL="3200400" indent="-228600" algn="l">
              <a:lnSpc>
                <a:spcPct val="95000"/>
              </a:lnSpc>
              <a:spcBef>
                <a:spcPts val="0"/>
              </a:spcBef>
              <a:spcAft>
                <a:spcPts val="0"/>
              </a:spcAft>
              <a:buNone/>
              <a:defRPr sz="1200" b="1"/>
            </a:lvl7pPr>
            <a:lvl8pPr marL="3657600" indent="-228600" algn="l">
              <a:lnSpc>
                <a:spcPct val="95000"/>
              </a:lnSpc>
              <a:spcBef>
                <a:spcPts val="0"/>
              </a:spcBef>
              <a:spcAft>
                <a:spcPts val="0"/>
              </a:spcAft>
              <a:buNone/>
              <a:defRPr sz="1200" b="1"/>
            </a:lvl8pPr>
            <a:lvl9pPr marL="4114800" indent="-228600" algn="l">
              <a:lnSpc>
                <a:spcPct val="95000"/>
              </a:lnSpc>
              <a:spcBef>
                <a:spcPts val="0"/>
              </a:spcBef>
              <a:spcAft>
                <a:spcPts val="0"/>
              </a:spcAft>
              <a:buNone/>
              <a:defRPr sz="1200" b="1"/>
            </a:lvl9pPr>
          </a:lstStyle>
          <a:p>
            <a:endParaRPr/>
          </a:p>
        </p:txBody>
      </p:sp>
      <p:sp>
        <p:nvSpPr>
          <p:cNvPr id="264" name="Google Shape;264;p20">
            <a:extLst>
              <a:ext uri="{FF2B5EF4-FFF2-40B4-BE49-F238E27FC236}">
                <a16:creationId xmlns:a16="http://schemas.microsoft.com/office/drawing/2014/main" id="{6EC7D34B-71DD-4A1A-B421-E6FEB670F9F2}"/>
              </a:ext>
            </a:extLst>
          </p:cNvPr>
          <p:cNvSpPr>
            <a:spLocks noGrp="1"/>
          </p:cNvSpPr>
          <p:nvPr>
            <p:ph type="body" idx="3"/>
          </p:nvPr>
        </p:nvSpPr>
        <p:spPr>
          <a:xfrm>
            <a:off x="411481" y="2606040"/>
            <a:ext cx="1874519" cy="202311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265" name="Google Shape;265;p20">
            <a:extLst>
              <a:ext uri="{FF2B5EF4-FFF2-40B4-BE49-F238E27FC236}">
                <a16:creationId xmlns:a16="http://schemas.microsoft.com/office/drawing/2014/main" id="{42624C9A-9928-43FF-B24F-18B185DE33A8}"/>
              </a:ext>
            </a:extLst>
          </p:cNvPr>
          <p:cNvSpPr>
            <a:spLocks noGrp="1"/>
          </p:cNvSpPr>
          <p:nvPr>
            <p:ph type="pic" idx="4"/>
          </p:nvPr>
        </p:nvSpPr>
        <p:spPr>
          <a:xfrm>
            <a:off x="2571604" y="1200150"/>
            <a:ext cx="1874519" cy="925830"/>
          </a:xfrm>
          <a:prstGeom prst="rect">
            <a:avLst/>
          </a:prstGeom>
          <a:solidFill>
            <a:srgbClr val="D5D5D7"/>
          </a:solidFill>
          <a:ln>
            <a:noFill/>
          </a:ln>
        </p:spPr>
      </p:sp>
      <p:sp>
        <p:nvSpPr>
          <p:cNvPr id="266" name="Google Shape;266;p20">
            <a:extLst>
              <a:ext uri="{FF2B5EF4-FFF2-40B4-BE49-F238E27FC236}">
                <a16:creationId xmlns:a16="http://schemas.microsoft.com/office/drawing/2014/main" id="{FC85370F-4979-4A45-80C8-769F46215E46}"/>
              </a:ext>
            </a:extLst>
          </p:cNvPr>
          <p:cNvSpPr>
            <a:spLocks noGrp="1"/>
          </p:cNvSpPr>
          <p:nvPr>
            <p:ph type="body" idx="5"/>
          </p:nvPr>
        </p:nvSpPr>
        <p:spPr>
          <a:xfrm>
            <a:off x="2571604" y="2297430"/>
            <a:ext cx="1874519"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200" b="1"/>
            </a:lvl1pPr>
            <a:lvl2pPr marL="914400" indent="-228600" algn="l">
              <a:lnSpc>
                <a:spcPct val="95000"/>
              </a:lnSpc>
              <a:spcBef>
                <a:spcPts val="0"/>
              </a:spcBef>
              <a:spcAft>
                <a:spcPts val="0"/>
              </a:spcAft>
              <a:buNone/>
              <a:defRPr sz="1200" b="1"/>
            </a:lvl2pPr>
            <a:lvl3pPr marL="1371600" indent="-228600" algn="l">
              <a:lnSpc>
                <a:spcPct val="95000"/>
              </a:lnSpc>
              <a:spcBef>
                <a:spcPts val="0"/>
              </a:spcBef>
              <a:spcAft>
                <a:spcPts val="0"/>
              </a:spcAft>
              <a:buNone/>
              <a:defRPr sz="1200" b="1"/>
            </a:lvl3pPr>
            <a:lvl4pPr marL="1828800" indent="-228600" algn="l">
              <a:lnSpc>
                <a:spcPct val="95000"/>
              </a:lnSpc>
              <a:spcBef>
                <a:spcPts val="0"/>
              </a:spcBef>
              <a:spcAft>
                <a:spcPts val="0"/>
              </a:spcAft>
              <a:buNone/>
              <a:defRPr sz="1200" b="1"/>
            </a:lvl4pPr>
            <a:lvl5pPr marL="2286000" indent="-228600" algn="l">
              <a:lnSpc>
                <a:spcPct val="95000"/>
              </a:lnSpc>
              <a:spcBef>
                <a:spcPts val="0"/>
              </a:spcBef>
              <a:spcAft>
                <a:spcPts val="0"/>
              </a:spcAft>
              <a:buNone/>
              <a:defRPr sz="1200" b="1"/>
            </a:lvl5pPr>
            <a:lvl6pPr marL="2743200" indent="-228600" algn="l">
              <a:lnSpc>
                <a:spcPct val="95000"/>
              </a:lnSpc>
              <a:spcBef>
                <a:spcPts val="0"/>
              </a:spcBef>
              <a:spcAft>
                <a:spcPts val="0"/>
              </a:spcAft>
              <a:buNone/>
              <a:defRPr sz="1200" b="1"/>
            </a:lvl6pPr>
            <a:lvl7pPr marL="3200400" indent="-228600" algn="l">
              <a:lnSpc>
                <a:spcPct val="95000"/>
              </a:lnSpc>
              <a:spcBef>
                <a:spcPts val="0"/>
              </a:spcBef>
              <a:spcAft>
                <a:spcPts val="0"/>
              </a:spcAft>
              <a:buNone/>
              <a:defRPr sz="1200" b="1"/>
            </a:lvl7pPr>
            <a:lvl8pPr marL="3657600" indent="-228600" algn="l">
              <a:lnSpc>
                <a:spcPct val="95000"/>
              </a:lnSpc>
              <a:spcBef>
                <a:spcPts val="0"/>
              </a:spcBef>
              <a:spcAft>
                <a:spcPts val="0"/>
              </a:spcAft>
              <a:buNone/>
              <a:defRPr sz="1200" b="1"/>
            </a:lvl8pPr>
            <a:lvl9pPr marL="4114800" indent="-228600" algn="l">
              <a:lnSpc>
                <a:spcPct val="95000"/>
              </a:lnSpc>
              <a:spcBef>
                <a:spcPts val="0"/>
              </a:spcBef>
              <a:spcAft>
                <a:spcPts val="0"/>
              </a:spcAft>
              <a:buNone/>
              <a:defRPr sz="1200" b="1"/>
            </a:lvl9pPr>
          </a:lstStyle>
          <a:p>
            <a:endParaRPr/>
          </a:p>
        </p:txBody>
      </p:sp>
      <p:sp>
        <p:nvSpPr>
          <p:cNvPr id="267" name="Google Shape;267;p20">
            <a:extLst>
              <a:ext uri="{FF2B5EF4-FFF2-40B4-BE49-F238E27FC236}">
                <a16:creationId xmlns:a16="http://schemas.microsoft.com/office/drawing/2014/main" id="{E79C5BAA-E0D3-4D7B-90AD-7287B42E02CB}"/>
              </a:ext>
            </a:extLst>
          </p:cNvPr>
          <p:cNvSpPr>
            <a:spLocks noGrp="1"/>
          </p:cNvSpPr>
          <p:nvPr>
            <p:ph type="body" idx="6"/>
          </p:nvPr>
        </p:nvSpPr>
        <p:spPr>
          <a:xfrm>
            <a:off x="2571604" y="2606040"/>
            <a:ext cx="1874519" cy="202311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268" name="Google Shape;268;p20">
            <a:extLst>
              <a:ext uri="{FF2B5EF4-FFF2-40B4-BE49-F238E27FC236}">
                <a16:creationId xmlns:a16="http://schemas.microsoft.com/office/drawing/2014/main" id="{10D4AF29-3F7E-4C17-A6F0-476C22141B30}"/>
              </a:ext>
            </a:extLst>
          </p:cNvPr>
          <p:cNvSpPr>
            <a:spLocks noGrp="1"/>
          </p:cNvSpPr>
          <p:nvPr>
            <p:ph type="pic" idx="7"/>
          </p:nvPr>
        </p:nvSpPr>
        <p:spPr>
          <a:xfrm>
            <a:off x="4697881" y="1200150"/>
            <a:ext cx="1874519" cy="925830"/>
          </a:xfrm>
          <a:prstGeom prst="rect">
            <a:avLst/>
          </a:prstGeom>
          <a:solidFill>
            <a:srgbClr val="D5D5D7"/>
          </a:solidFill>
          <a:ln>
            <a:noFill/>
          </a:ln>
        </p:spPr>
      </p:sp>
      <p:sp>
        <p:nvSpPr>
          <p:cNvPr id="269" name="Google Shape;269;p20">
            <a:extLst>
              <a:ext uri="{FF2B5EF4-FFF2-40B4-BE49-F238E27FC236}">
                <a16:creationId xmlns:a16="http://schemas.microsoft.com/office/drawing/2014/main" id="{BC4BD580-6E28-4337-8C58-9FD3577551FD}"/>
              </a:ext>
            </a:extLst>
          </p:cNvPr>
          <p:cNvSpPr>
            <a:spLocks noGrp="1"/>
          </p:cNvSpPr>
          <p:nvPr>
            <p:ph type="body" idx="8"/>
          </p:nvPr>
        </p:nvSpPr>
        <p:spPr>
          <a:xfrm>
            <a:off x="4697881" y="2297430"/>
            <a:ext cx="1874519"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200" b="1"/>
            </a:lvl1pPr>
            <a:lvl2pPr marL="914400" indent="-228600" algn="l">
              <a:lnSpc>
                <a:spcPct val="95000"/>
              </a:lnSpc>
              <a:spcBef>
                <a:spcPts val="0"/>
              </a:spcBef>
              <a:spcAft>
                <a:spcPts val="0"/>
              </a:spcAft>
              <a:buNone/>
              <a:defRPr sz="1200" b="1"/>
            </a:lvl2pPr>
            <a:lvl3pPr marL="1371600" indent="-228600" algn="l">
              <a:lnSpc>
                <a:spcPct val="95000"/>
              </a:lnSpc>
              <a:spcBef>
                <a:spcPts val="0"/>
              </a:spcBef>
              <a:spcAft>
                <a:spcPts val="0"/>
              </a:spcAft>
              <a:buNone/>
              <a:defRPr sz="1200" b="1"/>
            </a:lvl3pPr>
            <a:lvl4pPr marL="1828800" indent="-228600" algn="l">
              <a:lnSpc>
                <a:spcPct val="95000"/>
              </a:lnSpc>
              <a:spcBef>
                <a:spcPts val="0"/>
              </a:spcBef>
              <a:spcAft>
                <a:spcPts val="0"/>
              </a:spcAft>
              <a:buNone/>
              <a:defRPr sz="1200" b="1"/>
            </a:lvl4pPr>
            <a:lvl5pPr marL="2286000" indent="-228600" algn="l">
              <a:lnSpc>
                <a:spcPct val="95000"/>
              </a:lnSpc>
              <a:spcBef>
                <a:spcPts val="0"/>
              </a:spcBef>
              <a:spcAft>
                <a:spcPts val="0"/>
              </a:spcAft>
              <a:buNone/>
              <a:defRPr sz="1200" b="1"/>
            </a:lvl5pPr>
            <a:lvl6pPr marL="2743200" indent="-228600" algn="l">
              <a:lnSpc>
                <a:spcPct val="95000"/>
              </a:lnSpc>
              <a:spcBef>
                <a:spcPts val="0"/>
              </a:spcBef>
              <a:spcAft>
                <a:spcPts val="0"/>
              </a:spcAft>
              <a:buNone/>
              <a:defRPr sz="1200" b="1"/>
            </a:lvl6pPr>
            <a:lvl7pPr marL="3200400" indent="-228600" algn="l">
              <a:lnSpc>
                <a:spcPct val="95000"/>
              </a:lnSpc>
              <a:spcBef>
                <a:spcPts val="0"/>
              </a:spcBef>
              <a:spcAft>
                <a:spcPts val="0"/>
              </a:spcAft>
              <a:buNone/>
              <a:defRPr sz="1200" b="1"/>
            </a:lvl7pPr>
            <a:lvl8pPr marL="3657600" indent="-228600" algn="l">
              <a:lnSpc>
                <a:spcPct val="95000"/>
              </a:lnSpc>
              <a:spcBef>
                <a:spcPts val="0"/>
              </a:spcBef>
              <a:spcAft>
                <a:spcPts val="0"/>
              </a:spcAft>
              <a:buNone/>
              <a:defRPr sz="1200" b="1"/>
            </a:lvl8pPr>
            <a:lvl9pPr marL="4114800" indent="-228600" algn="l">
              <a:lnSpc>
                <a:spcPct val="95000"/>
              </a:lnSpc>
              <a:spcBef>
                <a:spcPts val="0"/>
              </a:spcBef>
              <a:spcAft>
                <a:spcPts val="0"/>
              </a:spcAft>
              <a:buNone/>
              <a:defRPr sz="1200" b="1"/>
            </a:lvl9pPr>
          </a:lstStyle>
          <a:p>
            <a:endParaRPr/>
          </a:p>
        </p:txBody>
      </p:sp>
      <p:sp>
        <p:nvSpPr>
          <p:cNvPr id="270" name="Google Shape;270;p20">
            <a:extLst>
              <a:ext uri="{FF2B5EF4-FFF2-40B4-BE49-F238E27FC236}">
                <a16:creationId xmlns:a16="http://schemas.microsoft.com/office/drawing/2014/main" id="{4C92B08F-DED8-4F71-924B-B3DB9E043829}"/>
              </a:ext>
            </a:extLst>
          </p:cNvPr>
          <p:cNvSpPr>
            <a:spLocks noGrp="1"/>
          </p:cNvSpPr>
          <p:nvPr>
            <p:ph type="body" idx="9"/>
          </p:nvPr>
        </p:nvSpPr>
        <p:spPr>
          <a:xfrm>
            <a:off x="4697881" y="2606040"/>
            <a:ext cx="1874519" cy="202311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271" name="Google Shape;271;p20">
            <a:extLst>
              <a:ext uri="{FF2B5EF4-FFF2-40B4-BE49-F238E27FC236}">
                <a16:creationId xmlns:a16="http://schemas.microsoft.com/office/drawing/2014/main" id="{6F24B2D7-BACB-4BB6-8839-9C4243FD3C1D}"/>
              </a:ext>
            </a:extLst>
          </p:cNvPr>
          <p:cNvSpPr>
            <a:spLocks noGrp="1"/>
          </p:cNvSpPr>
          <p:nvPr>
            <p:ph type="pic" idx="13"/>
          </p:nvPr>
        </p:nvSpPr>
        <p:spPr>
          <a:xfrm>
            <a:off x="6858001" y="1200150"/>
            <a:ext cx="1874519" cy="925830"/>
          </a:xfrm>
          <a:prstGeom prst="rect">
            <a:avLst/>
          </a:prstGeom>
          <a:solidFill>
            <a:srgbClr val="D5D5D7"/>
          </a:solidFill>
          <a:ln>
            <a:noFill/>
          </a:ln>
        </p:spPr>
      </p:sp>
      <p:sp>
        <p:nvSpPr>
          <p:cNvPr id="272" name="Google Shape;272;p20">
            <a:extLst>
              <a:ext uri="{FF2B5EF4-FFF2-40B4-BE49-F238E27FC236}">
                <a16:creationId xmlns:a16="http://schemas.microsoft.com/office/drawing/2014/main" id="{21341D31-604C-4B29-BFED-03F34E562E62}"/>
              </a:ext>
            </a:extLst>
          </p:cNvPr>
          <p:cNvSpPr>
            <a:spLocks noGrp="1"/>
          </p:cNvSpPr>
          <p:nvPr>
            <p:ph type="body" idx="14"/>
          </p:nvPr>
        </p:nvSpPr>
        <p:spPr>
          <a:xfrm>
            <a:off x="6858001" y="2297430"/>
            <a:ext cx="1874519" cy="2743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1200" b="1"/>
            </a:lvl1pPr>
            <a:lvl2pPr marL="914400" indent="-228600" algn="l">
              <a:lnSpc>
                <a:spcPct val="95000"/>
              </a:lnSpc>
              <a:spcBef>
                <a:spcPts val="0"/>
              </a:spcBef>
              <a:spcAft>
                <a:spcPts val="0"/>
              </a:spcAft>
              <a:buNone/>
              <a:defRPr sz="1200" b="1"/>
            </a:lvl2pPr>
            <a:lvl3pPr marL="1371600" indent="-228600" algn="l">
              <a:lnSpc>
                <a:spcPct val="95000"/>
              </a:lnSpc>
              <a:spcBef>
                <a:spcPts val="0"/>
              </a:spcBef>
              <a:spcAft>
                <a:spcPts val="0"/>
              </a:spcAft>
              <a:buNone/>
              <a:defRPr sz="1200" b="1"/>
            </a:lvl3pPr>
            <a:lvl4pPr marL="1828800" indent="-228600" algn="l">
              <a:lnSpc>
                <a:spcPct val="95000"/>
              </a:lnSpc>
              <a:spcBef>
                <a:spcPts val="0"/>
              </a:spcBef>
              <a:spcAft>
                <a:spcPts val="0"/>
              </a:spcAft>
              <a:buNone/>
              <a:defRPr sz="1200" b="1"/>
            </a:lvl4pPr>
            <a:lvl5pPr marL="2286000" indent="-228600" algn="l">
              <a:lnSpc>
                <a:spcPct val="95000"/>
              </a:lnSpc>
              <a:spcBef>
                <a:spcPts val="0"/>
              </a:spcBef>
              <a:spcAft>
                <a:spcPts val="0"/>
              </a:spcAft>
              <a:buNone/>
              <a:defRPr sz="1200" b="1"/>
            </a:lvl5pPr>
            <a:lvl6pPr marL="2743200" indent="-228600" algn="l">
              <a:lnSpc>
                <a:spcPct val="95000"/>
              </a:lnSpc>
              <a:spcBef>
                <a:spcPts val="0"/>
              </a:spcBef>
              <a:spcAft>
                <a:spcPts val="0"/>
              </a:spcAft>
              <a:buNone/>
              <a:defRPr sz="1200" b="1"/>
            </a:lvl6pPr>
            <a:lvl7pPr marL="3200400" indent="-228600" algn="l">
              <a:lnSpc>
                <a:spcPct val="95000"/>
              </a:lnSpc>
              <a:spcBef>
                <a:spcPts val="0"/>
              </a:spcBef>
              <a:spcAft>
                <a:spcPts val="0"/>
              </a:spcAft>
              <a:buNone/>
              <a:defRPr sz="1200" b="1"/>
            </a:lvl7pPr>
            <a:lvl8pPr marL="3657600" indent="-228600" algn="l">
              <a:lnSpc>
                <a:spcPct val="95000"/>
              </a:lnSpc>
              <a:spcBef>
                <a:spcPts val="0"/>
              </a:spcBef>
              <a:spcAft>
                <a:spcPts val="0"/>
              </a:spcAft>
              <a:buNone/>
              <a:defRPr sz="1200" b="1"/>
            </a:lvl8pPr>
            <a:lvl9pPr marL="4114800" indent="-228600" algn="l">
              <a:lnSpc>
                <a:spcPct val="95000"/>
              </a:lnSpc>
              <a:spcBef>
                <a:spcPts val="0"/>
              </a:spcBef>
              <a:spcAft>
                <a:spcPts val="0"/>
              </a:spcAft>
              <a:buNone/>
              <a:defRPr sz="1200" b="1"/>
            </a:lvl9pPr>
          </a:lstStyle>
          <a:p>
            <a:endParaRPr/>
          </a:p>
        </p:txBody>
      </p:sp>
      <p:sp>
        <p:nvSpPr>
          <p:cNvPr id="273" name="Google Shape;273;p20">
            <a:extLst>
              <a:ext uri="{FF2B5EF4-FFF2-40B4-BE49-F238E27FC236}">
                <a16:creationId xmlns:a16="http://schemas.microsoft.com/office/drawing/2014/main" id="{1835915B-DFB1-438D-9ABF-0C5CFAB27114}"/>
              </a:ext>
            </a:extLst>
          </p:cNvPr>
          <p:cNvSpPr>
            <a:spLocks noGrp="1"/>
          </p:cNvSpPr>
          <p:nvPr>
            <p:ph type="body" idx="15"/>
          </p:nvPr>
        </p:nvSpPr>
        <p:spPr>
          <a:xfrm>
            <a:off x="6858001" y="2606040"/>
            <a:ext cx="1874519" cy="2023110"/>
          </a:xfrm>
          <a:prstGeom prst="rect">
            <a:avLst/>
          </a:prstGeom>
          <a:noFill/>
          <a:ln>
            <a:noFill/>
          </a:ln>
        </p:spPr>
        <p:txBody>
          <a:bodyPr spcFirstLastPara="1" wrap="square" lIns="0" tIns="0" rIns="0" bIns="0" anchor="t">
            <a:noAutofit/>
          </a:bodyPr>
          <a:lstStyle>
            <a:lvl1pPr marL="457200" indent="-290512" algn="l">
              <a:lnSpc>
                <a:spcPct val="95000"/>
              </a:lnSpc>
              <a:spcBef>
                <a:spcPts val="750"/>
              </a:spcBef>
              <a:spcAft>
                <a:spcPts val="0"/>
              </a:spcAft>
              <a:buChar char="▪"/>
              <a:defRPr sz="975"/>
            </a:lvl1pPr>
            <a:lvl2pPr marL="914400" indent="-290512" algn="l">
              <a:lnSpc>
                <a:spcPct val="95000"/>
              </a:lnSpc>
              <a:spcBef>
                <a:spcPts val="375"/>
              </a:spcBef>
              <a:spcAft>
                <a:spcPts val="0"/>
              </a:spcAft>
              <a:buChar char="–"/>
              <a:defRPr sz="975"/>
            </a:lvl2pPr>
            <a:lvl3pPr marL="1371600" indent="-290512" algn="l">
              <a:lnSpc>
                <a:spcPct val="95000"/>
              </a:lnSpc>
              <a:spcBef>
                <a:spcPts val="375"/>
              </a:spcBef>
              <a:spcAft>
                <a:spcPts val="0"/>
              </a:spcAft>
              <a:buChar char="–"/>
              <a:defRPr sz="975"/>
            </a:lvl3pPr>
            <a:lvl4pPr marL="1828800" indent="-290512" algn="l">
              <a:lnSpc>
                <a:spcPct val="95000"/>
              </a:lnSpc>
              <a:spcBef>
                <a:spcPts val="375"/>
              </a:spcBef>
              <a:spcAft>
                <a:spcPts val="0"/>
              </a:spcAft>
              <a:buChar char="–"/>
              <a:defRPr sz="975"/>
            </a:lvl4pPr>
            <a:lvl5pPr marL="2286000" indent="-290512" algn="l">
              <a:lnSpc>
                <a:spcPct val="95000"/>
              </a:lnSpc>
              <a:spcBef>
                <a:spcPts val="375"/>
              </a:spcBef>
              <a:spcAft>
                <a:spcPts val="0"/>
              </a:spcAft>
              <a:buChar char="–"/>
              <a:defRPr sz="975"/>
            </a:lvl5pPr>
            <a:lvl6pPr marL="2743200" indent="-290512" algn="l">
              <a:lnSpc>
                <a:spcPct val="95000"/>
              </a:lnSpc>
              <a:spcBef>
                <a:spcPts val="375"/>
              </a:spcBef>
              <a:spcAft>
                <a:spcPts val="0"/>
              </a:spcAft>
              <a:buChar char="–"/>
              <a:defRPr sz="975"/>
            </a:lvl6pPr>
            <a:lvl7pPr marL="3200400" indent="-290512" algn="l">
              <a:lnSpc>
                <a:spcPct val="95000"/>
              </a:lnSpc>
              <a:spcBef>
                <a:spcPts val="375"/>
              </a:spcBef>
              <a:spcAft>
                <a:spcPts val="0"/>
              </a:spcAft>
              <a:buChar char="–"/>
              <a:defRPr sz="975"/>
            </a:lvl7pPr>
            <a:lvl8pPr marL="3657600" indent="-290512" algn="l">
              <a:lnSpc>
                <a:spcPct val="95000"/>
              </a:lnSpc>
              <a:spcBef>
                <a:spcPts val="375"/>
              </a:spcBef>
              <a:spcAft>
                <a:spcPts val="0"/>
              </a:spcAft>
              <a:buChar char="–"/>
              <a:defRPr sz="975"/>
            </a:lvl8pPr>
            <a:lvl9pPr marL="4114800" indent="-290512" algn="l">
              <a:lnSpc>
                <a:spcPct val="95000"/>
              </a:lnSpc>
              <a:spcBef>
                <a:spcPts val="375"/>
              </a:spcBef>
              <a:spcAft>
                <a:spcPts val="0"/>
              </a:spcAft>
              <a:buChar char="–"/>
              <a:defRPr sz="975"/>
            </a:lvl9pPr>
          </a:lstStyle>
          <a:p>
            <a:endParaRPr/>
          </a:p>
        </p:txBody>
      </p:sp>
      <p:sp>
        <p:nvSpPr>
          <p:cNvPr id="274" name="Google Shape;274;p20">
            <a:extLst>
              <a:ext uri="{FF2B5EF4-FFF2-40B4-BE49-F238E27FC236}">
                <a16:creationId xmlns:a16="http://schemas.microsoft.com/office/drawing/2014/main" id="{0068943F-9E05-4E86-9715-B565204C5437}"/>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75" name="Google Shape;275;p20">
            <a:extLst>
              <a:ext uri="{FF2B5EF4-FFF2-40B4-BE49-F238E27FC236}">
                <a16:creationId xmlns:a16="http://schemas.microsoft.com/office/drawing/2014/main" id="{BA10BF72-74F7-4081-8020-390E0A00AA8F}"/>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matchingName="Section Header - Image">
  <p:cSld name="Section Header - Image">
    <p:bg>
      <p:bgPr>
        <a:solidFill>
          <a:schemeClr val="lt1"/>
        </a:solidFill>
        <a:effectLst/>
      </p:bgPr>
    </p:bg>
    <p:spTree>
      <p:nvGrpSpPr>
        <p:cNvPr id="1" name=""/>
        <p:cNvGrpSpPr/>
        <p:nvPr/>
      </p:nvGrpSpPr>
      <p:grpSpPr>
        <a:xfrm>
          <a:off x="0" y="0"/>
          <a:ext cx="0" cy="0"/>
          <a:chOff x="0" y="0"/>
          <a:chExt cx="0" cy="0"/>
        </a:xfrm>
      </p:grpSpPr>
      <p:sp>
        <p:nvSpPr>
          <p:cNvPr id="285" name="Google Shape;285;p22">
            <a:extLst>
              <a:ext uri="{FF2B5EF4-FFF2-40B4-BE49-F238E27FC236}">
                <a16:creationId xmlns:a16="http://schemas.microsoft.com/office/drawing/2014/main" id="{1A8F1ED3-D249-41D4-97BC-6768913D459D}"/>
              </a:ext>
            </a:extLst>
          </p:cNvPr>
          <p:cNvSpPr>
            <a:spLocks noGrp="1"/>
          </p:cNvSpPr>
          <p:nvPr>
            <p:ph type="pic" idx="2"/>
          </p:nvPr>
        </p:nvSpPr>
        <p:spPr>
          <a:xfrm>
            <a:off x="0" y="171450"/>
            <a:ext cx="9144000" cy="4800600"/>
          </a:xfrm>
          <a:prstGeom prst="rect">
            <a:avLst/>
          </a:prstGeom>
          <a:solidFill>
            <a:srgbClr val="565557"/>
          </a:solidFill>
          <a:ln>
            <a:noFill/>
          </a:ln>
        </p:spPr>
      </p:sp>
      <p:sp>
        <p:nvSpPr>
          <p:cNvPr id="286" name="Google Shape;286;p22">
            <a:extLst>
              <a:ext uri="{FF2B5EF4-FFF2-40B4-BE49-F238E27FC236}">
                <a16:creationId xmlns:a16="http://schemas.microsoft.com/office/drawing/2014/main" id="{BF743F05-89BD-4A09-9035-018E38D0A844}"/>
              </a:ext>
            </a:extLst>
          </p:cNvPr>
          <p:cNvSpPr>
            <a:spLocks noGrp="1"/>
          </p:cNvSpPr>
          <p:nvPr>
            <p:ph type="title"/>
          </p:nvPr>
        </p:nvSpPr>
        <p:spPr>
          <a:xfrm>
            <a:off x="411480" y="308611"/>
            <a:ext cx="6173470" cy="891778"/>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3000">
                <a:solidFill>
                  <a:schemeClr val="lt2"/>
                </a:solidFill>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87" name="Google Shape;287;p22">
            <a:extLst>
              <a:ext uri="{FF2B5EF4-FFF2-40B4-BE49-F238E27FC236}">
                <a16:creationId xmlns:a16="http://schemas.microsoft.com/office/drawing/2014/main" id="{0A205E1C-477B-4767-8ED0-7854400C9247}"/>
              </a:ext>
            </a:extLst>
          </p:cNvPr>
          <p:cNvSpPr>
            <a:spLocks noGrp="1"/>
          </p:cNvSpPr>
          <p:nvPr>
            <p:ph type="body" idx="1"/>
          </p:nvPr>
        </p:nvSpPr>
        <p:spPr>
          <a:xfrm>
            <a:off x="411480" y="1611630"/>
            <a:ext cx="5096351" cy="68580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2100"/>
            </a:lvl1pPr>
            <a:lvl2pPr marL="914400" indent="-309562" algn="l">
              <a:lnSpc>
                <a:spcPct val="95000"/>
              </a:lnSpc>
              <a:spcBef>
                <a:spcPts val="750"/>
              </a:spcBef>
              <a:spcAft>
                <a:spcPts val="0"/>
              </a:spcAft>
              <a:buChar char="▪"/>
              <a:defRPr/>
            </a:lvl2pPr>
            <a:lvl3pPr marL="1371600" indent="-309562" algn="l">
              <a:lnSpc>
                <a:spcPct val="95000"/>
              </a:lnSpc>
              <a:spcBef>
                <a:spcPts val="375"/>
              </a:spcBef>
              <a:spcAft>
                <a:spcPts val="0"/>
              </a:spcAft>
              <a:buChar char="–"/>
              <a:defRPr/>
            </a:lvl3pPr>
            <a:lvl4pPr marL="1828800" indent="-309562" algn="l">
              <a:lnSpc>
                <a:spcPct val="95000"/>
              </a:lnSpc>
              <a:spcBef>
                <a:spcPts val="375"/>
              </a:spcBef>
              <a:spcAft>
                <a:spcPts val="0"/>
              </a:spcAft>
              <a:buChar char="–"/>
              <a:defRPr/>
            </a:lvl4pPr>
            <a:lvl5pPr marL="2286000" indent="-309562" algn="l">
              <a:lnSpc>
                <a:spcPct val="95000"/>
              </a:lnSpc>
              <a:spcBef>
                <a:spcPts val="375"/>
              </a:spcBef>
              <a:spcAft>
                <a:spcPts val="0"/>
              </a:spcAft>
              <a:buChar char="–"/>
              <a:defRPr/>
            </a:lvl5pPr>
            <a:lvl6pPr marL="2743200" indent="-309562" algn="l">
              <a:lnSpc>
                <a:spcPct val="95000"/>
              </a:lnSpc>
              <a:spcBef>
                <a:spcPts val="375"/>
              </a:spcBef>
              <a:spcAft>
                <a:spcPts val="0"/>
              </a:spcAft>
              <a:buChar char="–"/>
              <a:defRPr/>
            </a:lvl6pPr>
            <a:lvl7pPr marL="3200400" indent="-309562" algn="l">
              <a:lnSpc>
                <a:spcPct val="95000"/>
              </a:lnSpc>
              <a:spcBef>
                <a:spcPts val="375"/>
              </a:spcBef>
              <a:spcAft>
                <a:spcPts val="0"/>
              </a:spcAft>
              <a:buChar char="–"/>
              <a:defRPr/>
            </a:lvl7pPr>
            <a:lvl8pPr marL="3657600" indent="-309562" algn="l">
              <a:lnSpc>
                <a:spcPct val="95000"/>
              </a:lnSpc>
              <a:spcBef>
                <a:spcPts val="375"/>
              </a:spcBef>
              <a:spcAft>
                <a:spcPts val="0"/>
              </a:spcAft>
              <a:buChar char="–"/>
              <a:defRPr/>
            </a:lvl8pPr>
            <a:lvl9pPr marL="4114800" indent="-309562" algn="l">
              <a:lnSpc>
                <a:spcPct val="95000"/>
              </a:lnSpc>
              <a:spcBef>
                <a:spcPts val="375"/>
              </a:spcBef>
              <a:spcAft>
                <a:spcPts val="0"/>
              </a:spcAft>
              <a:buChar char="–"/>
              <a:defRPr/>
            </a:lvl9pPr>
          </a:lstStyle>
          <a:p>
            <a:endParaRPr/>
          </a:p>
        </p:txBody>
      </p:sp>
      <p:sp>
        <p:nvSpPr>
          <p:cNvPr id="288" name="Google Shape;288;p22">
            <a:extLst>
              <a:ext uri="{FF2B5EF4-FFF2-40B4-BE49-F238E27FC236}">
                <a16:creationId xmlns:a16="http://schemas.microsoft.com/office/drawing/2014/main" id="{ED3D66A1-BBDD-4A47-A0FA-2AAE8B93F64C}"/>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solidFill>
                  <a:schemeClr val="dk1"/>
                </a:solidFill>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89" name="Google Shape;289;p22">
            <a:extLst>
              <a:ext uri="{FF2B5EF4-FFF2-40B4-BE49-F238E27FC236}">
                <a16:creationId xmlns:a16="http://schemas.microsoft.com/office/drawing/2014/main" id="{E4A5A54E-B40E-47C4-A6CB-ACCED73EDB7D}"/>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sz="525" b="1" i="0" u="none" cap="none">
                <a:solidFill>
                  <a:schemeClr val="dk1"/>
                </a:solidFill>
                <a:latin typeface="Arial"/>
                <a:ea typeface="Arial"/>
                <a:cs typeface="Arial"/>
              </a:defRPr>
            </a:lvl1pPr>
            <a:lvl2pPr marL="0" indent="0" algn="r">
              <a:spcBef>
                <a:spcPts val="0"/>
              </a:spcBef>
              <a:spcAft>
                <a:spcPts val="0"/>
              </a:spcAft>
              <a:buNone/>
              <a:defRPr sz="525" b="1" i="0" u="none" cap="none">
                <a:solidFill>
                  <a:schemeClr val="dk1"/>
                </a:solidFill>
                <a:latin typeface="Arial"/>
                <a:ea typeface="Arial"/>
                <a:cs typeface="Arial"/>
              </a:defRPr>
            </a:lvl2pPr>
            <a:lvl3pPr marL="0" indent="0" algn="r">
              <a:spcBef>
                <a:spcPts val="0"/>
              </a:spcBef>
              <a:spcAft>
                <a:spcPts val="0"/>
              </a:spcAft>
              <a:buNone/>
              <a:defRPr sz="525" b="1" i="0" u="none" cap="none">
                <a:solidFill>
                  <a:schemeClr val="dk1"/>
                </a:solidFill>
                <a:latin typeface="Arial"/>
                <a:ea typeface="Arial"/>
                <a:cs typeface="Arial"/>
              </a:defRPr>
            </a:lvl3pPr>
            <a:lvl4pPr marL="0" indent="0" algn="r">
              <a:spcBef>
                <a:spcPts val="0"/>
              </a:spcBef>
              <a:spcAft>
                <a:spcPts val="0"/>
              </a:spcAft>
              <a:buNone/>
              <a:defRPr sz="525" b="1" i="0" u="none" cap="none">
                <a:solidFill>
                  <a:schemeClr val="dk1"/>
                </a:solidFill>
                <a:latin typeface="Arial"/>
                <a:ea typeface="Arial"/>
                <a:cs typeface="Arial"/>
              </a:defRPr>
            </a:lvl4pPr>
            <a:lvl5pPr marL="0" indent="0" algn="r">
              <a:spcBef>
                <a:spcPts val="0"/>
              </a:spcBef>
              <a:spcAft>
                <a:spcPts val="0"/>
              </a:spcAft>
              <a:buNone/>
              <a:defRPr sz="525" b="1" i="0" u="none" cap="none">
                <a:solidFill>
                  <a:schemeClr val="dk1"/>
                </a:solidFill>
                <a:latin typeface="Arial"/>
                <a:ea typeface="Arial"/>
                <a:cs typeface="Arial"/>
              </a:defRPr>
            </a:lvl5pPr>
            <a:lvl6pPr marL="0" indent="0" algn="r">
              <a:spcBef>
                <a:spcPts val="0"/>
              </a:spcBef>
              <a:spcAft>
                <a:spcPts val="0"/>
              </a:spcAft>
              <a:buNone/>
              <a:defRPr sz="525" b="1" i="0" u="none" cap="none">
                <a:solidFill>
                  <a:schemeClr val="dk1"/>
                </a:solidFill>
                <a:latin typeface="Arial"/>
                <a:ea typeface="Arial"/>
                <a:cs typeface="Arial"/>
              </a:defRPr>
            </a:lvl6pPr>
            <a:lvl7pPr marL="0" indent="0" algn="r">
              <a:spcBef>
                <a:spcPts val="0"/>
              </a:spcBef>
              <a:spcAft>
                <a:spcPts val="0"/>
              </a:spcAft>
              <a:buNone/>
              <a:defRPr sz="525" b="1" i="0" u="none" cap="none">
                <a:solidFill>
                  <a:schemeClr val="dk1"/>
                </a:solidFill>
                <a:latin typeface="Arial"/>
                <a:ea typeface="Arial"/>
                <a:cs typeface="Arial"/>
              </a:defRPr>
            </a:lvl7pPr>
            <a:lvl8pPr marL="0" indent="0" algn="r">
              <a:spcBef>
                <a:spcPts val="0"/>
              </a:spcBef>
              <a:spcAft>
                <a:spcPts val="0"/>
              </a:spcAft>
              <a:buNone/>
              <a:defRPr sz="525" b="1" i="0" u="none" cap="none">
                <a:solidFill>
                  <a:schemeClr val="dk1"/>
                </a:solidFill>
                <a:latin typeface="Arial"/>
                <a:ea typeface="Arial"/>
                <a:cs typeface="Arial"/>
              </a:defRPr>
            </a:lvl8pPr>
            <a:lvl9pPr marL="0" indent="0" algn="r">
              <a:spcBef>
                <a:spcPts val="0"/>
              </a:spcBef>
              <a:spcAft>
                <a:spcPts val="0"/>
              </a:spcAft>
              <a:buNone/>
              <a:defRPr sz="525" b="1" i="0" u="none" cap="none">
                <a:solidFill>
                  <a:schemeClr val="dk1"/>
                </a:solidFill>
                <a:latin typeface="Arial"/>
                <a:ea typeface="Arial"/>
                <a:cs typeface="Arial"/>
              </a:defRPr>
            </a:lvl9pPr>
          </a:lstStyle>
          <a:p>
            <a:pPr marL="0" indent="0" algn="r">
              <a:spcBef>
                <a:spcPts val="0"/>
              </a:spcBef>
              <a:spcAft>
                <a:spcPts val="0"/>
              </a:spcAft>
              <a:buNone/>
            </a:pPr>
            <a:fld id="{00000000-1234-1234-1234-123412341234}" type="slidenum">
              <a:t>‹#›</a:t>
            </a:fld>
            <a:endParaRPr/>
          </a:p>
        </p:txBody>
      </p:sp>
      <p:pic>
        <p:nvPicPr>
          <p:cNvPr id="290" name="Google Shape;290;p22"/>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matchingName="Section Header - White 01">
  <p:cSld name="Section Header - White 01">
    <p:bg>
      <p:bgPr>
        <a:solidFill>
          <a:schemeClr val="lt1"/>
        </a:solidFill>
        <a:effectLst/>
      </p:bgPr>
    </p:bg>
    <p:spTree>
      <p:nvGrpSpPr>
        <p:cNvPr id="1" name=""/>
        <p:cNvGrpSpPr/>
        <p:nvPr/>
      </p:nvGrpSpPr>
      <p:grpSpPr>
        <a:xfrm>
          <a:off x="0" y="0"/>
          <a:ext cx="0" cy="0"/>
          <a:chOff x="0" y="0"/>
          <a:chExt cx="0" cy="0"/>
        </a:xfrm>
      </p:grpSpPr>
      <p:sp>
        <p:nvSpPr>
          <p:cNvPr id="292" name="Google Shape;292;p23">
            <a:extLst>
              <a:ext uri="{FF2B5EF4-FFF2-40B4-BE49-F238E27FC236}">
                <a16:creationId xmlns:a16="http://schemas.microsoft.com/office/drawing/2014/main" id="{F1CE4E63-D0A3-484F-8B09-CCA3F867842E}"/>
              </a:ext>
            </a:extLst>
          </p:cNvPr>
          <p:cNvSpPr>
            <a:spLocks noGrp="1"/>
          </p:cNvSpPr>
          <p:nvPr>
            <p:ph type="title"/>
          </p:nvPr>
        </p:nvSpPr>
        <p:spPr>
          <a:xfrm>
            <a:off x="411480" y="308611"/>
            <a:ext cx="6173470" cy="891778"/>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3000">
                <a:solidFill>
                  <a:schemeClr val="dk2"/>
                </a:solidFill>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93" name="Google Shape;293;p23">
            <a:extLst>
              <a:ext uri="{FF2B5EF4-FFF2-40B4-BE49-F238E27FC236}">
                <a16:creationId xmlns:a16="http://schemas.microsoft.com/office/drawing/2014/main" id="{18018102-EBF9-48C2-99E5-59D250B2EFA8}"/>
              </a:ext>
            </a:extLst>
          </p:cNvPr>
          <p:cNvSpPr>
            <a:spLocks noGrp="1"/>
          </p:cNvSpPr>
          <p:nvPr>
            <p:ph type="body" idx="1"/>
          </p:nvPr>
        </p:nvSpPr>
        <p:spPr>
          <a:xfrm>
            <a:off x="411480" y="1611630"/>
            <a:ext cx="5096351" cy="3017520"/>
          </a:xfrm>
          <a:prstGeom prst="rect">
            <a:avLst/>
          </a:prstGeom>
          <a:noFill/>
          <a:ln>
            <a:noFill/>
          </a:ln>
        </p:spPr>
        <p:txBody>
          <a:bodyPr spcFirstLastPara="1" wrap="square" lIns="0" tIns="0" rIns="0" bIns="0" anchor="t">
            <a:noAutofit/>
          </a:bodyPr>
          <a:lstStyle>
            <a:lvl1pPr marL="457200" indent="-228600" algn="l">
              <a:lnSpc>
                <a:spcPct val="95000"/>
              </a:lnSpc>
              <a:spcBef>
                <a:spcPts val="0"/>
              </a:spcBef>
              <a:spcAft>
                <a:spcPts val="0"/>
              </a:spcAft>
              <a:buNone/>
              <a:defRPr sz="2100"/>
            </a:lvl1pPr>
            <a:lvl2pPr marL="914400" indent="-309562" algn="l">
              <a:lnSpc>
                <a:spcPct val="95000"/>
              </a:lnSpc>
              <a:spcBef>
                <a:spcPts val="750"/>
              </a:spcBef>
              <a:spcAft>
                <a:spcPts val="0"/>
              </a:spcAft>
              <a:buChar char="▪"/>
              <a:defRPr/>
            </a:lvl2pPr>
            <a:lvl3pPr marL="1371600" indent="-309562" algn="l">
              <a:lnSpc>
                <a:spcPct val="95000"/>
              </a:lnSpc>
              <a:spcBef>
                <a:spcPts val="375"/>
              </a:spcBef>
              <a:spcAft>
                <a:spcPts val="0"/>
              </a:spcAft>
              <a:buChar char="–"/>
              <a:defRPr/>
            </a:lvl3pPr>
            <a:lvl4pPr marL="1828800" indent="-309562" algn="l">
              <a:lnSpc>
                <a:spcPct val="95000"/>
              </a:lnSpc>
              <a:spcBef>
                <a:spcPts val="375"/>
              </a:spcBef>
              <a:spcAft>
                <a:spcPts val="0"/>
              </a:spcAft>
              <a:buChar char="–"/>
              <a:defRPr/>
            </a:lvl4pPr>
            <a:lvl5pPr marL="2286000" indent="-309562" algn="l">
              <a:lnSpc>
                <a:spcPct val="95000"/>
              </a:lnSpc>
              <a:spcBef>
                <a:spcPts val="375"/>
              </a:spcBef>
              <a:spcAft>
                <a:spcPts val="0"/>
              </a:spcAft>
              <a:buChar char="–"/>
              <a:defRPr/>
            </a:lvl5pPr>
            <a:lvl6pPr marL="2743200" indent="-309562" algn="l">
              <a:lnSpc>
                <a:spcPct val="95000"/>
              </a:lnSpc>
              <a:spcBef>
                <a:spcPts val="375"/>
              </a:spcBef>
              <a:spcAft>
                <a:spcPts val="0"/>
              </a:spcAft>
              <a:buChar char="–"/>
              <a:defRPr/>
            </a:lvl6pPr>
            <a:lvl7pPr marL="3200400" indent="-309562" algn="l">
              <a:lnSpc>
                <a:spcPct val="95000"/>
              </a:lnSpc>
              <a:spcBef>
                <a:spcPts val="375"/>
              </a:spcBef>
              <a:spcAft>
                <a:spcPts val="0"/>
              </a:spcAft>
              <a:buChar char="–"/>
              <a:defRPr/>
            </a:lvl7pPr>
            <a:lvl8pPr marL="3657600" indent="-309562" algn="l">
              <a:lnSpc>
                <a:spcPct val="95000"/>
              </a:lnSpc>
              <a:spcBef>
                <a:spcPts val="375"/>
              </a:spcBef>
              <a:spcAft>
                <a:spcPts val="0"/>
              </a:spcAft>
              <a:buChar char="–"/>
              <a:defRPr/>
            </a:lvl8pPr>
            <a:lvl9pPr marL="4114800" indent="-309562" algn="l">
              <a:lnSpc>
                <a:spcPct val="95000"/>
              </a:lnSpc>
              <a:spcBef>
                <a:spcPts val="375"/>
              </a:spcBef>
              <a:spcAft>
                <a:spcPts val="0"/>
              </a:spcAft>
              <a:buChar char="–"/>
              <a:defRPr/>
            </a:lvl9pPr>
          </a:lstStyle>
          <a:p>
            <a:endParaRPr/>
          </a:p>
        </p:txBody>
      </p:sp>
      <p:sp>
        <p:nvSpPr>
          <p:cNvPr id="294" name="Google Shape;294;p23">
            <a:extLst>
              <a:ext uri="{FF2B5EF4-FFF2-40B4-BE49-F238E27FC236}">
                <a16:creationId xmlns:a16="http://schemas.microsoft.com/office/drawing/2014/main" id="{9F936193-5E3A-4E25-B59B-8246E977F6E3}"/>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295" name="Google Shape;295;p23">
            <a:extLst>
              <a:ext uri="{FF2B5EF4-FFF2-40B4-BE49-F238E27FC236}">
                <a16:creationId xmlns:a16="http://schemas.microsoft.com/office/drawing/2014/main" id="{091C44F7-715D-4A4E-AFEF-FB5EE8F06F6C}"/>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matchingName="Section Header - White 02">
  <p:cSld name="Section Header - White 02">
    <p:bg>
      <p:bgPr>
        <a:solidFill>
          <a:schemeClr val="lt1"/>
        </a:solidFill>
        <a:effectLst/>
      </p:bgPr>
    </p:bg>
    <p:spTree>
      <p:nvGrpSpPr>
        <p:cNvPr id="1" name=""/>
        <p:cNvGrpSpPr/>
        <p:nvPr/>
      </p:nvGrpSpPr>
      <p:grpSpPr>
        <a:xfrm>
          <a:off x="0" y="0"/>
          <a:ext cx="0" cy="0"/>
          <a:chOff x="0" y="0"/>
          <a:chExt cx="0" cy="0"/>
        </a:xfrm>
      </p:grpSpPr>
      <p:sp>
        <p:nvSpPr>
          <p:cNvPr id="297" name="Google Shape;297;p24">
            <a:extLst>
              <a:ext uri="{FF2B5EF4-FFF2-40B4-BE49-F238E27FC236}">
                <a16:creationId xmlns:a16="http://schemas.microsoft.com/office/drawing/2014/main" id="{DC6FC7A8-0E5D-4317-B947-30DA1FD132CC}"/>
              </a:ext>
            </a:extLst>
          </p:cNvPr>
          <p:cNvSpPr>
            <a:spLocks noGrp="1"/>
          </p:cNvSpPr>
          <p:nvPr>
            <p:ph type="title"/>
          </p:nvPr>
        </p:nvSpPr>
        <p:spPr>
          <a:xfrm>
            <a:off x="411481" y="308610"/>
            <a:ext cx="4023995"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sz="1800">
                <a:solidFill>
                  <a:schemeClr val="dk1"/>
                </a:solidFill>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298" name="Google Shape;298;p24">
            <a:extLst>
              <a:ext uri="{FF2B5EF4-FFF2-40B4-BE49-F238E27FC236}">
                <a16:creationId xmlns:a16="http://schemas.microsoft.com/office/drawing/2014/main" id="{A586018E-2A1D-4CCD-BE78-8EF3557AD761}"/>
              </a:ext>
            </a:extLst>
          </p:cNvPr>
          <p:cNvSpPr>
            <a:spLocks noGrp="1"/>
          </p:cNvSpPr>
          <p:nvPr>
            <p:ph type="body" idx="1"/>
          </p:nvPr>
        </p:nvSpPr>
        <p:spPr>
          <a:xfrm>
            <a:off x="411480" y="1200150"/>
            <a:ext cx="5096351" cy="3429000"/>
          </a:xfrm>
          <a:prstGeom prst="rect">
            <a:avLst/>
          </a:prstGeom>
          <a:noFill/>
          <a:ln>
            <a:noFill/>
          </a:ln>
        </p:spPr>
        <p:txBody>
          <a:bodyPr spcFirstLastPara="1" wrap="square" lIns="0" tIns="0" rIns="0" bIns="0" anchor="t">
            <a:noAutofit/>
          </a:bodyPr>
          <a:lstStyle>
            <a:lvl1pPr marL="457200" indent="-228600" algn="l">
              <a:lnSpc>
                <a:spcPct val="90000"/>
              </a:lnSpc>
              <a:spcBef>
                <a:spcPts val="0"/>
              </a:spcBef>
              <a:spcAft>
                <a:spcPts val="0"/>
              </a:spcAft>
              <a:buNone/>
              <a:defRPr sz="2700"/>
            </a:lvl1pPr>
            <a:lvl2pPr marL="914400" indent="-309562" algn="l">
              <a:lnSpc>
                <a:spcPct val="95000"/>
              </a:lnSpc>
              <a:spcBef>
                <a:spcPts val="750"/>
              </a:spcBef>
              <a:spcAft>
                <a:spcPts val="0"/>
              </a:spcAft>
              <a:buChar char="▪"/>
              <a:defRPr/>
            </a:lvl2pPr>
            <a:lvl3pPr marL="1371600" indent="-309562" algn="l">
              <a:lnSpc>
                <a:spcPct val="95000"/>
              </a:lnSpc>
              <a:spcBef>
                <a:spcPts val="375"/>
              </a:spcBef>
              <a:spcAft>
                <a:spcPts val="0"/>
              </a:spcAft>
              <a:buChar char="–"/>
              <a:defRPr/>
            </a:lvl3pPr>
            <a:lvl4pPr marL="1828800" indent="-309562" algn="l">
              <a:lnSpc>
                <a:spcPct val="95000"/>
              </a:lnSpc>
              <a:spcBef>
                <a:spcPts val="375"/>
              </a:spcBef>
              <a:spcAft>
                <a:spcPts val="0"/>
              </a:spcAft>
              <a:buChar char="–"/>
              <a:defRPr/>
            </a:lvl4pPr>
            <a:lvl5pPr marL="2286000" indent="-309562" algn="l">
              <a:lnSpc>
                <a:spcPct val="95000"/>
              </a:lnSpc>
              <a:spcBef>
                <a:spcPts val="375"/>
              </a:spcBef>
              <a:spcAft>
                <a:spcPts val="0"/>
              </a:spcAft>
              <a:buChar char="–"/>
              <a:defRPr/>
            </a:lvl5pPr>
            <a:lvl6pPr marL="2743200" indent="-309562" algn="l">
              <a:lnSpc>
                <a:spcPct val="95000"/>
              </a:lnSpc>
              <a:spcBef>
                <a:spcPts val="375"/>
              </a:spcBef>
              <a:spcAft>
                <a:spcPts val="0"/>
              </a:spcAft>
              <a:buChar char="–"/>
              <a:defRPr/>
            </a:lvl6pPr>
            <a:lvl7pPr marL="3200400" indent="-309562" algn="l">
              <a:lnSpc>
                <a:spcPct val="95000"/>
              </a:lnSpc>
              <a:spcBef>
                <a:spcPts val="375"/>
              </a:spcBef>
              <a:spcAft>
                <a:spcPts val="0"/>
              </a:spcAft>
              <a:buChar char="–"/>
              <a:defRPr/>
            </a:lvl7pPr>
            <a:lvl8pPr marL="3657600" indent="-309562" algn="l">
              <a:lnSpc>
                <a:spcPct val="95000"/>
              </a:lnSpc>
              <a:spcBef>
                <a:spcPts val="375"/>
              </a:spcBef>
              <a:spcAft>
                <a:spcPts val="0"/>
              </a:spcAft>
              <a:buChar char="–"/>
              <a:defRPr/>
            </a:lvl8pPr>
            <a:lvl9pPr marL="4114800" indent="-309562" algn="l">
              <a:lnSpc>
                <a:spcPct val="95000"/>
              </a:lnSpc>
              <a:spcBef>
                <a:spcPts val="375"/>
              </a:spcBef>
              <a:spcAft>
                <a:spcPts val="0"/>
              </a:spcAft>
              <a:buChar char="–"/>
              <a:defRPr/>
            </a:lvl9pPr>
          </a:lstStyle>
          <a:p>
            <a:endParaRPr/>
          </a:p>
        </p:txBody>
      </p:sp>
      <p:sp>
        <p:nvSpPr>
          <p:cNvPr id="299" name="Google Shape;299;p24">
            <a:extLst>
              <a:ext uri="{FF2B5EF4-FFF2-40B4-BE49-F238E27FC236}">
                <a16:creationId xmlns:a16="http://schemas.microsoft.com/office/drawing/2014/main" id="{F3565A91-2CA5-440E-96CF-9ABCFE10E8B3}"/>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00" name="Google Shape;300;p24">
            <a:extLst>
              <a:ext uri="{FF2B5EF4-FFF2-40B4-BE49-F238E27FC236}">
                <a16:creationId xmlns:a16="http://schemas.microsoft.com/office/drawing/2014/main" id="{9CD67A93-9B17-4A6B-BCDD-0F9C557B705B}"/>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matchingName="Section Header - Half Image">
  <p:cSld name="Section Header - Half Image">
    <p:bg>
      <p:bgPr>
        <a:solidFill>
          <a:srgbClr val="221F20"/>
        </a:solidFill>
        <a:effectLst/>
      </p:bgPr>
    </p:bg>
    <p:spTree>
      <p:nvGrpSpPr>
        <p:cNvPr id="1" name=""/>
        <p:cNvGrpSpPr/>
        <p:nvPr/>
      </p:nvGrpSpPr>
      <p:grpSpPr>
        <a:xfrm>
          <a:off x="0" y="0"/>
          <a:ext cx="0" cy="0"/>
          <a:chOff x="0" y="0"/>
          <a:chExt cx="0" cy="0"/>
        </a:xfrm>
      </p:grpSpPr>
      <p:sp>
        <p:nvSpPr>
          <p:cNvPr id="302" name="Google Shape;302;p25">
            <a:extLst>
              <a:ext uri="{FF2B5EF4-FFF2-40B4-BE49-F238E27FC236}">
                <a16:creationId xmlns:a16="http://schemas.microsoft.com/office/drawing/2014/main" id="{8D1A3D9B-F267-4AF2-BCA3-124F38E31F92}"/>
              </a:ext>
            </a:extLst>
          </p:cNvPr>
          <p:cNvSpPr>
            <a:spLocks noGrp="1"/>
          </p:cNvSpPr>
          <p:nvPr>
            <p:ph type="title"/>
          </p:nvPr>
        </p:nvSpPr>
        <p:spPr>
          <a:xfrm>
            <a:off x="411481" y="308611"/>
            <a:ext cx="4023995" cy="891778"/>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3000">
                <a:solidFill>
                  <a:schemeClr val="lt2"/>
                </a:solidFill>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303" name="Google Shape;303;p25">
            <a:extLst>
              <a:ext uri="{FF2B5EF4-FFF2-40B4-BE49-F238E27FC236}">
                <a16:creationId xmlns:a16="http://schemas.microsoft.com/office/drawing/2014/main" id="{B0ACF741-C4D9-48DD-A740-A310EAB1F29F}"/>
              </a:ext>
            </a:extLst>
          </p:cNvPr>
          <p:cNvSpPr>
            <a:spLocks noGrp="1"/>
          </p:cNvSpPr>
          <p:nvPr>
            <p:ph type="body" idx="1"/>
          </p:nvPr>
        </p:nvSpPr>
        <p:spPr>
          <a:xfrm>
            <a:off x="411480" y="1611630"/>
            <a:ext cx="4023994" cy="301752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a:lvl1pPr>
            <a:lvl2pPr marL="914400" indent="-309562" algn="l">
              <a:lnSpc>
                <a:spcPct val="95000"/>
              </a:lnSpc>
              <a:spcBef>
                <a:spcPts val="750"/>
              </a:spcBef>
              <a:spcAft>
                <a:spcPts val="0"/>
              </a:spcAft>
              <a:buChar char="▪"/>
              <a:defRPr/>
            </a:lvl2pPr>
            <a:lvl3pPr marL="1371600" indent="-309562" algn="l">
              <a:lnSpc>
                <a:spcPct val="95000"/>
              </a:lnSpc>
              <a:spcBef>
                <a:spcPts val="375"/>
              </a:spcBef>
              <a:spcAft>
                <a:spcPts val="0"/>
              </a:spcAft>
              <a:buChar char="–"/>
              <a:defRPr/>
            </a:lvl3pPr>
            <a:lvl4pPr marL="1828800" indent="-309562" algn="l">
              <a:lnSpc>
                <a:spcPct val="95000"/>
              </a:lnSpc>
              <a:spcBef>
                <a:spcPts val="375"/>
              </a:spcBef>
              <a:spcAft>
                <a:spcPts val="0"/>
              </a:spcAft>
              <a:buChar char="–"/>
              <a:defRPr/>
            </a:lvl4pPr>
            <a:lvl5pPr marL="2286000" indent="-309562" algn="l">
              <a:lnSpc>
                <a:spcPct val="95000"/>
              </a:lnSpc>
              <a:spcBef>
                <a:spcPts val="375"/>
              </a:spcBef>
              <a:spcAft>
                <a:spcPts val="0"/>
              </a:spcAft>
              <a:buChar char="–"/>
              <a:defRPr/>
            </a:lvl5pPr>
            <a:lvl6pPr marL="2743200" indent="-309562" algn="l">
              <a:lnSpc>
                <a:spcPct val="95000"/>
              </a:lnSpc>
              <a:spcBef>
                <a:spcPts val="375"/>
              </a:spcBef>
              <a:spcAft>
                <a:spcPts val="0"/>
              </a:spcAft>
              <a:buChar char="–"/>
              <a:defRPr/>
            </a:lvl6pPr>
            <a:lvl7pPr marL="3200400" indent="-309562" algn="l">
              <a:lnSpc>
                <a:spcPct val="95000"/>
              </a:lnSpc>
              <a:spcBef>
                <a:spcPts val="375"/>
              </a:spcBef>
              <a:spcAft>
                <a:spcPts val="0"/>
              </a:spcAft>
              <a:buChar char="–"/>
              <a:defRPr/>
            </a:lvl7pPr>
            <a:lvl8pPr marL="3657600" indent="-309562" algn="l">
              <a:lnSpc>
                <a:spcPct val="95000"/>
              </a:lnSpc>
              <a:spcBef>
                <a:spcPts val="375"/>
              </a:spcBef>
              <a:spcAft>
                <a:spcPts val="0"/>
              </a:spcAft>
              <a:buChar char="–"/>
              <a:defRPr/>
            </a:lvl8pPr>
            <a:lvl9pPr marL="4114800" indent="-309562" algn="l">
              <a:lnSpc>
                <a:spcPct val="95000"/>
              </a:lnSpc>
              <a:spcBef>
                <a:spcPts val="375"/>
              </a:spcBef>
              <a:spcAft>
                <a:spcPts val="0"/>
              </a:spcAft>
              <a:buChar char="–"/>
              <a:defRPr/>
            </a:lvl9pPr>
          </a:lstStyle>
          <a:p>
            <a:endParaRPr/>
          </a:p>
        </p:txBody>
      </p:sp>
      <p:sp>
        <p:nvSpPr>
          <p:cNvPr id="304" name="Google Shape;304;p25">
            <a:extLst>
              <a:ext uri="{FF2B5EF4-FFF2-40B4-BE49-F238E27FC236}">
                <a16:creationId xmlns:a16="http://schemas.microsoft.com/office/drawing/2014/main" id="{CC0BC029-F1CF-4B41-939A-D5AFF212128E}"/>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05" name="Google Shape;305;p25">
            <a:extLst>
              <a:ext uri="{FF2B5EF4-FFF2-40B4-BE49-F238E27FC236}">
                <a16:creationId xmlns:a16="http://schemas.microsoft.com/office/drawing/2014/main" id="{0DDA53F0-B833-48C2-BE51-779024470150}"/>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306" name="Google Shape;306;p25">
            <a:extLst>
              <a:ext uri="{FF2B5EF4-FFF2-40B4-BE49-F238E27FC236}">
                <a16:creationId xmlns:a16="http://schemas.microsoft.com/office/drawing/2014/main" id="{32F222EC-0D33-41A6-B435-8EA8AD4D5A51}"/>
              </a:ext>
            </a:extLst>
          </p:cNvPr>
          <p:cNvSpPr>
            <a:spLocks noGrp="1"/>
          </p:cNvSpPr>
          <p:nvPr>
            <p:ph type="pic" idx="2"/>
          </p:nvPr>
        </p:nvSpPr>
        <p:spPr>
          <a:xfrm>
            <a:off x="4708528" y="807244"/>
            <a:ext cx="4024311" cy="3821906"/>
          </a:xfrm>
          <a:prstGeom prst="rect">
            <a:avLst/>
          </a:prstGeom>
          <a:solidFill>
            <a:srgbClr val="D5D5D7"/>
          </a:solidFill>
          <a:ln>
            <a:noFill/>
          </a:ln>
        </p:spPr>
      </p:sp>
      <p:sp>
        <p:nvSpPr>
          <p:cNvPr id="307" name="Google Shape;307;p25">
            <a:extLst>
              <a:ext uri="{FF2B5EF4-FFF2-40B4-BE49-F238E27FC236}">
                <a16:creationId xmlns:a16="http://schemas.microsoft.com/office/drawing/2014/main" id="{FA9D6532-23A8-4754-9440-27A200E159C7}"/>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sp>
        <p:nvSpPr>
          <p:cNvPr id="308" name="Google Shape;308;p25">
            <a:extLst>
              <a:ext uri="{FF2B5EF4-FFF2-40B4-BE49-F238E27FC236}">
                <a16:creationId xmlns:a16="http://schemas.microsoft.com/office/drawing/2014/main" id="{582AE0AA-ACB7-4F00-9B8A-FE953D32B781}"/>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pic>
        <p:nvPicPr>
          <p:cNvPr id="309" name="Google Shape;309;p25"/>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matchingName="Section Header - Half Image - White">
  <p:cSld name="Section Header - Half Image - White">
    <p:bg>
      <p:bgPr>
        <a:solidFill>
          <a:schemeClr val="lt1"/>
        </a:solidFill>
        <a:effectLst/>
      </p:bgPr>
    </p:bg>
    <p:spTree>
      <p:nvGrpSpPr>
        <p:cNvPr id="1" name=""/>
        <p:cNvGrpSpPr/>
        <p:nvPr/>
      </p:nvGrpSpPr>
      <p:grpSpPr>
        <a:xfrm>
          <a:off x="0" y="0"/>
          <a:ext cx="0" cy="0"/>
          <a:chOff x="0" y="0"/>
          <a:chExt cx="0" cy="0"/>
        </a:xfrm>
      </p:grpSpPr>
      <p:sp>
        <p:nvSpPr>
          <p:cNvPr id="311" name="Google Shape;311;p26">
            <a:extLst>
              <a:ext uri="{FF2B5EF4-FFF2-40B4-BE49-F238E27FC236}">
                <a16:creationId xmlns:a16="http://schemas.microsoft.com/office/drawing/2014/main" id="{CDC495D5-955B-48E5-8CAC-4D4128B0738C}"/>
              </a:ext>
            </a:extLst>
          </p:cNvPr>
          <p:cNvSpPr>
            <a:spLocks noGrp="1"/>
          </p:cNvSpPr>
          <p:nvPr>
            <p:ph type="title"/>
          </p:nvPr>
        </p:nvSpPr>
        <p:spPr>
          <a:xfrm>
            <a:off x="411481" y="308611"/>
            <a:ext cx="4023995" cy="891778"/>
          </a:xfrm>
          <a:prstGeom prst="rect">
            <a:avLst/>
          </a:prstGeom>
          <a:noFill/>
          <a:ln>
            <a:noFill/>
          </a:ln>
        </p:spPr>
        <p:txBody>
          <a:bodyPr spcFirstLastPara="1" wrap="square" lIns="0" tIns="0" rIns="0" bIns="0" anchor="t">
            <a:noAutofit/>
          </a:bodyPr>
          <a:lstStyle>
            <a:lvl1pPr algn="l">
              <a:lnSpc>
                <a:spcPct val="80000"/>
              </a:lnSpc>
              <a:spcBef>
                <a:spcPts val="0"/>
              </a:spcBef>
              <a:spcAft>
                <a:spcPts val="0"/>
              </a:spcAft>
              <a:buNone/>
              <a:defRPr sz="3000">
                <a:solidFill>
                  <a:schemeClr val="dk2"/>
                </a:solidFill>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312" name="Google Shape;312;p26">
            <a:extLst>
              <a:ext uri="{FF2B5EF4-FFF2-40B4-BE49-F238E27FC236}">
                <a16:creationId xmlns:a16="http://schemas.microsoft.com/office/drawing/2014/main" id="{BDE3F02B-3D32-442C-A475-F3521655FF7F}"/>
              </a:ext>
            </a:extLst>
          </p:cNvPr>
          <p:cNvSpPr>
            <a:spLocks noGrp="1"/>
          </p:cNvSpPr>
          <p:nvPr>
            <p:ph type="body" idx="1"/>
          </p:nvPr>
        </p:nvSpPr>
        <p:spPr>
          <a:xfrm>
            <a:off x="411480" y="1611630"/>
            <a:ext cx="4023994" cy="3017520"/>
          </a:xfrm>
          <a:prstGeom prst="rect">
            <a:avLst/>
          </a:prstGeom>
          <a:noFill/>
          <a:ln>
            <a:noFill/>
          </a:ln>
        </p:spPr>
        <p:txBody>
          <a:bodyPr spcFirstLastPara="1" wrap="square" lIns="0" tIns="0" rIns="0" bIns="0" anchor="t">
            <a:noAutofit/>
          </a:bodyPr>
          <a:lstStyle>
            <a:lvl1pPr marL="457200" indent="-228600" algn="l">
              <a:lnSpc>
                <a:spcPct val="95000"/>
              </a:lnSpc>
              <a:spcBef>
                <a:spcPts val="750"/>
              </a:spcBef>
              <a:spcAft>
                <a:spcPts val="0"/>
              </a:spcAft>
              <a:buNone/>
              <a:defRPr/>
            </a:lvl1pPr>
            <a:lvl2pPr marL="914400" indent="-309562" algn="l">
              <a:lnSpc>
                <a:spcPct val="95000"/>
              </a:lnSpc>
              <a:spcBef>
                <a:spcPts val="750"/>
              </a:spcBef>
              <a:spcAft>
                <a:spcPts val="0"/>
              </a:spcAft>
              <a:buChar char="▪"/>
              <a:defRPr/>
            </a:lvl2pPr>
            <a:lvl3pPr marL="1371600" indent="-309562" algn="l">
              <a:lnSpc>
                <a:spcPct val="95000"/>
              </a:lnSpc>
              <a:spcBef>
                <a:spcPts val="375"/>
              </a:spcBef>
              <a:spcAft>
                <a:spcPts val="0"/>
              </a:spcAft>
              <a:buChar char="–"/>
              <a:defRPr/>
            </a:lvl3pPr>
            <a:lvl4pPr marL="1828800" indent="-309562" algn="l">
              <a:lnSpc>
                <a:spcPct val="95000"/>
              </a:lnSpc>
              <a:spcBef>
                <a:spcPts val="375"/>
              </a:spcBef>
              <a:spcAft>
                <a:spcPts val="0"/>
              </a:spcAft>
              <a:buChar char="–"/>
              <a:defRPr/>
            </a:lvl4pPr>
            <a:lvl5pPr marL="2286000" indent="-309562" algn="l">
              <a:lnSpc>
                <a:spcPct val="95000"/>
              </a:lnSpc>
              <a:spcBef>
                <a:spcPts val="375"/>
              </a:spcBef>
              <a:spcAft>
                <a:spcPts val="0"/>
              </a:spcAft>
              <a:buChar char="–"/>
              <a:defRPr/>
            </a:lvl5pPr>
            <a:lvl6pPr marL="2743200" indent="-309562" algn="l">
              <a:lnSpc>
                <a:spcPct val="95000"/>
              </a:lnSpc>
              <a:spcBef>
                <a:spcPts val="375"/>
              </a:spcBef>
              <a:spcAft>
                <a:spcPts val="0"/>
              </a:spcAft>
              <a:buChar char="–"/>
              <a:defRPr/>
            </a:lvl6pPr>
            <a:lvl7pPr marL="3200400" indent="-309562" algn="l">
              <a:lnSpc>
                <a:spcPct val="95000"/>
              </a:lnSpc>
              <a:spcBef>
                <a:spcPts val="375"/>
              </a:spcBef>
              <a:spcAft>
                <a:spcPts val="0"/>
              </a:spcAft>
              <a:buChar char="–"/>
              <a:defRPr/>
            </a:lvl7pPr>
            <a:lvl8pPr marL="3657600" indent="-309562" algn="l">
              <a:lnSpc>
                <a:spcPct val="95000"/>
              </a:lnSpc>
              <a:spcBef>
                <a:spcPts val="375"/>
              </a:spcBef>
              <a:spcAft>
                <a:spcPts val="0"/>
              </a:spcAft>
              <a:buChar char="–"/>
              <a:defRPr/>
            </a:lvl8pPr>
            <a:lvl9pPr marL="4114800" indent="-309562" algn="l">
              <a:lnSpc>
                <a:spcPct val="95000"/>
              </a:lnSpc>
              <a:spcBef>
                <a:spcPts val="375"/>
              </a:spcBef>
              <a:spcAft>
                <a:spcPts val="0"/>
              </a:spcAft>
              <a:buChar char="–"/>
              <a:defRPr/>
            </a:lvl9pPr>
          </a:lstStyle>
          <a:p>
            <a:endParaRPr/>
          </a:p>
        </p:txBody>
      </p:sp>
      <p:sp>
        <p:nvSpPr>
          <p:cNvPr id="313" name="Google Shape;313;p26">
            <a:extLst>
              <a:ext uri="{FF2B5EF4-FFF2-40B4-BE49-F238E27FC236}">
                <a16:creationId xmlns:a16="http://schemas.microsoft.com/office/drawing/2014/main" id="{13F69209-4E81-4034-B3D9-1691C8F14B91}"/>
              </a:ext>
            </a:extLst>
          </p:cNvPr>
          <p:cNvSpPr>
            <a:spLocks noGrp="1"/>
          </p:cNvSpPr>
          <p:nvPr>
            <p:ph type="pic" idx="2"/>
          </p:nvPr>
        </p:nvSpPr>
        <p:spPr>
          <a:xfrm>
            <a:off x="4708528" y="807244"/>
            <a:ext cx="4024311" cy="3821906"/>
          </a:xfrm>
          <a:prstGeom prst="rect">
            <a:avLst/>
          </a:prstGeom>
          <a:solidFill>
            <a:srgbClr val="D5D5D7"/>
          </a:solidFill>
          <a:ln>
            <a:noFill/>
          </a:ln>
        </p:spPr>
      </p:sp>
      <p:sp>
        <p:nvSpPr>
          <p:cNvPr id="314" name="Google Shape;314;p26">
            <a:extLst>
              <a:ext uri="{FF2B5EF4-FFF2-40B4-BE49-F238E27FC236}">
                <a16:creationId xmlns:a16="http://schemas.microsoft.com/office/drawing/2014/main" id="{0AEF2EB7-A587-4AA6-94B4-69C2A5608A1D}"/>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15" name="Google Shape;315;p26">
            <a:extLst>
              <a:ext uri="{FF2B5EF4-FFF2-40B4-BE49-F238E27FC236}">
                <a16:creationId xmlns:a16="http://schemas.microsoft.com/office/drawing/2014/main" id="{D2397873-BBB0-4ED3-9308-6BE882546838}"/>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matchingName="Title Only">
  <p:cSld name="Title Only">
    <p:spTree>
      <p:nvGrpSpPr>
        <p:cNvPr id="1" name=""/>
        <p:cNvGrpSpPr/>
        <p:nvPr/>
      </p:nvGrpSpPr>
      <p:grpSpPr>
        <a:xfrm>
          <a:off x="0" y="0"/>
          <a:ext cx="0" cy="0"/>
          <a:chOff x="0" y="0"/>
          <a:chExt cx="0" cy="0"/>
        </a:xfrm>
      </p:grpSpPr>
      <p:sp>
        <p:nvSpPr>
          <p:cNvPr id="317" name="Google Shape;317;p27">
            <a:extLst>
              <a:ext uri="{FF2B5EF4-FFF2-40B4-BE49-F238E27FC236}">
                <a16:creationId xmlns:a16="http://schemas.microsoft.com/office/drawing/2014/main" id="{C7187D33-BC50-42F1-85EE-DBCF0455A7CA}"/>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318" name="Google Shape;318;p27">
            <a:extLst>
              <a:ext uri="{FF2B5EF4-FFF2-40B4-BE49-F238E27FC236}">
                <a16:creationId xmlns:a16="http://schemas.microsoft.com/office/drawing/2014/main" id="{1EACF1F8-86AE-47AC-820C-BA4019C43ABD}"/>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19" name="Google Shape;319;p27">
            <a:extLst>
              <a:ext uri="{FF2B5EF4-FFF2-40B4-BE49-F238E27FC236}">
                <a16:creationId xmlns:a16="http://schemas.microsoft.com/office/drawing/2014/main" id="{0EA73763-E6F5-418D-82C0-9327AF900E50}"/>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matchingName="Title Only - Black">
  <p:cSld name="Title Only - Black">
    <p:bg>
      <p:bgPr>
        <a:solidFill>
          <a:srgbClr val="221F20"/>
        </a:solidFill>
        <a:effectLst/>
      </p:bgPr>
    </p:bg>
    <p:spTree>
      <p:nvGrpSpPr>
        <p:cNvPr id="1" name=""/>
        <p:cNvGrpSpPr/>
        <p:nvPr/>
      </p:nvGrpSpPr>
      <p:grpSpPr>
        <a:xfrm>
          <a:off x="0" y="0"/>
          <a:ext cx="0" cy="0"/>
          <a:chOff x="0" y="0"/>
          <a:chExt cx="0" cy="0"/>
        </a:xfrm>
      </p:grpSpPr>
      <p:sp>
        <p:nvSpPr>
          <p:cNvPr id="321" name="Google Shape;321;p28">
            <a:extLst>
              <a:ext uri="{FF2B5EF4-FFF2-40B4-BE49-F238E27FC236}">
                <a16:creationId xmlns:a16="http://schemas.microsoft.com/office/drawing/2014/main" id="{019C0D7E-55A3-4338-B90B-78F5CB0880EA}"/>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a:lvl1pPr>
            <a:lvl2pPr>
              <a:spcBef>
                <a:spcPts val="0"/>
              </a:spcBef>
              <a:spcAft>
                <a:spcPts val="0"/>
              </a:spcAft>
              <a:buNone/>
              <a:defRPr/>
            </a:lvl2pPr>
            <a:lvl3pPr>
              <a:spcBef>
                <a:spcPts val="0"/>
              </a:spcBef>
              <a:spcAft>
                <a:spcPts val="0"/>
              </a:spcAft>
              <a:buNone/>
              <a:defRPr/>
            </a:lvl3pPr>
            <a:lvl4pPr>
              <a:spcBef>
                <a:spcPts val="0"/>
              </a:spcBef>
              <a:spcAft>
                <a:spcPts val="0"/>
              </a:spcAft>
              <a:buNone/>
              <a:defRPr/>
            </a:lvl4pPr>
            <a:lvl5pPr>
              <a:spcBef>
                <a:spcPts val="0"/>
              </a:spcBef>
              <a:spcAft>
                <a:spcPts val="0"/>
              </a:spcAft>
              <a:buNone/>
              <a:defRPr/>
            </a:lvl5pPr>
            <a:lvl6pPr>
              <a:spcBef>
                <a:spcPts val="0"/>
              </a:spcBef>
              <a:spcAft>
                <a:spcPts val="0"/>
              </a:spcAft>
              <a:buNone/>
              <a:defRPr/>
            </a:lvl6pPr>
            <a:lvl7pPr>
              <a:spcBef>
                <a:spcPts val="0"/>
              </a:spcBef>
              <a:spcAft>
                <a:spcPts val="0"/>
              </a:spcAft>
              <a:buNone/>
              <a:defRPr/>
            </a:lvl7pPr>
            <a:lvl8pPr>
              <a:spcBef>
                <a:spcPts val="0"/>
              </a:spcBef>
              <a:spcAft>
                <a:spcPts val="0"/>
              </a:spcAft>
              <a:buNone/>
              <a:defRPr/>
            </a:lvl8pPr>
            <a:lvl9pPr>
              <a:spcBef>
                <a:spcPts val="0"/>
              </a:spcBef>
              <a:spcAft>
                <a:spcPts val="0"/>
              </a:spcAft>
              <a:buNone/>
              <a:defRPr/>
            </a:lvl9pPr>
          </a:lstStyle>
          <a:p>
            <a:endParaRPr/>
          </a:p>
        </p:txBody>
      </p:sp>
      <p:sp>
        <p:nvSpPr>
          <p:cNvPr id="322" name="Google Shape;322;p28">
            <a:extLst>
              <a:ext uri="{FF2B5EF4-FFF2-40B4-BE49-F238E27FC236}">
                <a16:creationId xmlns:a16="http://schemas.microsoft.com/office/drawing/2014/main" id="{60867D96-4557-458D-92ED-CA036B89A6DA}"/>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23" name="Google Shape;323;p28">
            <a:extLst>
              <a:ext uri="{FF2B5EF4-FFF2-40B4-BE49-F238E27FC236}">
                <a16:creationId xmlns:a16="http://schemas.microsoft.com/office/drawing/2014/main" id="{0A22E124-96EE-476B-B7CA-DAB054DBB041}"/>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324" name="Google Shape;324;p28">
            <a:extLst>
              <a:ext uri="{FF2B5EF4-FFF2-40B4-BE49-F238E27FC236}">
                <a16:creationId xmlns:a16="http://schemas.microsoft.com/office/drawing/2014/main" id="{FBBE7400-B0CC-4111-8EE0-1D324EC0F58F}"/>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sp>
        <p:nvSpPr>
          <p:cNvPr id="325" name="Google Shape;325;p28">
            <a:extLst>
              <a:ext uri="{FF2B5EF4-FFF2-40B4-BE49-F238E27FC236}">
                <a16:creationId xmlns:a16="http://schemas.microsoft.com/office/drawing/2014/main" id="{5E29CA51-D0B1-4982-8DBC-FD994BEDDA48}"/>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pic>
        <p:nvPicPr>
          <p:cNvPr id="326" name="Google Shape;326;p28"/>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matchingName="Blank">
  <p:cSld name="Blank">
    <p:spTree>
      <p:nvGrpSpPr>
        <p:cNvPr id="1" name=""/>
        <p:cNvGrpSpPr/>
        <p:nvPr/>
      </p:nvGrpSpPr>
      <p:grpSpPr>
        <a:xfrm>
          <a:off x="0" y="0"/>
          <a:ext cx="0" cy="0"/>
          <a:chOff x="0" y="0"/>
          <a:chExt cx="0" cy="0"/>
        </a:xfrm>
      </p:grpSpPr>
      <p:sp>
        <p:nvSpPr>
          <p:cNvPr id="328" name="Google Shape;328;p29">
            <a:extLst>
              <a:ext uri="{FF2B5EF4-FFF2-40B4-BE49-F238E27FC236}">
                <a16:creationId xmlns:a16="http://schemas.microsoft.com/office/drawing/2014/main" id="{47D8C53B-3BAB-4A16-B499-29F42F499695}"/>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29" name="Google Shape;329;p29">
            <a:extLst>
              <a:ext uri="{FF2B5EF4-FFF2-40B4-BE49-F238E27FC236}">
                <a16:creationId xmlns:a16="http://schemas.microsoft.com/office/drawing/2014/main" id="{B1205E73-73B5-4B89-8E66-45FF50FC163A}"/>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matchingName="Blank - Black">
  <p:cSld name="Blank - Black">
    <p:bg>
      <p:bgPr>
        <a:solidFill>
          <a:srgbClr val="221F20"/>
        </a:solidFill>
        <a:effectLst/>
      </p:bgPr>
    </p:bg>
    <p:spTree>
      <p:nvGrpSpPr>
        <p:cNvPr id="1" name=""/>
        <p:cNvGrpSpPr/>
        <p:nvPr/>
      </p:nvGrpSpPr>
      <p:grpSpPr>
        <a:xfrm>
          <a:off x="0" y="0"/>
          <a:ext cx="0" cy="0"/>
          <a:chOff x="0" y="0"/>
          <a:chExt cx="0" cy="0"/>
        </a:xfrm>
      </p:grpSpPr>
      <p:sp>
        <p:nvSpPr>
          <p:cNvPr id="331" name="Google Shape;331;p30">
            <a:extLst>
              <a:ext uri="{FF2B5EF4-FFF2-40B4-BE49-F238E27FC236}">
                <a16:creationId xmlns:a16="http://schemas.microsoft.com/office/drawing/2014/main" id="{3F8332F0-3EB8-405B-8ED2-1C9040B9505B}"/>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32" name="Google Shape;332;p30">
            <a:extLst>
              <a:ext uri="{FF2B5EF4-FFF2-40B4-BE49-F238E27FC236}">
                <a16:creationId xmlns:a16="http://schemas.microsoft.com/office/drawing/2014/main" id="{2501243C-5A42-47BB-8C27-189AD563EB72}"/>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sp>
        <p:nvSpPr>
          <p:cNvPr id="333" name="Google Shape;333;p30">
            <a:extLst>
              <a:ext uri="{FF2B5EF4-FFF2-40B4-BE49-F238E27FC236}">
                <a16:creationId xmlns:a16="http://schemas.microsoft.com/office/drawing/2014/main" id="{AEDB4251-2AAA-41EF-A3B5-626D42D4EBE8}"/>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sp>
        <p:nvSpPr>
          <p:cNvPr id="334" name="Google Shape;334;p30">
            <a:extLst>
              <a:ext uri="{FF2B5EF4-FFF2-40B4-BE49-F238E27FC236}">
                <a16:creationId xmlns:a16="http://schemas.microsoft.com/office/drawing/2014/main" id="{E7994B3F-FC78-4151-AAA4-96E552619908}"/>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chemeClr val="lt1"/>
                </a:solidFill>
                <a:latin typeface="Arial"/>
                <a:ea typeface="Arial"/>
                <a:cs typeface="Arial"/>
              </a:rPr>
              <a:t>EDIT CONTROL STATEMENT UNDER &gt; VIEW &gt; SLIDE MASTER &gt; SCROLL TO TOP &gt; CHANGE HEADER AND FOOTER</a:t>
            </a:r>
          </a:p>
        </p:txBody>
      </p:sp>
      <p:pic>
        <p:nvPicPr>
          <p:cNvPr id="335" name="Google Shape;335;p30"/>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matchingName="Thank You">
  <p:cSld name="Thank You">
    <p:bg>
      <p:bgPr>
        <a:solidFill>
          <a:srgbClr val="221F20"/>
        </a:solidFill>
        <a:effectLst/>
      </p:bgPr>
    </p:bg>
    <p:spTree>
      <p:nvGrpSpPr>
        <p:cNvPr id="1" name=""/>
        <p:cNvGrpSpPr/>
        <p:nvPr/>
      </p:nvGrpSpPr>
      <p:grpSpPr>
        <a:xfrm>
          <a:off x="0" y="0"/>
          <a:ext cx="0" cy="0"/>
          <a:chOff x="0" y="0"/>
          <a:chExt cx="0" cy="0"/>
        </a:xfrm>
      </p:grpSpPr>
      <p:sp>
        <p:nvSpPr>
          <p:cNvPr id="337" name="Google Shape;337;p31">
            <a:extLst>
              <a:ext uri="{FF2B5EF4-FFF2-40B4-BE49-F238E27FC236}">
                <a16:creationId xmlns:a16="http://schemas.microsoft.com/office/drawing/2014/main" id="{F0CE2C26-2683-456B-985E-21497A00F4C1}"/>
              </a:ext>
            </a:extLst>
          </p:cNvPr>
          <p:cNvSpPr>
            <a:spLocks noGrp="1"/>
          </p:cNvSpPr>
          <p:nvPr/>
        </p:nvSpPr>
        <p:spPr>
          <a:xfrm>
            <a:off x="411162" y="1611630"/>
            <a:ext cx="8321040" cy="1028700"/>
          </a:xfrm>
          <a:prstGeom prst="rect">
            <a:avLst/>
          </a:prstGeom>
          <a:noFill/>
          <a:ln>
            <a:noFill/>
          </a:ln>
        </p:spPr>
        <p:txBody>
          <a:bodyPr spcFirstLastPara="1" wrap="square" lIns="0" tIns="0" rIns="0" bIns="0" anchor="t">
            <a:noAutofit/>
          </a:bodyPr>
          <a:lstStyle/>
          <a:p>
            <a:pPr marL="0" indent="0" algn="l">
              <a:lnSpc>
                <a:spcPct val="90000"/>
              </a:lnSpc>
              <a:spcBef>
                <a:spcPts val="0"/>
              </a:spcBef>
              <a:spcAft>
                <a:spcPts val="0"/>
              </a:spcAft>
              <a:buNone/>
            </a:pPr>
            <a:r>
              <a:rPr sz="3600" b="0" i="0" u="none" cap="none">
                <a:solidFill>
                  <a:srgbClr val="FFCC01"/>
                </a:solidFill>
                <a:latin typeface="Arial"/>
                <a:ea typeface="Arial"/>
                <a:cs typeface="Arial"/>
              </a:rPr>
              <a:t>THANK YOU.</a:t>
            </a:r>
          </a:p>
        </p:txBody>
      </p:sp>
      <p:sp>
        <p:nvSpPr>
          <p:cNvPr id="338" name="Google Shape;338;p31">
            <a:extLst>
              <a:ext uri="{FF2B5EF4-FFF2-40B4-BE49-F238E27FC236}">
                <a16:creationId xmlns:a16="http://schemas.microsoft.com/office/drawing/2014/main" id="{F359FA0B-144D-4D61-8F14-3BE42463447D}"/>
              </a:ext>
            </a:extLst>
          </p:cNvPr>
          <p:cNvSpPr>
            <a:spLocks noGrp="1"/>
          </p:cNvSpPr>
          <p:nvPr>
            <p:ph type="body" idx="1"/>
          </p:nvPr>
        </p:nvSpPr>
        <p:spPr>
          <a:xfrm>
            <a:off x="411164" y="3614561"/>
            <a:ext cx="4024312" cy="1028699"/>
          </a:xfrm>
          <a:prstGeom prst="rect">
            <a:avLst/>
          </a:prstGeom>
          <a:noFill/>
          <a:ln>
            <a:noFill/>
          </a:ln>
        </p:spPr>
        <p:txBody>
          <a:bodyPr spcFirstLastPara="1" wrap="square" lIns="0" tIns="0" rIns="0" bIns="0" anchor="b">
            <a:noAutofit/>
          </a:bodyPr>
          <a:lstStyle>
            <a:lvl1pPr marL="457200" indent="-228600" algn="l">
              <a:lnSpc>
                <a:spcPct val="95000"/>
              </a:lnSpc>
              <a:spcBef>
                <a:spcPts val="0"/>
              </a:spcBef>
              <a:spcAft>
                <a:spcPts val="0"/>
              </a:spcAft>
              <a:buNone/>
              <a:defRPr sz="900"/>
            </a:lvl1pPr>
            <a:lvl2pPr marL="914400" indent="-228600" algn="l">
              <a:lnSpc>
                <a:spcPct val="95000"/>
              </a:lnSpc>
              <a:spcBef>
                <a:spcPts val="0"/>
              </a:spcBef>
              <a:spcAft>
                <a:spcPts val="0"/>
              </a:spcAft>
              <a:buNone/>
              <a:defRPr sz="900"/>
            </a:lvl2pPr>
            <a:lvl3pPr marL="1371600" indent="-228600" algn="l">
              <a:lnSpc>
                <a:spcPct val="95000"/>
              </a:lnSpc>
              <a:spcBef>
                <a:spcPts val="0"/>
              </a:spcBef>
              <a:spcAft>
                <a:spcPts val="0"/>
              </a:spcAft>
              <a:buNone/>
              <a:defRPr sz="900"/>
            </a:lvl3pPr>
            <a:lvl4pPr marL="1828800" indent="-228600" algn="l">
              <a:lnSpc>
                <a:spcPct val="95000"/>
              </a:lnSpc>
              <a:spcBef>
                <a:spcPts val="0"/>
              </a:spcBef>
              <a:spcAft>
                <a:spcPts val="0"/>
              </a:spcAft>
              <a:buNone/>
              <a:defRPr sz="900"/>
            </a:lvl4pPr>
            <a:lvl5pPr marL="2286000" indent="-228600" algn="l">
              <a:lnSpc>
                <a:spcPct val="95000"/>
              </a:lnSpc>
              <a:spcBef>
                <a:spcPts val="0"/>
              </a:spcBef>
              <a:spcAft>
                <a:spcPts val="0"/>
              </a:spcAft>
              <a:buNone/>
              <a:defRPr sz="900"/>
            </a:lvl5pPr>
            <a:lvl6pPr marL="2743200" indent="-228600" algn="l">
              <a:lnSpc>
                <a:spcPct val="95000"/>
              </a:lnSpc>
              <a:spcBef>
                <a:spcPts val="0"/>
              </a:spcBef>
              <a:spcAft>
                <a:spcPts val="0"/>
              </a:spcAft>
              <a:buNone/>
              <a:defRPr sz="900"/>
            </a:lvl6pPr>
            <a:lvl7pPr marL="3200400" indent="-228600" algn="l">
              <a:lnSpc>
                <a:spcPct val="95000"/>
              </a:lnSpc>
              <a:spcBef>
                <a:spcPts val="0"/>
              </a:spcBef>
              <a:spcAft>
                <a:spcPts val="0"/>
              </a:spcAft>
              <a:buNone/>
              <a:defRPr sz="900"/>
            </a:lvl7pPr>
            <a:lvl8pPr marL="3657600" indent="-228600" algn="l">
              <a:lnSpc>
                <a:spcPct val="95000"/>
              </a:lnSpc>
              <a:spcBef>
                <a:spcPts val="0"/>
              </a:spcBef>
              <a:spcAft>
                <a:spcPts val="0"/>
              </a:spcAft>
              <a:buNone/>
              <a:defRPr sz="900"/>
            </a:lvl8pPr>
            <a:lvl9pPr marL="4114800" indent="-228600" algn="l">
              <a:lnSpc>
                <a:spcPct val="95000"/>
              </a:lnSpc>
              <a:spcBef>
                <a:spcPts val="0"/>
              </a:spcBef>
              <a:spcAft>
                <a:spcPts val="0"/>
              </a:spcAft>
              <a:buNone/>
              <a:defRPr sz="900"/>
            </a:lvl9pPr>
          </a:lstStyle>
          <a:p>
            <a:endParaRPr/>
          </a:p>
        </p:txBody>
      </p:sp>
      <p:sp>
        <p:nvSpPr>
          <p:cNvPr id="339" name="Google Shape;339;p31">
            <a:extLst>
              <a:ext uri="{FF2B5EF4-FFF2-40B4-BE49-F238E27FC236}">
                <a16:creationId xmlns:a16="http://schemas.microsoft.com/office/drawing/2014/main" id="{4B55DD86-2B2D-4F7C-B54B-C32F67D2E0B4}"/>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a:lvl1pPr>
            <a:lvl2pPr algn="l">
              <a:spcBef>
                <a:spcPts val="0"/>
              </a:spcBef>
              <a:spcAft>
                <a:spcPts val="0"/>
              </a:spcAft>
              <a:buNone/>
              <a:defRPr/>
            </a:lvl2pPr>
            <a:lvl3pPr algn="l">
              <a:spcBef>
                <a:spcPts val="0"/>
              </a:spcBef>
              <a:spcAft>
                <a:spcPts val="0"/>
              </a:spcAft>
              <a:buNone/>
              <a:defRPr/>
            </a:lvl3pPr>
            <a:lvl4pPr algn="l">
              <a:spcBef>
                <a:spcPts val="0"/>
              </a:spcBef>
              <a:spcAft>
                <a:spcPts val="0"/>
              </a:spcAft>
              <a:buNone/>
              <a:defRPr/>
            </a:lvl4pPr>
            <a:lvl5pPr algn="l">
              <a:spcBef>
                <a:spcPts val="0"/>
              </a:spcBef>
              <a:spcAft>
                <a:spcPts val="0"/>
              </a:spcAft>
              <a:buNone/>
              <a:defRPr/>
            </a:lvl5pPr>
            <a:lvl6pPr algn="l">
              <a:spcBef>
                <a:spcPts val="0"/>
              </a:spcBef>
              <a:spcAft>
                <a:spcPts val="0"/>
              </a:spcAft>
              <a:buNone/>
              <a:defRPr/>
            </a:lvl6pPr>
            <a:lvl7pPr algn="l">
              <a:spcBef>
                <a:spcPts val="0"/>
              </a:spcBef>
              <a:spcAft>
                <a:spcPts val="0"/>
              </a:spcAft>
              <a:buNone/>
              <a:defRPr/>
            </a:lvl7pPr>
            <a:lvl8pPr algn="l">
              <a:spcBef>
                <a:spcPts val="0"/>
              </a:spcBef>
              <a:spcAft>
                <a:spcPts val="0"/>
              </a:spcAft>
              <a:buNone/>
              <a:defRPr/>
            </a:lvl8pPr>
            <a:lvl9pPr algn="l">
              <a:spcBef>
                <a:spcPts val="0"/>
              </a:spcBef>
              <a:spcAft>
                <a:spcPts val="0"/>
              </a:spcAft>
              <a:buNone/>
              <a:defRPr/>
            </a:lvl9pPr>
          </a:lstStyle>
          <a:p>
            <a:endParaRPr/>
          </a:p>
        </p:txBody>
      </p:sp>
      <p:sp>
        <p:nvSpPr>
          <p:cNvPr id="340" name="Google Shape;340;p31">
            <a:extLst>
              <a:ext uri="{FF2B5EF4-FFF2-40B4-BE49-F238E27FC236}">
                <a16:creationId xmlns:a16="http://schemas.microsoft.com/office/drawing/2014/main" id="{D6549E87-8E9F-42C0-8A80-38D4FD7143DC}"/>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a:lvl1pPr>
            <a:lvl2pPr marL="0" indent="0" algn="r">
              <a:spcBef>
                <a:spcPts val="0"/>
              </a:spcBef>
              <a:spcAft>
                <a:spcPts val="0"/>
              </a:spcAft>
              <a:buNone/>
              <a:defRPr/>
            </a:lvl2pPr>
            <a:lvl3pPr marL="0" indent="0" algn="r">
              <a:spcBef>
                <a:spcPts val="0"/>
              </a:spcBef>
              <a:spcAft>
                <a:spcPts val="0"/>
              </a:spcAft>
              <a:buNone/>
              <a:defRPr/>
            </a:lvl3pPr>
            <a:lvl4pPr marL="0" indent="0" algn="r">
              <a:spcBef>
                <a:spcPts val="0"/>
              </a:spcBef>
              <a:spcAft>
                <a:spcPts val="0"/>
              </a:spcAft>
              <a:buNone/>
              <a:defRPr/>
            </a:lvl4pPr>
            <a:lvl5pPr marL="0" indent="0" algn="r">
              <a:spcBef>
                <a:spcPts val="0"/>
              </a:spcBef>
              <a:spcAft>
                <a:spcPts val="0"/>
              </a:spcAft>
              <a:buNone/>
              <a:defRPr/>
            </a:lvl5pPr>
            <a:lvl6pPr marL="0" indent="0" algn="r">
              <a:spcBef>
                <a:spcPts val="0"/>
              </a:spcBef>
              <a:spcAft>
                <a:spcPts val="0"/>
              </a:spcAft>
              <a:buNone/>
              <a:defRPr/>
            </a:lvl6pPr>
            <a:lvl7pPr marL="0" indent="0" algn="r">
              <a:spcBef>
                <a:spcPts val="0"/>
              </a:spcBef>
              <a:spcAft>
                <a:spcPts val="0"/>
              </a:spcAft>
              <a:buNone/>
              <a:defRPr/>
            </a:lvl7pPr>
            <a:lvl8pPr marL="0" indent="0" algn="r">
              <a:spcBef>
                <a:spcPts val="0"/>
              </a:spcBef>
              <a:spcAft>
                <a:spcPts val="0"/>
              </a:spcAft>
              <a:buNone/>
              <a:defRPr/>
            </a:lvl8pPr>
            <a:lvl9pPr marL="0" indent="0" algn="r">
              <a:spcBef>
                <a:spcPts val="0"/>
              </a:spcBef>
              <a:spcAft>
                <a:spcPts val="0"/>
              </a:spcAft>
              <a:buNone/>
              <a:defRPr/>
            </a:lvl9pPr>
          </a:lstStyle>
          <a:p>
            <a:pPr marL="0" indent="0" algn="r">
              <a:spcBef>
                <a:spcPts val="0"/>
              </a:spcBef>
              <a:spcAft>
                <a:spcPts val="0"/>
              </a:spcAft>
              <a:buNone/>
            </a:pPr>
            <a:fld id="{00000000-1234-1234-1234-123412341234}" type="slidenum">
              <a:t>‹#›</a:t>
            </a:fld>
            <a:endParaRPr/>
          </a:p>
        </p:txBody>
      </p:sp>
      <p:pic>
        <p:nvPicPr>
          <p:cNvPr id="341" name="Google Shape;341;p31"/>
          <p:cNvPicPr>
            <a:picLocks noChangeAspect="1"/>
          </p:cNvPicPr>
          <p:nvPr/>
        </p:nvPicPr>
        <p:blipFill rotWithShape="1">
          <a:blip r:embed="rId2">
            <a:alphaModFix/>
          </a:blip>
          <a:srcRect/>
          <a:stretch/>
        </p:blipFill>
        <p:spPr>
          <a:xfrm>
            <a:off x="7503462" y="308372"/>
            <a:ext cx="1222280" cy="358517"/>
          </a:xfrm>
          <a:prstGeom prst="rect">
            <a:avLst/>
          </a:prstGeom>
          <a:ln>
            <a:noFill/>
          </a:ln>
        </p:spPr>
      </p:pic>
    </p:spTree>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matchingName="Logo">
  <p:cSld name="Logo">
    <p:bg>
      <p:bgPr>
        <a:solidFill>
          <a:srgbClr val="221F20"/>
        </a:solidFill>
        <a:effectLst/>
      </p:bgPr>
    </p:bg>
    <p:spTree>
      <p:nvGrpSpPr>
        <p:cNvPr id="1" name=""/>
        <p:cNvGrpSpPr/>
        <p:nvPr/>
      </p:nvGrpSpPr>
      <p:grpSpPr>
        <a:xfrm>
          <a:off x="0" y="0"/>
          <a:ext cx="0" cy="0"/>
          <a:chOff x="0" y="0"/>
          <a:chExt cx="0" cy="0"/>
        </a:xfrm>
      </p:grpSpPr>
      <p:pic>
        <p:nvPicPr>
          <p:cNvPr id="2" name="Google Shape;343;p32"/>
          <p:cNvPicPr>
            <a:picLocks noChangeAspect="1"/>
          </p:cNvPicPr>
          <p:nvPr/>
        </p:nvPicPr>
        <p:blipFill rotWithShape="1">
          <a:blip r:embed="rId2">
            <a:alphaModFix/>
          </a:blip>
          <a:srcRect/>
          <a:stretch/>
        </p:blipFill>
        <p:spPr>
          <a:xfrm>
            <a:off x="2120265" y="1645920"/>
            <a:ext cx="4903470" cy="1851660"/>
          </a:xfrm>
          <a:prstGeom prst="rect">
            <a:avLst/>
          </a:prstGeom>
          <a:ln>
            <a:noFill/>
          </a:ln>
        </p:spPr>
      </p:pic>
    </p:spTree>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bg>
      <p:bgPr>
        <a:solidFill>
          <a:schemeClr val="accent3"/>
        </a:solidFill>
        <a:effectLst/>
      </p:bgPr>
    </p:bg>
    <p:spTree>
      <p:nvGrpSpPr>
        <p:cNvPr id="1" name=""/>
        <p:cNvGrpSpPr/>
        <p:nvPr/>
      </p:nvGrpSpPr>
      <p:grpSpPr>
        <a:xfrm>
          <a:off x="0" y="0"/>
          <a:ext cx="0" cy="0"/>
          <a:chOff x="0" y="0"/>
          <a:chExt cx="0" cy="0"/>
        </a:xfrm>
      </p:grpSpPr>
      <p:sp>
        <p:nvSpPr>
          <p:cNvPr id="345" name="Google Shape;345;p33">
            <a:extLst>
              <a:ext uri="{FF2B5EF4-FFF2-40B4-BE49-F238E27FC236}">
                <a16:creationId xmlns:a16="http://schemas.microsoft.com/office/drawing/2014/main" id="{88A6409E-95DE-4D5D-9C62-CFFA19EB8CB6}"/>
              </a:ext>
            </a:extLst>
          </p:cNvPr>
          <p:cNvSpPr>
            <a:spLocks noGrp="1"/>
          </p:cNvSpPr>
          <p:nvPr>
            <p:ph type="title"/>
          </p:nvPr>
        </p:nvSpPr>
        <p:spPr>
          <a:xfrm>
            <a:off x="311700" y="539725"/>
            <a:ext cx="8520600" cy="1282500"/>
          </a:xfrm>
          <a:prstGeom prst="rect">
            <a:avLst/>
          </a:prstGeom>
          <a:noFill/>
          <a:ln>
            <a:noFill/>
          </a:ln>
        </p:spPr>
        <p:txBody>
          <a:bodyPr spcFirstLastPara="1" wrap="square" lIns="91425" tIns="91425" rIns="91425" bIns="91425" anchor="t">
            <a:normAutofit/>
          </a:bodyPr>
          <a:lstStyle>
            <a:lvl1pPr algn="l">
              <a:lnSpc>
                <a:spcPct val="100000"/>
              </a:lnSpc>
              <a:spcBef>
                <a:spcPts val="0"/>
              </a:spcBef>
              <a:spcAft>
                <a:spcPts val="0"/>
              </a:spcAft>
              <a:buNone/>
              <a:defRPr sz="3600"/>
            </a:lvl1pPr>
            <a:lvl2pPr algn="l">
              <a:lnSpc>
                <a:spcPct val="100000"/>
              </a:lnSpc>
              <a:spcBef>
                <a:spcPts val="0"/>
              </a:spcBef>
              <a:spcAft>
                <a:spcPts val="0"/>
              </a:spcAft>
              <a:buNone/>
              <a:defRPr sz="3600"/>
            </a:lvl2pPr>
            <a:lvl3pPr algn="l">
              <a:lnSpc>
                <a:spcPct val="100000"/>
              </a:lnSpc>
              <a:spcBef>
                <a:spcPts val="0"/>
              </a:spcBef>
              <a:spcAft>
                <a:spcPts val="0"/>
              </a:spcAft>
              <a:buNone/>
              <a:defRPr sz="3600"/>
            </a:lvl3pPr>
            <a:lvl4pPr algn="l">
              <a:lnSpc>
                <a:spcPct val="100000"/>
              </a:lnSpc>
              <a:spcBef>
                <a:spcPts val="0"/>
              </a:spcBef>
              <a:spcAft>
                <a:spcPts val="0"/>
              </a:spcAft>
              <a:buNone/>
              <a:defRPr sz="3600"/>
            </a:lvl4pPr>
            <a:lvl5pPr algn="l">
              <a:lnSpc>
                <a:spcPct val="100000"/>
              </a:lnSpc>
              <a:spcBef>
                <a:spcPts val="0"/>
              </a:spcBef>
              <a:spcAft>
                <a:spcPts val="0"/>
              </a:spcAft>
              <a:buNone/>
              <a:defRPr sz="3600"/>
            </a:lvl5pPr>
            <a:lvl6pPr algn="l">
              <a:lnSpc>
                <a:spcPct val="100000"/>
              </a:lnSpc>
              <a:spcBef>
                <a:spcPts val="0"/>
              </a:spcBef>
              <a:spcAft>
                <a:spcPts val="0"/>
              </a:spcAft>
              <a:buNone/>
              <a:defRPr sz="3600"/>
            </a:lvl6pPr>
            <a:lvl7pPr algn="l">
              <a:lnSpc>
                <a:spcPct val="100000"/>
              </a:lnSpc>
              <a:spcBef>
                <a:spcPts val="0"/>
              </a:spcBef>
              <a:spcAft>
                <a:spcPts val="0"/>
              </a:spcAft>
              <a:buNone/>
              <a:defRPr sz="3600"/>
            </a:lvl7pPr>
            <a:lvl8pPr algn="l">
              <a:lnSpc>
                <a:spcPct val="100000"/>
              </a:lnSpc>
              <a:spcBef>
                <a:spcPts val="0"/>
              </a:spcBef>
              <a:spcAft>
                <a:spcPts val="0"/>
              </a:spcAft>
              <a:buNone/>
              <a:defRPr sz="3600"/>
            </a:lvl8pPr>
            <a:lvl9pPr algn="l">
              <a:lnSpc>
                <a:spcPct val="100000"/>
              </a:lnSpc>
              <a:spcBef>
                <a:spcPts val="0"/>
              </a:spcBef>
              <a:spcAft>
                <a:spcPts val="0"/>
              </a:spcAft>
              <a:buNone/>
              <a:defRPr sz="3600"/>
            </a:lvl9pPr>
          </a:lstStyle>
          <a:p>
            <a:endParaRPr/>
          </a:p>
        </p:txBody>
      </p:sp>
      <p:sp>
        <p:nvSpPr>
          <p:cNvPr id="346" name="Google Shape;346;p33">
            <a:extLst>
              <a:ext uri="{FF2B5EF4-FFF2-40B4-BE49-F238E27FC236}">
                <a16:creationId xmlns:a16="http://schemas.microsoft.com/office/drawing/2014/main" id="{35FC3384-482E-4869-9B71-C70062673191}"/>
              </a:ext>
            </a:extLst>
          </p:cNvPr>
          <p:cNvSpPr>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ormAutofit/>
          </a:bodyPr>
          <a:lstStyle>
            <a:lvl1pPr marL="0" indent="0" algn="r">
              <a:lnSpc>
                <a:spcPct val="100000"/>
              </a:lnSpc>
              <a:spcBef>
                <a:spcPts val="0"/>
              </a:spcBef>
              <a:spcAft>
                <a:spcPts val="0"/>
              </a:spcAft>
              <a:buNone/>
              <a:defRPr sz="1000" b="0" i="0" u="none" cap="none">
                <a:solidFill>
                  <a:schemeClr val="accent1"/>
                </a:solidFill>
                <a:latin typeface="Roboto"/>
                <a:ea typeface="Roboto"/>
                <a:cs typeface="Roboto"/>
              </a:defRPr>
            </a:lvl1pPr>
            <a:lvl2pPr marL="0" indent="0" algn="r">
              <a:lnSpc>
                <a:spcPct val="100000"/>
              </a:lnSpc>
              <a:spcBef>
                <a:spcPts val="0"/>
              </a:spcBef>
              <a:spcAft>
                <a:spcPts val="0"/>
              </a:spcAft>
              <a:buNone/>
              <a:defRPr sz="1000" b="0" i="0" u="none" cap="none">
                <a:solidFill>
                  <a:schemeClr val="accent1"/>
                </a:solidFill>
                <a:latin typeface="Roboto"/>
                <a:ea typeface="Roboto"/>
                <a:cs typeface="Roboto"/>
              </a:defRPr>
            </a:lvl2pPr>
            <a:lvl3pPr marL="0" indent="0" algn="r">
              <a:lnSpc>
                <a:spcPct val="100000"/>
              </a:lnSpc>
              <a:spcBef>
                <a:spcPts val="0"/>
              </a:spcBef>
              <a:spcAft>
                <a:spcPts val="0"/>
              </a:spcAft>
              <a:buNone/>
              <a:defRPr sz="1000" b="0" i="0" u="none" cap="none">
                <a:solidFill>
                  <a:schemeClr val="accent1"/>
                </a:solidFill>
                <a:latin typeface="Roboto"/>
                <a:ea typeface="Roboto"/>
                <a:cs typeface="Roboto"/>
              </a:defRPr>
            </a:lvl3pPr>
            <a:lvl4pPr marL="0" indent="0" algn="r">
              <a:lnSpc>
                <a:spcPct val="100000"/>
              </a:lnSpc>
              <a:spcBef>
                <a:spcPts val="0"/>
              </a:spcBef>
              <a:spcAft>
                <a:spcPts val="0"/>
              </a:spcAft>
              <a:buNone/>
              <a:defRPr sz="1000" b="0" i="0" u="none" cap="none">
                <a:solidFill>
                  <a:schemeClr val="accent1"/>
                </a:solidFill>
                <a:latin typeface="Roboto"/>
                <a:ea typeface="Roboto"/>
                <a:cs typeface="Roboto"/>
              </a:defRPr>
            </a:lvl4pPr>
            <a:lvl5pPr marL="0" indent="0" algn="r">
              <a:lnSpc>
                <a:spcPct val="100000"/>
              </a:lnSpc>
              <a:spcBef>
                <a:spcPts val="0"/>
              </a:spcBef>
              <a:spcAft>
                <a:spcPts val="0"/>
              </a:spcAft>
              <a:buNone/>
              <a:defRPr sz="1000" b="0" i="0" u="none" cap="none">
                <a:solidFill>
                  <a:schemeClr val="accent1"/>
                </a:solidFill>
                <a:latin typeface="Roboto"/>
                <a:ea typeface="Roboto"/>
                <a:cs typeface="Roboto"/>
              </a:defRPr>
            </a:lvl5pPr>
            <a:lvl6pPr marL="0" indent="0" algn="r">
              <a:lnSpc>
                <a:spcPct val="100000"/>
              </a:lnSpc>
              <a:spcBef>
                <a:spcPts val="0"/>
              </a:spcBef>
              <a:spcAft>
                <a:spcPts val="0"/>
              </a:spcAft>
              <a:buNone/>
              <a:defRPr sz="1000" b="0" i="0" u="none" cap="none">
                <a:solidFill>
                  <a:schemeClr val="accent1"/>
                </a:solidFill>
                <a:latin typeface="Roboto"/>
                <a:ea typeface="Roboto"/>
                <a:cs typeface="Roboto"/>
              </a:defRPr>
            </a:lvl6pPr>
            <a:lvl7pPr marL="0" indent="0" algn="r">
              <a:lnSpc>
                <a:spcPct val="100000"/>
              </a:lnSpc>
              <a:spcBef>
                <a:spcPts val="0"/>
              </a:spcBef>
              <a:spcAft>
                <a:spcPts val="0"/>
              </a:spcAft>
              <a:buNone/>
              <a:defRPr sz="1000" b="0" i="0" u="none" cap="none">
                <a:solidFill>
                  <a:schemeClr val="accent1"/>
                </a:solidFill>
                <a:latin typeface="Roboto"/>
                <a:ea typeface="Roboto"/>
                <a:cs typeface="Roboto"/>
              </a:defRPr>
            </a:lvl7pPr>
            <a:lvl8pPr marL="0" indent="0" algn="r">
              <a:lnSpc>
                <a:spcPct val="100000"/>
              </a:lnSpc>
              <a:spcBef>
                <a:spcPts val="0"/>
              </a:spcBef>
              <a:spcAft>
                <a:spcPts val="0"/>
              </a:spcAft>
              <a:buNone/>
              <a:defRPr sz="1000" b="0" i="0" u="none" cap="none">
                <a:solidFill>
                  <a:schemeClr val="accent1"/>
                </a:solidFill>
                <a:latin typeface="Roboto"/>
                <a:ea typeface="Roboto"/>
                <a:cs typeface="Roboto"/>
              </a:defRPr>
            </a:lvl8pPr>
            <a:lvl9pPr marL="0" indent="0" algn="r">
              <a:lnSpc>
                <a:spcPct val="100000"/>
              </a:lnSpc>
              <a:spcBef>
                <a:spcPts val="0"/>
              </a:spcBef>
              <a:spcAft>
                <a:spcPts val="0"/>
              </a:spcAft>
              <a:buNone/>
              <a:defRPr sz="1000" b="0" i="0" u="none" cap="none">
                <a:solidFill>
                  <a:schemeClr val="accent1"/>
                </a:solidFill>
                <a:latin typeface="Roboto"/>
                <a:ea typeface="Roboto"/>
                <a:cs typeface="Roboto"/>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
        <p:cNvGrpSpPr/>
        <p:nvPr/>
      </p:nvGrpSpPr>
      <p:grpSpPr>
        <a:xfrm>
          <a:off x="0" y="0"/>
          <a:ext cx="0" cy="0"/>
          <a:chOff x="0" y="0"/>
          <a:chExt cx="0" cy="0"/>
        </a:xfrm>
      </p:grpSpPr>
      <p:sp>
        <p:nvSpPr>
          <p:cNvPr id="348" name="Google Shape;348;p34">
            <a:extLst>
              <a:ext uri="{FF2B5EF4-FFF2-40B4-BE49-F238E27FC236}">
                <a16:creationId xmlns:a16="http://schemas.microsoft.com/office/drawing/2014/main" id="{E594F835-FB3B-4740-AF56-2CE2EEE75D6C}"/>
              </a:ext>
            </a:extLst>
          </p:cNvPr>
          <p:cNvSpPr>
            <a:spLocks noGrp="1"/>
          </p:cNvSpPr>
          <p:nvPr>
            <p:ph type="title"/>
          </p:nvPr>
        </p:nvSpPr>
        <p:spPr>
          <a:xfrm>
            <a:off x="311725" y="500925"/>
            <a:ext cx="8520600" cy="623700"/>
          </a:xfrm>
          <a:prstGeom prst="rect">
            <a:avLst/>
          </a:prstGeom>
          <a:noFill/>
          <a:ln>
            <a:noFill/>
          </a:ln>
        </p:spPr>
        <p:txBody>
          <a:bodyPr spcFirstLastPara="1" wrap="square" lIns="91425" tIns="91425" rIns="91425" bIns="91425" anchor="t">
            <a:normAutofit/>
          </a:bodyPr>
          <a:lstStyle>
            <a:lvl1pPr algn="l">
              <a:lnSpc>
                <a:spcPct val="100000"/>
              </a:lnSpc>
              <a:spcBef>
                <a:spcPts val="0"/>
              </a:spcBef>
              <a:spcAft>
                <a:spcPts val="0"/>
              </a:spcAft>
              <a:buNone/>
              <a:defRPr>
                <a:solidFill>
                  <a:schemeClr val="lt1"/>
                </a:solidFill>
              </a:defRPr>
            </a:lvl1pPr>
            <a:lvl2pPr algn="l">
              <a:lnSpc>
                <a:spcPct val="100000"/>
              </a:lnSpc>
              <a:spcBef>
                <a:spcPts val="0"/>
              </a:spcBef>
              <a:spcAft>
                <a:spcPts val="0"/>
              </a:spcAft>
              <a:buNone/>
              <a:defRPr>
                <a:solidFill>
                  <a:schemeClr val="lt1"/>
                </a:solidFill>
              </a:defRPr>
            </a:lvl2pPr>
            <a:lvl3pPr algn="l">
              <a:lnSpc>
                <a:spcPct val="100000"/>
              </a:lnSpc>
              <a:spcBef>
                <a:spcPts val="0"/>
              </a:spcBef>
              <a:spcAft>
                <a:spcPts val="0"/>
              </a:spcAft>
              <a:buNone/>
              <a:defRPr>
                <a:solidFill>
                  <a:schemeClr val="lt1"/>
                </a:solidFill>
              </a:defRPr>
            </a:lvl3pPr>
            <a:lvl4pPr algn="l">
              <a:lnSpc>
                <a:spcPct val="100000"/>
              </a:lnSpc>
              <a:spcBef>
                <a:spcPts val="0"/>
              </a:spcBef>
              <a:spcAft>
                <a:spcPts val="0"/>
              </a:spcAft>
              <a:buNone/>
              <a:defRPr>
                <a:solidFill>
                  <a:schemeClr val="lt1"/>
                </a:solidFill>
              </a:defRPr>
            </a:lvl4pPr>
            <a:lvl5pPr algn="l">
              <a:lnSpc>
                <a:spcPct val="100000"/>
              </a:lnSpc>
              <a:spcBef>
                <a:spcPts val="0"/>
              </a:spcBef>
              <a:spcAft>
                <a:spcPts val="0"/>
              </a:spcAft>
              <a:buNone/>
              <a:defRPr>
                <a:solidFill>
                  <a:schemeClr val="lt1"/>
                </a:solidFill>
              </a:defRPr>
            </a:lvl5pPr>
            <a:lvl6pPr algn="l">
              <a:lnSpc>
                <a:spcPct val="100000"/>
              </a:lnSpc>
              <a:spcBef>
                <a:spcPts val="0"/>
              </a:spcBef>
              <a:spcAft>
                <a:spcPts val="0"/>
              </a:spcAft>
              <a:buNone/>
              <a:defRPr>
                <a:solidFill>
                  <a:schemeClr val="lt1"/>
                </a:solidFill>
              </a:defRPr>
            </a:lvl6pPr>
            <a:lvl7pPr algn="l">
              <a:lnSpc>
                <a:spcPct val="100000"/>
              </a:lnSpc>
              <a:spcBef>
                <a:spcPts val="0"/>
              </a:spcBef>
              <a:spcAft>
                <a:spcPts val="0"/>
              </a:spcAft>
              <a:buNone/>
              <a:defRPr>
                <a:solidFill>
                  <a:schemeClr val="lt1"/>
                </a:solidFill>
              </a:defRPr>
            </a:lvl7pPr>
            <a:lvl8pPr algn="l">
              <a:lnSpc>
                <a:spcPct val="100000"/>
              </a:lnSpc>
              <a:spcBef>
                <a:spcPts val="0"/>
              </a:spcBef>
              <a:spcAft>
                <a:spcPts val="0"/>
              </a:spcAft>
              <a:buNone/>
              <a:defRPr>
                <a:solidFill>
                  <a:schemeClr val="lt1"/>
                </a:solidFill>
              </a:defRPr>
            </a:lvl8pPr>
            <a:lvl9pPr algn="l">
              <a:lnSpc>
                <a:spcPct val="100000"/>
              </a:lnSpc>
              <a:spcBef>
                <a:spcPts val="0"/>
              </a:spcBef>
              <a:spcAft>
                <a:spcPts val="0"/>
              </a:spcAft>
              <a:buNone/>
              <a:defRPr>
                <a:solidFill>
                  <a:schemeClr val="lt1"/>
                </a:solidFill>
              </a:defRPr>
            </a:lvl9pPr>
          </a:lstStyle>
          <a:p>
            <a:endParaRPr/>
          </a:p>
        </p:txBody>
      </p:sp>
      <p:sp>
        <p:nvSpPr>
          <p:cNvPr id="349" name="Google Shape;349;p34">
            <a:extLst>
              <a:ext uri="{FF2B5EF4-FFF2-40B4-BE49-F238E27FC236}">
                <a16:creationId xmlns:a16="http://schemas.microsoft.com/office/drawing/2014/main" id="{686D1D42-053F-4A57-9638-F1C96D0382B9}"/>
              </a:ext>
            </a:extLst>
          </p:cNvPr>
          <p:cNvSpPr>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ormAutofit/>
          </a:bodyPr>
          <a:lstStyle>
            <a:lvl1pPr marL="0" indent="0" algn="r">
              <a:lnSpc>
                <a:spcPct val="100000"/>
              </a:lnSpc>
              <a:spcBef>
                <a:spcPts val="0"/>
              </a:spcBef>
              <a:spcAft>
                <a:spcPts val="0"/>
              </a:spcAft>
              <a:buNone/>
              <a:defRPr sz="1000" b="0" i="0" u="none" cap="none">
                <a:solidFill>
                  <a:schemeClr val="dk2"/>
                </a:solidFill>
                <a:latin typeface="Roboto"/>
                <a:ea typeface="Roboto"/>
                <a:cs typeface="Roboto"/>
              </a:defRPr>
            </a:lvl1pPr>
            <a:lvl2pPr marL="0" indent="0" algn="r">
              <a:lnSpc>
                <a:spcPct val="100000"/>
              </a:lnSpc>
              <a:spcBef>
                <a:spcPts val="0"/>
              </a:spcBef>
              <a:spcAft>
                <a:spcPts val="0"/>
              </a:spcAft>
              <a:buNone/>
              <a:defRPr sz="1000" b="0" i="0" u="none" cap="none">
                <a:solidFill>
                  <a:schemeClr val="dk2"/>
                </a:solidFill>
                <a:latin typeface="Roboto"/>
                <a:ea typeface="Roboto"/>
                <a:cs typeface="Roboto"/>
              </a:defRPr>
            </a:lvl2pPr>
            <a:lvl3pPr marL="0" indent="0" algn="r">
              <a:lnSpc>
                <a:spcPct val="100000"/>
              </a:lnSpc>
              <a:spcBef>
                <a:spcPts val="0"/>
              </a:spcBef>
              <a:spcAft>
                <a:spcPts val="0"/>
              </a:spcAft>
              <a:buNone/>
              <a:defRPr sz="1000" b="0" i="0" u="none" cap="none">
                <a:solidFill>
                  <a:schemeClr val="dk2"/>
                </a:solidFill>
                <a:latin typeface="Roboto"/>
                <a:ea typeface="Roboto"/>
                <a:cs typeface="Roboto"/>
              </a:defRPr>
            </a:lvl3pPr>
            <a:lvl4pPr marL="0" indent="0" algn="r">
              <a:lnSpc>
                <a:spcPct val="100000"/>
              </a:lnSpc>
              <a:spcBef>
                <a:spcPts val="0"/>
              </a:spcBef>
              <a:spcAft>
                <a:spcPts val="0"/>
              </a:spcAft>
              <a:buNone/>
              <a:defRPr sz="1000" b="0" i="0" u="none" cap="none">
                <a:solidFill>
                  <a:schemeClr val="dk2"/>
                </a:solidFill>
                <a:latin typeface="Roboto"/>
                <a:ea typeface="Roboto"/>
                <a:cs typeface="Roboto"/>
              </a:defRPr>
            </a:lvl4pPr>
            <a:lvl5pPr marL="0" indent="0" algn="r">
              <a:lnSpc>
                <a:spcPct val="100000"/>
              </a:lnSpc>
              <a:spcBef>
                <a:spcPts val="0"/>
              </a:spcBef>
              <a:spcAft>
                <a:spcPts val="0"/>
              </a:spcAft>
              <a:buNone/>
              <a:defRPr sz="1000" b="0" i="0" u="none" cap="none">
                <a:solidFill>
                  <a:schemeClr val="dk2"/>
                </a:solidFill>
                <a:latin typeface="Roboto"/>
                <a:ea typeface="Roboto"/>
                <a:cs typeface="Roboto"/>
              </a:defRPr>
            </a:lvl5pPr>
            <a:lvl6pPr marL="0" indent="0" algn="r">
              <a:lnSpc>
                <a:spcPct val="100000"/>
              </a:lnSpc>
              <a:spcBef>
                <a:spcPts val="0"/>
              </a:spcBef>
              <a:spcAft>
                <a:spcPts val="0"/>
              </a:spcAft>
              <a:buNone/>
              <a:defRPr sz="1000" b="0" i="0" u="none" cap="none">
                <a:solidFill>
                  <a:schemeClr val="dk2"/>
                </a:solidFill>
                <a:latin typeface="Roboto"/>
                <a:ea typeface="Roboto"/>
                <a:cs typeface="Roboto"/>
              </a:defRPr>
            </a:lvl6pPr>
            <a:lvl7pPr marL="0" indent="0" algn="r">
              <a:lnSpc>
                <a:spcPct val="100000"/>
              </a:lnSpc>
              <a:spcBef>
                <a:spcPts val="0"/>
              </a:spcBef>
              <a:spcAft>
                <a:spcPts val="0"/>
              </a:spcAft>
              <a:buNone/>
              <a:defRPr sz="1000" b="0" i="0" u="none" cap="none">
                <a:solidFill>
                  <a:schemeClr val="dk2"/>
                </a:solidFill>
                <a:latin typeface="Roboto"/>
                <a:ea typeface="Roboto"/>
                <a:cs typeface="Roboto"/>
              </a:defRPr>
            </a:lvl7pPr>
            <a:lvl8pPr marL="0" indent="0" algn="r">
              <a:lnSpc>
                <a:spcPct val="100000"/>
              </a:lnSpc>
              <a:spcBef>
                <a:spcPts val="0"/>
              </a:spcBef>
              <a:spcAft>
                <a:spcPts val="0"/>
              </a:spcAft>
              <a:buNone/>
              <a:defRPr sz="1000" b="0" i="0" u="none" cap="none">
                <a:solidFill>
                  <a:schemeClr val="dk2"/>
                </a:solidFill>
                <a:latin typeface="Roboto"/>
                <a:ea typeface="Roboto"/>
                <a:cs typeface="Roboto"/>
              </a:defRPr>
            </a:lvl8pPr>
            <a:lvl9pPr marL="0" indent="0" algn="r">
              <a:lnSpc>
                <a:spcPct val="100000"/>
              </a:lnSpc>
              <a:spcBef>
                <a:spcPts val="0"/>
              </a:spcBef>
              <a:spcAft>
                <a:spcPts val="0"/>
              </a:spcAft>
              <a:buNone/>
              <a:defRPr sz="1000" b="0" i="0" u="none" cap="none">
                <a:solidFill>
                  <a:schemeClr val="dk2"/>
                </a:solidFill>
                <a:latin typeface="Roboto"/>
                <a:ea typeface="Roboto"/>
                <a:cs typeface="Roboto"/>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matchingName="Title and body">
  <p:cSld name="TITLE_AND_BODY">
    <p:spTree>
      <p:nvGrpSpPr>
        <p:cNvPr id="1" name=""/>
        <p:cNvGrpSpPr/>
        <p:nvPr/>
      </p:nvGrpSpPr>
      <p:grpSpPr>
        <a:xfrm>
          <a:off x="0" y="0"/>
          <a:ext cx="0" cy="0"/>
          <a:chOff x="0" y="0"/>
          <a:chExt cx="0" cy="0"/>
        </a:xfrm>
      </p:grpSpPr>
      <p:sp>
        <p:nvSpPr>
          <p:cNvPr id="351" name="Google Shape;351;p35">
            <a:extLst>
              <a:ext uri="{FF2B5EF4-FFF2-40B4-BE49-F238E27FC236}">
                <a16:creationId xmlns:a16="http://schemas.microsoft.com/office/drawing/2014/main" id="{D5EFAB00-DF48-41BD-861B-6D29911B3019}"/>
              </a:ext>
            </a:extLst>
          </p:cNvPr>
          <p:cNvSpPr>
            <a:spLocks noGrp="1"/>
          </p:cNvSpPr>
          <p:nvPr>
            <p:ph type="title"/>
          </p:nvPr>
        </p:nvSpPr>
        <p:spPr>
          <a:xfrm>
            <a:off x="311725" y="500925"/>
            <a:ext cx="3706500" cy="2508900"/>
          </a:xfrm>
          <a:prstGeom prst="rect">
            <a:avLst/>
          </a:prstGeom>
          <a:noFill/>
          <a:ln>
            <a:noFill/>
          </a:ln>
        </p:spPr>
        <p:txBody>
          <a:bodyPr spcFirstLastPara="1" wrap="square" lIns="91425" tIns="91425" rIns="91425" bIns="91425" anchor="t">
            <a:normAutofit/>
          </a:bodyPr>
          <a:lstStyle>
            <a:lvl1pPr algn="l">
              <a:lnSpc>
                <a:spcPct val="100000"/>
              </a:lnSpc>
              <a:spcBef>
                <a:spcPts val="0"/>
              </a:spcBef>
              <a:spcAft>
                <a:spcPts val="0"/>
              </a:spcAft>
              <a:buNone/>
              <a:defRPr>
                <a:solidFill>
                  <a:schemeClr val="lt1"/>
                </a:solidFill>
              </a:defRPr>
            </a:lvl1pPr>
            <a:lvl2pPr algn="l">
              <a:lnSpc>
                <a:spcPct val="100000"/>
              </a:lnSpc>
              <a:spcBef>
                <a:spcPts val="0"/>
              </a:spcBef>
              <a:spcAft>
                <a:spcPts val="0"/>
              </a:spcAft>
              <a:buNone/>
              <a:defRPr>
                <a:solidFill>
                  <a:schemeClr val="lt1"/>
                </a:solidFill>
              </a:defRPr>
            </a:lvl2pPr>
            <a:lvl3pPr algn="l">
              <a:lnSpc>
                <a:spcPct val="100000"/>
              </a:lnSpc>
              <a:spcBef>
                <a:spcPts val="0"/>
              </a:spcBef>
              <a:spcAft>
                <a:spcPts val="0"/>
              </a:spcAft>
              <a:buNone/>
              <a:defRPr>
                <a:solidFill>
                  <a:schemeClr val="lt1"/>
                </a:solidFill>
              </a:defRPr>
            </a:lvl3pPr>
            <a:lvl4pPr algn="l">
              <a:lnSpc>
                <a:spcPct val="100000"/>
              </a:lnSpc>
              <a:spcBef>
                <a:spcPts val="0"/>
              </a:spcBef>
              <a:spcAft>
                <a:spcPts val="0"/>
              </a:spcAft>
              <a:buNone/>
              <a:defRPr>
                <a:solidFill>
                  <a:schemeClr val="lt1"/>
                </a:solidFill>
              </a:defRPr>
            </a:lvl4pPr>
            <a:lvl5pPr algn="l">
              <a:lnSpc>
                <a:spcPct val="100000"/>
              </a:lnSpc>
              <a:spcBef>
                <a:spcPts val="0"/>
              </a:spcBef>
              <a:spcAft>
                <a:spcPts val="0"/>
              </a:spcAft>
              <a:buNone/>
              <a:defRPr>
                <a:solidFill>
                  <a:schemeClr val="lt1"/>
                </a:solidFill>
              </a:defRPr>
            </a:lvl5pPr>
            <a:lvl6pPr algn="l">
              <a:lnSpc>
                <a:spcPct val="100000"/>
              </a:lnSpc>
              <a:spcBef>
                <a:spcPts val="0"/>
              </a:spcBef>
              <a:spcAft>
                <a:spcPts val="0"/>
              </a:spcAft>
              <a:buNone/>
              <a:defRPr>
                <a:solidFill>
                  <a:schemeClr val="lt1"/>
                </a:solidFill>
              </a:defRPr>
            </a:lvl6pPr>
            <a:lvl7pPr algn="l">
              <a:lnSpc>
                <a:spcPct val="100000"/>
              </a:lnSpc>
              <a:spcBef>
                <a:spcPts val="0"/>
              </a:spcBef>
              <a:spcAft>
                <a:spcPts val="0"/>
              </a:spcAft>
              <a:buNone/>
              <a:defRPr>
                <a:solidFill>
                  <a:schemeClr val="lt1"/>
                </a:solidFill>
              </a:defRPr>
            </a:lvl7pPr>
            <a:lvl8pPr algn="l">
              <a:lnSpc>
                <a:spcPct val="100000"/>
              </a:lnSpc>
              <a:spcBef>
                <a:spcPts val="0"/>
              </a:spcBef>
              <a:spcAft>
                <a:spcPts val="0"/>
              </a:spcAft>
              <a:buNone/>
              <a:defRPr>
                <a:solidFill>
                  <a:schemeClr val="lt1"/>
                </a:solidFill>
              </a:defRPr>
            </a:lvl8pPr>
            <a:lvl9pPr algn="l">
              <a:lnSpc>
                <a:spcPct val="100000"/>
              </a:lnSpc>
              <a:spcBef>
                <a:spcPts val="0"/>
              </a:spcBef>
              <a:spcAft>
                <a:spcPts val="0"/>
              </a:spcAft>
              <a:buNone/>
              <a:defRPr>
                <a:solidFill>
                  <a:schemeClr val="lt1"/>
                </a:solidFill>
              </a:defRPr>
            </a:lvl9pPr>
          </a:lstStyle>
          <a:p>
            <a:endParaRPr/>
          </a:p>
        </p:txBody>
      </p:sp>
      <p:sp>
        <p:nvSpPr>
          <p:cNvPr id="352" name="Google Shape;352;p35">
            <a:extLst>
              <a:ext uri="{FF2B5EF4-FFF2-40B4-BE49-F238E27FC236}">
                <a16:creationId xmlns:a16="http://schemas.microsoft.com/office/drawing/2014/main" id="{40E1C762-EAC1-4917-BEBC-EC5DCABCEDF3}"/>
              </a:ext>
            </a:extLst>
          </p:cNvPr>
          <p:cNvSpPr>
            <a:spLocks noGrp="1"/>
          </p:cNvSpPr>
          <p:nvPr>
            <p:ph type="body" idx="1"/>
          </p:nvPr>
        </p:nvSpPr>
        <p:spPr>
          <a:xfrm>
            <a:off x="4644675" y="500925"/>
            <a:ext cx="4166400" cy="4098600"/>
          </a:xfrm>
          <a:prstGeom prst="rect">
            <a:avLst/>
          </a:prstGeom>
          <a:noFill/>
          <a:ln>
            <a:noFill/>
          </a:ln>
        </p:spPr>
        <p:txBody>
          <a:bodyPr spcFirstLastPara="1" wrap="square" lIns="91425" tIns="91425" rIns="91425" bIns="91425" anchor="t">
            <a:normAutofit/>
          </a:bodyPr>
          <a:lstStyle>
            <a:lvl1pPr marL="457200" indent="-311150" algn="l">
              <a:lnSpc>
                <a:spcPct val="115000"/>
              </a:lnSpc>
              <a:spcBef>
                <a:spcPts val="0"/>
              </a:spcBef>
              <a:spcAft>
                <a:spcPts val="0"/>
              </a:spcAft>
              <a:buChar char="●"/>
              <a:defRPr/>
            </a:lvl1pPr>
            <a:lvl2pPr marL="914400" indent="-298450" algn="l">
              <a:lnSpc>
                <a:spcPct val="115000"/>
              </a:lnSpc>
              <a:spcBef>
                <a:spcPts val="0"/>
              </a:spcBef>
              <a:spcAft>
                <a:spcPts val="0"/>
              </a:spcAft>
              <a:buChar char="○"/>
              <a:defRPr/>
            </a:lvl2pPr>
            <a:lvl3pPr marL="1371600" indent="-298450" algn="l">
              <a:lnSpc>
                <a:spcPct val="115000"/>
              </a:lnSpc>
              <a:spcBef>
                <a:spcPts val="0"/>
              </a:spcBef>
              <a:spcAft>
                <a:spcPts val="0"/>
              </a:spcAft>
              <a:buChar char="■"/>
              <a:defRPr/>
            </a:lvl3pPr>
            <a:lvl4pPr marL="1828800" indent="-298450" algn="l">
              <a:lnSpc>
                <a:spcPct val="115000"/>
              </a:lnSpc>
              <a:spcBef>
                <a:spcPts val="0"/>
              </a:spcBef>
              <a:spcAft>
                <a:spcPts val="0"/>
              </a:spcAft>
              <a:buChar char="●"/>
              <a:defRPr/>
            </a:lvl4pPr>
            <a:lvl5pPr marL="2286000" indent="-298450" algn="l">
              <a:lnSpc>
                <a:spcPct val="115000"/>
              </a:lnSpc>
              <a:spcBef>
                <a:spcPts val="0"/>
              </a:spcBef>
              <a:spcAft>
                <a:spcPts val="0"/>
              </a:spcAft>
              <a:buChar char="○"/>
              <a:defRPr/>
            </a:lvl5pPr>
            <a:lvl6pPr marL="2743200" indent="-298450" algn="l">
              <a:lnSpc>
                <a:spcPct val="115000"/>
              </a:lnSpc>
              <a:spcBef>
                <a:spcPts val="0"/>
              </a:spcBef>
              <a:spcAft>
                <a:spcPts val="0"/>
              </a:spcAft>
              <a:buChar char="■"/>
              <a:defRPr/>
            </a:lvl6pPr>
            <a:lvl7pPr marL="3200400" indent="-298450" algn="l">
              <a:lnSpc>
                <a:spcPct val="115000"/>
              </a:lnSpc>
              <a:spcBef>
                <a:spcPts val="0"/>
              </a:spcBef>
              <a:spcAft>
                <a:spcPts val="0"/>
              </a:spcAft>
              <a:buChar char="●"/>
              <a:defRPr/>
            </a:lvl7pPr>
            <a:lvl8pPr marL="3657600" indent="-298450" algn="l">
              <a:lnSpc>
                <a:spcPct val="115000"/>
              </a:lnSpc>
              <a:spcBef>
                <a:spcPts val="0"/>
              </a:spcBef>
              <a:spcAft>
                <a:spcPts val="0"/>
              </a:spcAft>
              <a:buChar char="○"/>
              <a:defRPr/>
            </a:lvl8pPr>
            <a:lvl9pPr marL="4114800" indent="-298450" algn="l">
              <a:lnSpc>
                <a:spcPct val="115000"/>
              </a:lnSpc>
              <a:spcBef>
                <a:spcPts val="0"/>
              </a:spcBef>
              <a:spcAft>
                <a:spcPts val="0"/>
              </a:spcAft>
              <a:buChar char="■"/>
              <a:defRPr/>
            </a:lvl9pPr>
          </a:lstStyle>
          <a:p>
            <a:endParaRPr/>
          </a:p>
        </p:txBody>
      </p:sp>
      <p:sp>
        <p:nvSpPr>
          <p:cNvPr id="353" name="Google Shape;353;p35">
            <a:extLst>
              <a:ext uri="{FF2B5EF4-FFF2-40B4-BE49-F238E27FC236}">
                <a16:creationId xmlns:a16="http://schemas.microsoft.com/office/drawing/2014/main" id="{25C91B43-07D7-45EF-9081-E6CBD8FE1ADB}"/>
              </a:ext>
            </a:extLst>
          </p:cNvPr>
          <p:cNvSpPr>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ormAutofit/>
          </a:bodyPr>
          <a:lstStyle>
            <a:lvl1pPr marL="0" indent="0" algn="r">
              <a:lnSpc>
                <a:spcPct val="100000"/>
              </a:lnSpc>
              <a:spcBef>
                <a:spcPts val="0"/>
              </a:spcBef>
              <a:spcAft>
                <a:spcPts val="0"/>
              </a:spcAft>
              <a:buNone/>
              <a:defRPr sz="1000" b="0" i="0" u="none" cap="none">
                <a:solidFill>
                  <a:schemeClr val="dk2"/>
                </a:solidFill>
                <a:latin typeface="Roboto"/>
                <a:ea typeface="Roboto"/>
                <a:cs typeface="Roboto"/>
              </a:defRPr>
            </a:lvl1pPr>
            <a:lvl2pPr marL="0" indent="0" algn="r">
              <a:lnSpc>
                <a:spcPct val="100000"/>
              </a:lnSpc>
              <a:spcBef>
                <a:spcPts val="0"/>
              </a:spcBef>
              <a:spcAft>
                <a:spcPts val="0"/>
              </a:spcAft>
              <a:buNone/>
              <a:defRPr sz="1000" b="0" i="0" u="none" cap="none">
                <a:solidFill>
                  <a:schemeClr val="dk2"/>
                </a:solidFill>
                <a:latin typeface="Roboto"/>
                <a:ea typeface="Roboto"/>
                <a:cs typeface="Roboto"/>
              </a:defRPr>
            </a:lvl2pPr>
            <a:lvl3pPr marL="0" indent="0" algn="r">
              <a:lnSpc>
                <a:spcPct val="100000"/>
              </a:lnSpc>
              <a:spcBef>
                <a:spcPts val="0"/>
              </a:spcBef>
              <a:spcAft>
                <a:spcPts val="0"/>
              </a:spcAft>
              <a:buNone/>
              <a:defRPr sz="1000" b="0" i="0" u="none" cap="none">
                <a:solidFill>
                  <a:schemeClr val="dk2"/>
                </a:solidFill>
                <a:latin typeface="Roboto"/>
                <a:ea typeface="Roboto"/>
                <a:cs typeface="Roboto"/>
              </a:defRPr>
            </a:lvl3pPr>
            <a:lvl4pPr marL="0" indent="0" algn="r">
              <a:lnSpc>
                <a:spcPct val="100000"/>
              </a:lnSpc>
              <a:spcBef>
                <a:spcPts val="0"/>
              </a:spcBef>
              <a:spcAft>
                <a:spcPts val="0"/>
              </a:spcAft>
              <a:buNone/>
              <a:defRPr sz="1000" b="0" i="0" u="none" cap="none">
                <a:solidFill>
                  <a:schemeClr val="dk2"/>
                </a:solidFill>
                <a:latin typeface="Roboto"/>
                <a:ea typeface="Roboto"/>
                <a:cs typeface="Roboto"/>
              </a:defRPr>
            </a:lvl4pPr>
            <a:lvl5pPr marL="0" indent="0" algn="r">
              <a:lnSpc>
                <a:spcPct val="100000"/>
              </a:lnSpc>
              <a:spcBef>
                <a:spcPts val="0"/>
              </a:spcBef>
              <a:spcAft>
                <a:spcPts val="0"/>
              </a:spcAft>
              <a:buNone/>
              <a:defRPr sz="1000" b="0" i="0" u="none" cap="none">
                <a:solidFill>
                  <a:schemeClr val="dk2"/>
                </a:solidFill>
                <a:latin typeface="Roboto"/>
                <a:ea typeface="Roboto"/>
                <a:cs typeface="Roboto"/>
              </a:defRPr>
            </a:lvl5pPr>
            <a:lvl6pPr marL="0" indent="0" algn="r">
              <a:lnSpc>
                <a:spcPct val="100000"/>
              </a:lnSpc>
              <a:spcBef>
                <a:spcPts val="0"/>
              </a:spcBef>
              <a:spcAft>
                <a:spcPts val="0"/>
              </a:spcAft>
              <a:buNone/>
              <a:defRPr sz="1000" b="0" i="0" u="none" cap="none">
                <a:solidFill>
                  <a:schemeClr val="dk2"/>
                </a:solidFill>
                <a:latin typeface="Roboto"/>
                <a:ea typeface="Roboto"/>
                <a:cs typeface="Roboto"/>
              </a:defRPr>
            </a:lvl6pPr>
            <a:lvl7pPr marL="0" indent="0" algn="r">
              <a:lnSpc>
                <a:spcPct val="100000"/>
              </a:lnSpc>
              <a:spcBef>
                <a:spcPts val="0"/>
              </a:spcBef>
              <a:spcAft>
                <a:spcPts val="0"/>
              </a:spcAft>
              <a:buNone/>
              <a:defRPr sz="1000" b="0" i="0" u="none" cap="none">
                <a:solidFill>
                  <a:schemeClr val="dk2"/>
                </a:solidFill>
                <a:latin typeface="Roboto"/>
                <a:ea typeface="Roboto"/>
                <a:cs typeface="Roboto"/>
              </a:defRPr>
            </a:lvl7pPr>
            <a:lvl8pPr marL="0" indent="0" algn="r">
              <a:lnSpc>
                <a:spcPct val="100000"/>
              </a:lnSpc>
              <a:spcBef>
                <a:spcPts val="0"/>
              </a:spcBef>
              <a:spcAft>
                <a:spcPts val="0"/>
              </a:spcAft>
              <a:buNone/>
              <a:defRPr sz="1000" b="0" i="0" u="none" cap="none">
                <a:solidFill>
                  <a:schemeClr val="dk2"/>
                </a:solidFill>
                <a:latin typeface="Roboto"/>
                <a:ea typeface="Roboto"/>
                <a:cs typeface="Roboto"/>
              </a:defRPr>
            </a:lvl8pPr>
            <a:lvl9pPr marL="0" indent="0" algn="r">
              <a:lnSpc>
                <a:spcPct val="100000"/>
              </a:lnSpc>
              <a:spcBef>
                <a:spcPts val="0"/>
              </a:spcBef>
              <a:spcAft>
                <a:spcPts val="0"/>
              </a:spcAft>
              <a:buNone/>
              <a:defRPr sz="1000" b="0" i="0" u="none" cap="none">
                <a:solidFill>
                  <a:schemeClr val="dk2"/>
                </a:solidFill>
                <a:latin typeface="Roboto"/>
                <a:ea typeface="Roboto"/>
                <a:cs typeface="Roboto"/>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
        <p:cNvGrpSpPr/>
        <p:nvPr/>
      </p:nvGrpSpPr>
      <p:grpSpPr>
        <a:xfrm>
          <a:off x="0" y="0"/>
          <a:ext cx="0" cy="0"/>
          <a:chOff x="0" y="0"/>
          <a:chExt cx="0" cy="0"/>
        </a:xfrm>
      </p:grpSpPr>
      <p:sp>
        <p:nvSpPr>
          <p:cNvPr id="355" name="Google Shape;355;p36">
            <a:extLst>
              <a:ext uri="{FF2B5EF4-FFF2-40B4-BE49-F238E27FC236}">
                <a16:creationId xmlns:a16="http://schemas.microsoft.com/office/drawing/2014/main" id="{F68011D1-FBDA-41EC-B3CD-A3D9E49A58F9}"/>
              </a:ext>
            </a:extLst>
          </p:cNvPr>
          <p:cNvSpPr>
            <a:spLocks noGrp="1"/>
          </p:cNvSpPr>
          <p:nvPr>
            <p:ph type="sldNum" idx="12"/>
          </p:nvPr>
        </p:nvSpPr>
        <p:spPr>
          <a:xfrm>
            <a:off x="8472458" y="4663217"/>
            <a:ext cx="548700" cy="393600"/>
          </a:xfrm>
          <a:prstGeom prst="rect">
            <a:avLst/>
          </a:prstGeom>
          <a:noFill/>
          <a:ln>
            <a:noFill/>
          </a:ln>
        </p:spPr>
        <p:txBody>
          <a:bodyPr spcFirstLastPara="1" wrap="square" lIns="91425" tIns="91425" rIns="91425" bIns="91425" anchor="ctr">
            <a:normAutofit/>
          </a:bodyPr>
          <a:lstStyle>
            <a:lvl1pPr marL="0" indent="0" algn="r">
              <a:lnSpc>
                <a:spcPct val="100000"/>
              </a:lnSpc>
              <a:spcBef>
                <a:spcPts val="0"/>
              </a:spcBef>
              <a:spcAft>
                <a:spcPts val="0"/>
              </a:spcAft>
              <a:buNone/>
              <a:defRPr sz="1000" b="0" i="0" u="none" cap="none">
                <a:solidFill>
                  <a:schemeClr val="dk2"/>
                </a:solidFill>
                <a:latin typeface="Roboto"/>
                <a:ea typeface="Roboto"/>
                <a:cs typeface="Roboto"/>
              </a:defRPr>
            </a:lvl1pPr>
            <a:lvl2pPr marL="0" indent="0" algn="r">
              <a:lnSpc>
                <a:spcPct val="100000"/>
              </a:lnSpc>
              <a:spcBef>
                <a:spcPts val="0"/>
              </a:spcBef>
              <a:spcAft>
                <a:spcPts val="0"/>
              </a:spcAft>
              <a:buNone/>
              <a:defRPr sz="1000" b="0" i="0" u="none" cap="none">
                <a:solidFill>
                  <a:schemeClr val="dk2"/>
                </a:solidFill>
                <a:latin typeface="Roboto"/>
                <a:ea typeface="Roboto"/>
                <a:cs typeface="Roboto"/>
              </a:defRPr>
            </a:lvl2pPr>
            <a:lvl3pPr marL="0" indent="0" algn="r">
              <a:lnSpc>
                <a:spcPct val="100000"/>
              </a:lnSpc>
              <a:spcBef>
                <a:spcPts val="0"/>
              </a:spcBef>
              <a:spcAft>
                <a:spcPts val="0"/>
              </a:spcAft>
              <a:buNone/>
              <a:defRPr sz="1000" b="0" i="0" u="none" cap="none">
                <a:solidFill>
                  <a:schemeClr val="dk2"/>
                </a:solidFill>
                <a:latin typeface="Roboto"/>
                <a:ea typeface="Roboto"/>
                <a:cs typeface="Roboto"/>
              </a:defRPr>
            </a:lvl3pPr>
            <a:lvl4pPr marL="0" indent="0" algn="r">
              <a:lnSpc>
                <a:spcPct val="100000"/>
              </a:lnSpc>
              <a:spcBef>
                <a:spcPts val="0"/>
              </a:spcBef>
              <a:spcAft>
                <a:spcPts val="0"/>
              </a:spcAft>
              <a:buNone/>
              <a:defRPr sz="1000" b="0" i="0" u="none" cap="none">
                <a:solidFill>
                  <a:schemeClr val="dk2"/>
                </a:solidFill>
                <a:latin typeface="Roboto"/>
                <a:ea typeface="Roboto"/>
                <a:cs typeface="Roboto"/>
              </a:defRPr>
            </a:lvl4pPr>
            <a:lvl5pPr marL="0" indent="0" algn="r">
              <a:lnSpc>
                <a:spcPct val="100000"/>
              </a:lnSpc>
              <a:spcBef>
                <a:spcPts val="0"/>
              </a:spcBef>
              <a:spcAft>
                <a:spcPts val="0"/>
              </a:spcAft>
              <a:buNone/>
              <a:defRPr sz="1000" b="0" i="0" u="none" cap="none">
                <a:solidFill>
                  <a:schemeClr val="dk2"/>
                </a:solidFill>
                <a:latin typeface="Roboto"/>
                <a:ea typeface="Roboto"/>
                <a:cs typeface="Roboto"/>
              </a:defRPr>
            </a:lvl5pPr>
            <a:lvl6pPr marL="0" indent="0" algn="r">
              <a:lnSpc>
                <a:spcPct val="100000"/>
              </a:lnSpc>
              <a:spcBef>
                <a:spcPts val="0"/>
              </a:spcBef>
              <a:spcAft>
                <a:spcPts val="0"/>
              </a:spcAft>
              <a:buNone/>
              <a:defRPr sz="1000" b="0" i="0" u="none" cap="none">
                <a:solidFill>
                  <a:schemeClr val="dk2"/>
                </a:solidFill>
                <a:latin typeface="Roboto"/>
                <a:ea typeface="Roboto"/>
                <a:cs typeface="Roboto"/>
              </a:defRPr>
            </a:lvl6pPr>
            <a:lvl7pPr marL="0" indent="0" algn="r">
              <a:lnSpc>
                <a:spcPct val="100000"/>
              </a:lnSpc>
              <a:spcBef>
                <a:spcPts val="0"/>
              </a:spcBef>
              <a:spcAft>
                <a:spcPts val="0"/>
              </a:spcAft>
              <a:buNone/>
              <a:defRPr sz="1000" b="0" i="0" u="none" cap="none">
                <a:solidFill>
                  <a:schemeClr val="dk2"/>
                </a:solidFill>
                <a:latin typeface="Roboto"/>
                <a:ea typeface="Roboto"/>
                <a:cs typeface="Roboto"/>
              </a:defRPr>
            </a:lvl7pPr>
            <a:lvl8pPr marL="0" indent="0" algn="r">
              <a:lnSpc>
                <a:spcPct val="100000"/>
              </a:lnSpc>
              <a:spcBef>
                <a:spcPts val="0"/>
              </a:spcBef>
              <a:spcAft>
                <a:spcPts val="0"/>
              </a:spcAft>
              <a:buNone/>
              <a:defRPr sz="1000" b="0" i="0" u="none" cap="none">
                <a:solidFill>
                  <a:schemeClr val="dk2"/>
                </a:solidFill>
                <a:latin typeface="Roboto"/>
                <a:ea typeface="Roboto"/>
                <a:cs typeface="Roboto"/>
              </a:defRPr>
            </a:lvl8pPr>
            <a:lvl9pPr marL="0" indent="0" algn="r">
              <a:lnSpc>
                <a:spcPct val="100000"/>
              </a:lnSpc>
              <a:spcBef>
                <a:spcPts val="0"/>
              </a:spcBef>
              <a:spcAft>
                <a:spcPts val="0"/>
              </a:spcAft>
              <a:buNone/>
              <a:defRPr sz="1000" b="0" i="0" u="none" cap="none">
                <a:solidFill>
                  <a:schemeClr val="dk2"/>
                </a:solidFill>
                <a:latin typeface="Roboto"/>
                <a:ea typeface="Roboto"/>
                <a:cs typeface="Roboto"/>
              </a:defRPr>
            </a:lvl9pPr>
          </a:lstStyle>
          <a:p>
            <a:pPr marL="0" indent="0" algn="r">
              <a:spcBef>
                <a:spcPts val="0"/>
              </a:spcBef>
              <a:spcAft>
                <a:spcPts val="0"/>
              </a:spcAft>
              <a:buNone/>
            </a:pPr>
            <a:fld id="{00000000-1234-1234-1234-123412341234}" type="slidenum">
              <a:t>‹#›</a:t>
            </a:fld>
            <a:endParaRPr/>
          </a:p>
        </p:txBody>
      </p:sp>
    </p:spTree>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22EDDB-CE85-4B99-A523-77BDF6327884}"/>
              </a:ext>
            </a:extLst>
          </p:cNvPr>
          <p:cNvSpPr>
            <a:spLocks noGrp="1"/>
          </p:cNvSpPr>
          <p:nvPr>
            <p:ph type="title"/>
          </p:nvPr>
        </p:nvSpPr>
        <p:spPr>
          <a:xfrm>
            <a:off x="381000" y="0"/>
            <a:ext cx="8382000" cy="857250"/>
          </a:xfrm>
        </p:spPr>
        <p:txBody>
          <a:bodyPr/>
          <a:lstStyle/>
          <a:p>
            <a:r>
              <a:t>Click to edit Master title style</a:t>
            </a:r>
          </a:p>
        </p:txBody>
      </p:sp>
      <p:sp>
        <p:nvSpPr>
          <p:cNvPr id="3" name="Content Placeholder 2">
            <a:extLst>
              <a:ext uri="{FF2B5EF4-FFF2-40B4-BE49-F238E27FC236}">
                <a16:creationId xmlns:a16="http://schemas.microsoft.com/office/drawing/2014/main" id="{DE98E087-FE2A-4CE2-B417-64EC9F2FE50B}"/>
              </a:ext>
            </a:extLst>
          </p:cNvPr>
          <p:cNvSpPr>
            <a:spLocks noGrp="1"/>
          </p:cNvSpPr>
          <p:nvPr>
            <p:ph idx="1"/>
          </p:nvPr>
        </p:nvSpPr>
        <p:spPr>
          <a:xfrm>
            <a:off x="381000" y="857250"/>
            <a:ext cx="8382000" cy="3771900"/>
          </a:xfrm>
        </p:spPr>
        <p:txBody>
          <a:bodyPr/>
          <a:lstStyle/>
          <a:p>
            <a:pPr>
              <a:buNone/>
            </a:pPr>
            <a:r>
              <a:t>Click to edit Master text styles</a:t>
            </a:r>
          </a:p>
          <a:p>
            <a:pPr>
              <a:buNone/>
            </a:pPr>
            <a:r>
              <a:t>Second level</a:t>
            </a:r>
          </a:p>
          <a:p>
            <a:pPr>
              <a:buNone/>
            </a:pPr>
            <a:r>
              <a:t>Third level</a:t>
            </a:r>
          </a:p>
          <a:p>
            <a:pPr>
              <a:buNone/>
            </a:pPr>
            <a:r>
              <a:t>Fourth level</a:t>
            </a:r>
          </a:p>
          <a:p>
            <a:pPr>
              <a:buNone/>
            </a:pPr>
            <a:r>
              <a:t>Fifth level</a:t>
            </a:r>
          </a:p>
        </p:txBody>
      </p:sp>
      <p:sp>
        <p:nvSpPr>
          <p:cNvPr id="4" name="Slide Number Placeholder 1">
            <a:extLst>
              <a:ext uri="{FF2B5EF4-FFF2-40B4-BE49-F238E27FC236}">
                <a16:creationId xmlns:a16="http://schemas.microsoft.com/office/drawing/2014/main" id="{BF840045-53C2-449D-82F0-164420CD5D22}"/>
              </a:ext>
            </a:extLst>
          </p:cNvPr>
          <p:cNvSpPr>
            <a:spLocks noGrp="1"/>
          </p:cNvSpPr>
          <p:nvPr>
            <p:ph type="sldNum" idx="4"/>
          </p:nvPr>
        </p:nvSpPr>
        <p:spPr>
          <a:xfrm>
            <a:off x="7086600" y="-2164"/>
            <a:ext cx="2057400" cy="273844"/>
          </a:xfrm>
          <a:prstGeom prst="rect">
            <a:avLst/>
          </a:prstGeom>
        </p:spPr>
        <p:txBody>
          <a:bodyPr vert="horz" lIns="91440" tIns="45720" rIns="91440" bIns="45720" anchor="ctr"/>
          <a:lstStyle>
            <a:lvl1pPr algn="r">
              <a:buNone/>
              <a:defRPr sz="900">
                <a:solidFill>
                  <a:schemeClr val="tx1">
                    <a:tint val="75000"/>
                  </a:schemeClr>
                </a:solidFill>
                <a:latin typeface="+mn-lt"/>
                <a:ea typeface="+mn-lt"/>
                <a:cs typeface="+mn-lt"/>
              </a:defRPr>
            </a:lvl1pPr>
          </a:lstStyle>
          <a:p>
            <a:fld id="{A48AF087-BD35-42CD-BDE1-5464FFCAAE3F}" type="slidenum">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34" Type="http://schemas.openxmlformats.org/officeDocument/2006/relationships/theme" Target="../theme/theme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image" Target="../media/image2.png"/><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image" Target="../media/image1.png"/><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
        <p:cNvGrpSpPr/>
        <p:nvPr/>
      </p:nvGrpSpPr>
      <p:grpSpPr>
        <a:xfrm>
          <a:off x="0" y="0"/>
          <a:ext cx="0" cy="0"/>
          <a:chOff x="0" y="0"/>
          <a:chExt cx="0" cy="0"/>
        </a:xfrm>
      </p:grpSpPr>
      <p:pic>
        <p:nvPicPr>
          <p:cNvPr id="2" name="Google Shape;6;p1"/>
          <p:cNvPicPr>
            <a:picLocks noChangeAspect="1"/>
          </p:cNvPicPr>
          <p:nvPr/>
        </p:nvPicPr>
        <p:blipFill rotWithShape="1">
          <a:blip r:embed="rId35">
            <a:alphaModFix/>
          </a:blip>
          <a:srcRect l="26274" t="67"/>
          <a:stretch/>
        </p:blipFill>
        <p:spPr>
          <a:xfrm>
            <a:off x="7821386" y="308611"/>
            <a:ext cx="911133" cy="358278"/>
          </a:xfrm>
          <a:prstGeom prst="rect">
            <a:avLst/>
          </a:prstGeom>
          <a:ln>
            <a:noFill/>
          </a:ln>
        </p:spPr>
      </p:pic>
      <p:sp>
        <p:nvSpPr>
          <p:cNvPr id="7" name="Google Shape;7;p1">
            <a:extLst>
              <a:ext uri="{FF2B5EF4-FFF2-40B4-BE49-F238E27FC236}">
                <a16:creationId xmlns:a16="http://schemas.microsoft.com/office/drawing/2014/main" id="{62DDD35F-9B7F-4F92-BDF6-F9FBFED74741}"/>
              </a:ext>
            </a:extLst>
          </p:cNvPr>
          <p:cNvSpPr>
            <a:spLocks noGrp="1"/>
          </p:cNvSpPr>
          <p:nvPr>
            <p:ph type="title"/>
          </p:nvPr>
        </p:nvSpPr>
        <p:spPr>
          <a:xfrm>
            <a:off x="411480" y="308611"/>
            <a:ext cx="6173470" cy="685800"/>
          </a:xfrm>
          <a:prstGeom prst="rect">
            <a:avLst/>
          </a:prstGeom>
          <a:noFill/>
          <a:ln>
            <a:noFill/>
          </a:ln>
        </p:spPr>
        <p:txBody>
          <a:bodyPr spcFirstLastPara="1" wrap="square" lIns="0" tIns="0" rIns="0" bIns="0" anchor="t">
            <a:noAutofit/>
          </a:bodyPr>
          <a:lstStyle>
            <a:lvl1pPr algn="l">
              <a:lnSpc>
                <a:spcPct val="90000"/>
              </a:lnSpc>
              <a:spcBef>
                <a:spcPts val="0"/>
              </a:spcBef>
              <a:spcAft>
                <a:spcPts val="0"/>
              </a:spcAft>
              <a:buNone/>
              <a:defRPr sz="2400" b="0" i="0" u="none" cap="none">
                <a:solidFill>
                  <a:schemeClr val="dk1"/>
                </a:solidFill>
                <a:latin typeface="Arial"/>
                <a:ea typeface="Arial"/>
                <a:cs typeface="Arial"/>
              </a:defRPr>
            </a:lvl1pPr>
            <a:lvl2pPr>
              <a:spcBef>
                <a:spcPts val="0"/>
              </a:spcBef>
              <a:spcAft>
                <a:spcPts val="0"/>
              </a:spcAft>
              <a:buNone/>
              <a:defRPr sz="1800"/>
            </a:lvl2pPr>
            <a:lvl3pPr>
              <a:spcBef>
                <a:spcPts val="0"/>
              </a:spcBef>
              <a:spcAft>
                <a:spcPts val="0"/>
              </a:spcAft>
              <a:buNone/>
              <a:defRPr sz="1800"/>
            </a:lvl3pPr>
            <a:lvl4pPr>
              <a:spcBef>
                <a:spcPts val="0"/>
              </a:spcBef>
              <a:spcAft>
                <a:spcPts val="0"/>
              </a:spcAft>
              <a:buNone/>
              <a:defRPr sz="1800"/>
            </a:lvl4pPr>
            <a:lvl5pPr>
              <a:spcBef>
                <a:spcPts val="0"/>
              </a:spcBef>
              <a:spcAft>
                <a:spcPts val="0"/>
              </a:spcAft>
              <a:buNone/>
              <a:defRPr sz="1800"/>
            </a:lvl5pPr>
            <a:lvl6pPr>
              <a:spcBef>
                <a:spcPts val="0"/>
              </a:spcBef>
              <a:spcAft>
                <a:spcPts val="0"/>
              </a:spcAft>
              <a:buNone/>
              <a:defRPr sz="1800"/>
            </a:lvl6pPr>
            <a:lvl7pPr>
              <a:spcBef>
                <a:spcPts val="0"/>
              </a:spcBef>
              <a:spcAft>
                <a:spcPts val="0"/>
              </a:spcAft>
              <a:buNone/>
              <a:defRPr sz="1800"/>
            </a:lvl7pPr>
            <a:lvl8pPr>
              <a:spcBef>
                <a:spcPts val="0"/>
              </a:spcBef>
              <a:spcAft>
                <a:spcPts val="0"/>
              </a:spcAft>
              <a:buNone/>
              <a:defRPr sz="1800"/>
            </a:lvl8pPr>
            <a:lvl9pPr>
              <a:spcBef>
                <a:spcPts val="0"/>
              </a:spcBef>
              <a:spcAft>
                <a:spcPts val="0"/>
              </a:spcAft>
              <a:buNone/>
              <a:defRPr sz="1800"/>
            </a:lvl9pPr>
          </a:lstStyle>
          <a:p>
            <a:endParaRPr/>
          </a:p>
        </p:txBody>
      </p:sp>
      <p:sp>
        <p:nvSpPr>
          <p:cNvPr id="8" name="Google Shape;8;p1">
            <a:extLst>
              <a:ext uri="{FF2B5EF4-FFF2-40B4-BE49-F238E27FC236}">
                <a16:creationId xmlns:a16="http://schemas.microsoft.com/office/drawing/2014/main" id="{5BB7AB48-0B11-4E9D-955E-A9B1F20E2EA3}"/>
              </a:ext>
            </a:extLst>
          </p:cNvPr>
          <p:cNvSpPr>
            <a:spLocks noGrp="1"/>
          </p:cNvSpPr>
          <p:nvPr>
            <p:ph type="body" idx="1"/>
          </p:nvPr>
        </p:nvSpPr>
        <p:spPr>
          <a:xfrm>
            <a:off x="411479" y="1200149"/>
            <a:ext cx="8321040" cy="3429000"/>
          </a:xfrm>
          <a:prstGeom prst="rect">
            <a:avLst/>
          </a:prstGeom>
          <a:noFill/>
          <a:ln>
            <a:noFill/>
          </a:ln>
        </p:spPr>
        <p:txBody>
          <a:bodyPr spcFirstLastPara="1" wrap="square" lIns="0" tIns="0" rIns="0" bIns="0" anchor="t">
            <a:noAutofit/>
          </a:bodyPr>
          <a:lstStyle>
            <a:lvl1pPr marL="457200" indent="-309562" algn="l">
              <a:lnSpc>
                <a:spcPct val="95000"/>
              </a:lnSpc>
              <a:spcBef>
                <a:spcPts val="750"/>
              </a:spcBef>
              <a:spcAft>
                <a:spcPts val="0"/>
              </a:spcAft>
              <a:buChar char="▪"/>
              <a:defRPr sz="1275" b="0" i="0" u="none" cap="none">
                <a:solidFill>
                  <a:schemeClr val="dk1"/>
                </a:solidFill>
                <a:latin typeface="Arial"/>
                <a:ea typeface="Arial"/>
                <a:cs typeface="Arial"/>
              </a:defRPr>
            </a:lvl1pPr>
            <a:lvl2pPr marL="914400" indent="-309562" algn="l">
              <a:lnSpc>
                <a:spcPct val="95000"/>
              </a:lnSpc>
              <a:spcBef>
                <a:spcPts val="375"/>
              </a:spcBef>
              <a:spcAft>
                <a:spcPts val="0"/>
              </a:spcAft>
              <a:buChar char="–"/>
              <a:defRPr sz="1275" b="0" i="0" u="none" cap="none">
                <a:solidFill>
                  <a:schemeClr val="dk1"/>
                </a:solidFill>
                <a:latin typeface="Arial"/>
                <a:ea typeface="Arial"/>
                <a:cs typeface="Arial"/>
              </a:defRPr>
            </a:lvl2pPr>
            <a:lvl3pPr marL="1371600" indent="-309562" algn="l">
              <a:lnSpc>
                <a:spcPct val="95000"/>
              </a:lnSpc>
              <a:spcBef>
                <a:spcPts val="375"/>
              </a:spcBef>
              <a:spcAft>
                <a:spcPts val="0"/>
              </a:spcAft>
              <a:buChar char="–"/>
              <a:defRPr sz="1275" b="0" i="0" u="none" cap="none">
                <a:solidFill>
                  <a:schemeClr val="dk1"/>
                </a:solidFill>
                <a:latin typeface="Arial"/>
                <a:ea typeface="Arial"/>
                <a:cs typeface="Arial"/>
              </a:defRPr>
            </a:lvl3pPr>
            <a:lvl4pPr marL="1828800" indent="-309562" algn="l">
              <a:lnSpc>
                <a:spcPct val="95000"/>
              </a:lnSpc>
              <a:spcBef>
                <a:spcPts val="375"/>
              </a:spcBef>
              <a:spcAft>
                <a:spcPts val="0"/>
              </a:spcAft>
              <a:buChar char="–"/>
              <a:defRPr sz="1275" b="0" i="0" u="none" cap="none">
                <a:solidFill>
                  <a:schemeClr val="dk1"/>
                </a:solidFill>
                <a:latin typeface="Arial"/>
                <a:ea typeface="Arial"/>
                <a:cs typeface="Arial"/>
              </a:defRPr>
            </a:lvl4pPr>
            <a:lvl5pPr marL="2286000" indent="-309562" algn="l">
              <a:lnSpc>
                <a:spcPct val="95000"/>
              </a:lnSpc>
              <a:spcBef>
                <a:spcPts val="375"/>
              </a:spcBef>
              <a:spcAft>
                <a:spcPts val="0"/>
              </a:spcAft>
              <a:buChar char="–"/>
              <a:defRPr sz="1275" b="0" i="0" u="none" cap="none">
                <a:solidFill>
                  <a:schemeClr val="dk1"/>
                </a:solidFill>
                <a:latin typeface="Arial"/>
                <a:ea typeface="Arial"/>
                <a:cs typeface="Arial"/>
              </a:defRPr>
            </a:lvl5pPr>
            <a:lvl6pPr marL="2743200" indent="-309562" algn="l">
              <a:lnSpc>
                <a:spcPct val="95000"/>
              </a:lnSpc>
              <a:spcBef>
                <a:spcPts val="375"/>
              </a:spcBef>
              <a:spcAft>
                <a:spcPts val="0"/>
              </a:spcAft>
              <a:buChar char="–"/>
              <a:defRPr sz="1275" b="0" i="0" u="none" cap="none">
                <a:solidFill>
                  <a:schemeClr val="dk1"/>
                </a:solidFill>
                <a:latin typeface="Arial"/>
                <a:ea typeface="Arial"/>
                <a:cs typeface="Arial"/>
              </a:defRPr>
            </a:lvl6pPr>
            <a:lvl7pPr marL="3200400" indent="-309562" algn="l">
              <a:lnSpc>
                <a:spcPct val="95000"/>
              </a:lnSpc>
              <a:spcBef>
                <a:spcPts val="375"/>
              </a:spcBef>
              <a:spcAft>
                <a:spcPts val="0"/>
              </a:spcAft>
              <a:buChar char="–"/>
              <a:defRPr sz="1275" b="0" i="0" u="none" cap="none">
                <a:solidFill>
                  <a:schemeClr val="dk1"/>
                </a:solidFill>
                <a:latin typeface="Arial"/>
                <a:ea typeface="Arial"/>
                <a:cs typeface="Arial"/>
              </a:defRPr>
            </a:lvl7pPr>
            <a:lvl8pPr marL="3657600" indent="-309562" algn="l">
              <a:lnSpc>
                <a:spcPct val="95000"/>
              </a:lnSpc>
              <a:spcBef>
                <a:spcPts val="375"/>
              </a:spcBef>
              <a:spcAft>
                <a:spcPts val="0"/>
              </a:spcAft>
              <a:buChar char="–"/>
              <a:defRPr sz="1275" b="0" i="0" u="none" cap="none">
                <a:solidFill>
                  <a:schemeClr val="dk1"/>
                </a:solidFill>
                <a:latin typeface="Arial"/>
                <a:ea typeface="Arial"/>
                <a:cs typeface="Arial"/>
              </a:defRPr>
            </a:lvl8pPr>
            <a:lvl9pPr marL="4114800" indent="-309562" algn="l">
              <a:lnSpc>
                <a:spcPct val="95000"/>
              </a:lnSpc>
              <a:spcBef>
                <a:spcPts val="375"/>
              </a:spcBef>
              <a:spcAft>
                <a:spcPts val="0"/>
              </a:spcAft>
              <a:buChar char="–"/>
              <a:defRPr sz="1275" b="0" i="0" u="none" cap="none">
                <a:solidFill>
                  <a:schemeClr val="dk1"/>
                </a:solidFill>
                <a:latin typeface="Arial"/>
                <a:ea typeface="Arial"/>
                <a:cs typeface="Arial"/>
              </a:defRPr>
            </a:lvl9pPr>
          </a:lstStyle>
          <a:p>
            <a:endParaRPr/>
          </a:p>
        </p:txBody>
      </p:sp>
      <p:sp>
        <p:nvSpPr>
          <p:cNvPr id="9" name="Google Shape;9;p1">
            <a:extLst>
              <a:ext uri="{FF2B5EF4-FFF2-40B4-BE49-F238E27FC236}">
                <a16:creationId xmlns:a16="http://schemas.microsoft.com/office/drawing/2014/main" id="{1CD16143-ABD9-4D53-A892-CB1B1E9B0532}"/>
              </a:ext>
            </a:extLst>
          </p:cNvPr>
          <p:cNvSpPr>
            <a:spLocks noGrp="1"/>
          </p:cNvSpPr>
          <p:nvPr/>
        </p:nvSpPr>
        <p:spPr>
          <a:xfrm>
            <a:off x="1040130" y="4970376"/>
            <a:ext cx="7063740" cy="173124"/>
          </a:xfrm>
          <a:prstGeom prst="rect">
            <a:avLst/>
          </a:prstGeom>
          <a:noFill/>
          <a:ln>
            <a:noFill/>
          </a:ln>
        </p:spPr>
        <p:txBody>
          <a:bodyPr spcFirstLastPara="1" wrap="square" lIns="0" tIns="45700" rIns="0" bIns="45700" anchor="b">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
        <p:nvSpPr>
          <p:cNvPr id="10" name="Google Shape;10;p1">
            <a:extLst>
              <a:ext uri="{FF2B5EF4-FFF2-40B4-BE49-F238E27FC236}">
                <a16:creationId xmlns:a16="http://schemas.microsoft.com/office/drawing/2014/main" id="{D07393E2-03B2-451F-AA22-69B7FFC637EE}"/>
              </a:ext>
            </a:extLst>
          </p:cNvPr>
          <p:cNvSpPr>
            <a:spLocks noGrp="1"/>
          </p:cNvSpPr>
          <p:nvPr/>
        </p:nvSpPr>
        <p:spPr>
          <a:xfrm>
            <a:off x="1040130" y="0"/>
            <a:ext cx="7063740" cy="173124"/>
          </a:xfrm>
          <a:prstGeom prst="rect">
            <a:avLst/>
          </a:prstGeom>
          <a:noFill/>
          <a:ln>
            <a:noFill/>
          </a:ln>
        </p:spPr>
        <p:txBody>
          <a:bodyPr spcFirstLastPara="1" wrap="square" lIns="91425" tIns="45700" rIns="91425" bIns="45700" anchor="t">
            <a:noAutofit/>
          </a:bodyPr>
          <a:lstStyle/>
          <a:p>
            <a:pPr marL="0" indent="0" algn="ctr">
              <a:spcBef>
                <a:spcPts val="0"/>
              </a:spcBef>
              <a:spcAft>
                <a:spcPts val="0"/>
              </a:spcAft>
              <a:buNone/>
            </a:pPr>
            <a:r>
              <a:rPr sz="525" b="1" i="0" u="none" cap="none">
                <a:solidFill>
                  <a:srgbClr val="2DAA27"/>
                </a:solidFill>
                <a:latin typeface="Arial"/>
                <a:ea typeface="Arial"/>
                <a:cs typeface="Arial"/>
              </a:rPr>
              <a:t>UNCLASSIFIED / GENERAL</a:t>
            </a:r>
          </a:p>
        </p:txBody>
      </p:sp>
      <p:sp>
        <p:nvSpPr>
          <p:cNvPr id="11" name="Google Shape;11;p1">
            <a:extLst>
              <a:ext uri="{FF2B5EF4-FFF2-40B4-BE49-F238E27FC236}">
                <a16:creationId xmlns:a16="http://schemas.microsoft.com/office/drawing/2014/main" id="{0FBD7101-FE79-49E3-B308-30BF56D51057}"/>
              </a:ext>
            </a:extLst>
          </p:cNvPr>
          <p:cNvSpPr>
            <a:spLocks noGrp="1"/>
          </p:cNvSpPr>
          <p:nvPr>
            <p:ph type="dt" idx="10"/>
          </p:nvPr>
        </p:nvSpPr>
        <p:spPr>
          <a:xfrm>
            <a:off x="410766" y="4972050"/>
            <a:ext cx="617934" cy="171450"/>
          </a:xfrm>
          <a:prstGeom prst="rect">
            <a:avLst/>
          </a:prstGeom>
          <a:noFill/>
          <a:ln>
            <a:noFill/>
          </a:ln>
        </p:spPr>
        <p:txBody>
          <a:bodyPr spcFirstLastPara="1" wrap="square" lIns="0" tIns="45700" rIns="0" bIns="45700" anchor="b">
            <a:noAutofit/>
          </a:bodyPr>
          <a:lstStyle>
            <a:lvl1pPr algn="l">
              <a:spcBef>
                <a:spcPts val="0"/>
              </a:spcBef>
              <a:spcAft>
                <a:spcPts val="0"/>
              </a:spcAft>
              <a:buNone/>
              <a:defRPr sz="525" b="1" i="0" u="none" cap="none">
                <a:solidFill>
                  <a:schemeClr val="dk1"/>
                </a:solidFill>
                <a:latin typeface="Arial"/>
                <a:ea typeface="Arial"/>
                <a:cs typeface="Arial"/>
              </a:defRPr>
            </a:lvl1pPr>
            <a:lvl2pPr algn="l">
              <a:spcBef>
                <a:spcPts val="0"/>
              </a:spcBef>
              <a:spcAft>
                <a:spcPts val="0"/>
              </a:spcAft>
              <a:buNone/>
              <a:defRPr sz="1800" b="0" i="0" u="none" cap="none">
                <a:solidFill>
                  <a:schemeClr val="dk1"/>
                </a:solidFill>
                <a:latin typeface="Arial"/>
                <a:ea typeface="Arial"/>
                <a:cs typeface="Arial"/>
              </a:defRPr>
            </a:lvl2pPr>
            <a:lvl3pPr algn="l">
              <a:spcBef>
                <a:spcPts val="0"/>
              </a:spcBef>
              <a:spcAft>
                <a:spcPts val="0"/>
              </a:spcAft>
              <a:buNone/>
              <a:defRPr sz="1800" b="0" i="0" u="none" cap="none">
                <a:solidFill>
                  <a:schemeClr val="dk1"/>
                </a:solidFill>
                <a:latin typeface="Arial"/>
                <a:ea typeface="Arial"/>
                <a:cs typeface="Arial"/>
              </a:defRPr>
            </a:lvl3pPr>
            <a:lvl4pPr algn="l">
              <a:spcBef>
                <a:spcPts val="0"/>
              </a:spcBef>
              <a:spcAft>
                <a:spcPts val="0"/>
              </a:spcAft>
              <a:buNone/>
              <a:defRPr sz="1800" b="0" i="0" u="none" cap="none">
                <a:solidFill>
                  <a:schemeClr val="dk1"/>
                </a:solidFill>
                <a:latin typeface="Arial"/>
                <a:ea typeface="Arial"/>
                <a:cs typeface="Arial"/>
              </a:defRPr>
            </a:lvl4pPr>
            <a:lvl5pPr algn="l">
              <a:spcBef>
                <a:spcPts val="0"/>
              </a:spcBef>
              <a:spcAft>
                <a:spcPts val="0"/>
              </a:spcAft>
              <a:buNone/>
              <a:defRPr sz="1800" b="0" i="0" u="none" cap="none">
                <a:solidFill>
                  <a:schemeClr val="dk1"/>
                </a:solidFill>
                <a:latin typeface="Arial"/>
                <a:ea typeface="Arial"/>
                <a:cs typeface="Arial"/>
              </a:defRPr>
            </a:lvl5pPr>
            <a:lvl6pPr algn="l">
              <a:spcBef>
                <a:spcPts val="0"/>
              </a:spcBef>
              <a:spcAft>
                <a:spcPts val="0"/>
              </a:spcAft>
              <a:buNone/>
              <a:defRPr sz="1800" b="0" i="0" u="none" cap="none">
                <a:solidFill>
                  <a:schemeClr val="dk1"/>
                </a:solidFill>
                <a:latin typeface="Arial"/>
                <a:ea typeface="Arial"/>
                <a:cs typeface="Arial"/>
              </a:defRPr>
            </a:lvl6pPr>
            <a:lvl7pPr algn="l">
              <a:spcBef>
                <a:spcPts val="0"/>
              </a:spcBef>
              <a:spcAft>
                <a:spcPts val="0"/>
              </a:spcAft>
              <a:buNone/>
              <a:defRPr sz="1800" b="0" i="0" u="none" cap="none">
                <a:solidFill>
                  <a:schemeClr val="dk1"/>
                </a:solidFill>
                <a:latin typeface="Arial"/>
                <a:ea typeface="Arial"/>
                <a:cs typeface="Arial"/>
              </a:defRPr>
            </a:lvl7pPr>
            <a:lvl8pPr algn="l">
              <a:spcBef>
                <a:spcPts val="0"/>
              </a:spcBef>
              <a:spcAft>
                <a:spcPts val="0"/>
              </a:spcAft>
              <a:buNone/>
              <a:defRPr sz="1800" b="0" i="0" u="none" cap="none">
                <a:solidFill>
                  <a:schemeClr val="dk1"/>
                </a:solidFill>
                <a:latin typeface="Arial"/>
                <a:ea typeface="Arial"/>
                <a:cs typeface="Arial"/>
              </a:defRPr>
            </a:lvl8pPr>
            <a:lvl9pPr algn="l">
              <a:spcBef>
                <a:spcPts val="0"/>
              </a:spcBef>
              <a:spcAft>
                <a:spcPts val="0"/>
              </a:spcAft>
              <a:buNone/>
              <a:defRPr sz="1800" b="0" i="0" u="none" cap="none">
                <a:solidFill>
                  <a:schemeClr val="dk1"/>
                </a:solidFill>
                <a:latin typeface="Arial"/>
                <a:ea typeface="Arial"/>
                <a:cs typeface="Arial"/>
              </a:defRPr>
            </a:lvl9pPr>
          </a:lstStyle>
          <a:p>
            <a:endParaRPr/>
          </a:p>
        </p:txBody>
      </p:sp>
      <p:sp>
        <p:nvSpPr>
          <p:cNvPr id="12" name="Google Shape;12;p1">
            <a:extLst>
              <a:ext uri="{FF2B5EF4-FFF2-40B4-BE49-F238E27FC236}">
                <a16:creationId xmlns:a16="http://schemas.microsoft.com/office/drawing/2014/main" id="{3A4FB636-DEC7-4202-A0B2-7380BCAC89FD}"/>
              </a:ext>
            </a:extLst>
          </p:cNvPr>
          <p:cNvSpPr>
            <a:spLocks noGrp="1"/>
          </p:cNvSpPr>
          <p:nvPr>
            <p:ph type="sldNum" idx="12"/>
          </p:nvPr>
        </p:nvSpPr>
        <p:spPr>
          <a:xfrm>
            <a:off x="8408037" y="4972050"/>
            <a:ext cx="331501" cy="171450"/>
          </a:xfrm>
          <a:prstGeom prst="rect">
            <a:avLst/>
          </a:prstGeom>
          <a:noFill/>
          <a:ln>
            <a:noFill/>
          </a:ln>
        </p:spPr>
        <p:txBody>
          <a:bodyPr spcFirstLastPara="1" wrap="square" lIns="0" tIns="45700" rIns="0" bIns="45700" anchor="b">
            <a:noAutofit/>
          </a:bodyPr>
          <a:lstStyle>
            <a:lvl1pPr marL="0" indent="0" algn="r">
              <a:spcBef>
                <a:spcPts val="0"/>
              </a:spcBef>
              <a:spcAft>
                <a:spcPts val="0"/>
              </a:spcAft>
              <a:buNone/>
              <a:defRPr sz="525" b="1" i="0" u="none" cap="none">
                <a:solidFill>
                  <a:schemeClr val="dk1"/>
                </a:solidFill>
                <a:latin typeface="Arial"/>
                <a:ea typeface="Arial"/>
                <a:cs typeface="Arial"/>
              </a:defRPr>
            </a:lvl1pPr>
            <a:lvl2pPr marL="0" indent="0" algn="r">
              <a:spcBef>
                <a:spcPts val="0"/>
              </a:spcBef>
              <a:spcAft>
                <a:spcPts val="0"/>
              </a:spcAft>
              <a:buNone/>
              <a:defRPr sz="525" b="1" i="0" u="none" cap="none">
                <a:solidFill>
                  <a:schemeClr val="dk1"/>
                </a:solidFill>
                <a:latin typeface="Arial"/>
                <a:ea typeface="Arial"/>
                <a:cs typeface="Arial"/>
              </a:defRPr>
            </a:lvl2pPr>
            <a:lvl3pPr marL="0" indent="0" algn="r">
              <a:spcBef>
                <a:spcPts val="0"/>
              </a:spcBef>
              <a:spcAft>
                <a:spcPts val="0"/>
              </a:spcAft>
              <a:buNone/>
              <a:defRPr sz="525" b="1" i="0" u="none" cap="none">
                <a:solidFill>
                  <a:schemeClr val="dk1"/>
                </a:solidFill>
                <a:latin typeface="Arial"/>
                <a:ea typeface="Arial"/>
                <a:cs typeface="Arial"/>
              </a:defRPr>
            </a:lvl3pPr>
            <a:lvl4pPr marL="0" indent="0" algn="r">
              <a:spcBef>
                <a:spcPts val="0"/>
              </a:spcBef>
              <a:spcAft>
                <a:spcPts val="0"/>
              </a:spcAft>
              <a:buNone/>
              <a:defRPr sz="525" b="1" i="0" u="none" cap="none">
                <a:solidFill>
                  <a:schemeClr val="dk1"/>
                </a:solidFill>
                <a:latin typeface="Arial"/>
                <a:ea typeface="Arial"/>
                <a:cs typeface="Arial"/>
              </a:defRPr>
            </a:lvl4pPr>
            <a:lvl5pPr marL="0" indent="0" algn="r">
              <a:spcBef>
                <a:spcPts val="0"/>
              </a:spcBef>
              <a:spcAft>
                <a:spcPts val="0"/>
              </a:spcAft>
              <a:buNone/>
              <a:defRPr sz="525" b="1" i="0" u="none" cap="none">
                <a:solidFill>
                  <a:schemeClr val="dk1"/>
                </a:solidFill>
                <a:latin typeface="Arial"/>
                <a:ea typeface="Arial"/>
                <a:cs typeface="Arial"/>
              </a:defRPr>
            </a:lvl5pPr>
            <a:lvl6pPr marL="0" indent="0" algn="r">
              <a:spcBef>
                <a:spcPts val="0"/>
              </a:spcBef>
              <a:spcAft>
                <a:spcPts val="0"/>
              </a:spcAft>
              <a:buNone/>
              <a:defRPr sz="525" b="1" i="0" u="none" cap="none">
                <a:solidFill>
                  <a:schemeClr val="dk1"/>
                </a:solidFill>
                <a:latin typeface="Arial"/>
                <a:ea typeface="Arial"/>
                <a:cs typeface="Arial"/>
              </a:defRPr>
            </a:lvl6pPr>
            <a:lvl7pPr marL="0" indent="0" algn="r">
              <a:spcBef>
                <a:spcPts val="0"/>
              </a:spcBef>
              <a:spcAft>
                <a:spcPts val="0"/>
              </a:spcAft>
              <a:buNone/>
              <a:defRPr sz="525" b="1" i="0" u="none" cap="none">
                <a:solidFill>
                  <a:schemeClr val="dk1"/>
                </a:solidFill>
                <a:latin typeface="Arial"/>
                <a:ea typeface="Arial"/>
                <a:cs typeface="Arial"/>
              </a:defRPr>
            </a:lvl7pPr>
            <a:lvl8pPr marL="0" indent="0" algn="r">
              <a:spcBef>
                <a:spcPts val="0"/>
              </a:spcBef>
              <a:spcAft>
                <a:spcPts val="0"/>
              </a:spcAft>
              <a:buNone/>
              <a:defRPr sz="525" b="1" i="0" u="none" cap="none">
                <a:solidFill>
                  <a:schemeClr val="dk1"/>
                </a:solidFill>
                <a:latin typeface="Arial"/>
                <a:ea typeface="Arial"/>
                <a:cs typeface="Arial"/>
              </a:defRPr>
            </a:lvl8pPr>
            <a:lvl9pPr marL="0" indent="0" algn="r">
              <a:spcBef>
                <a:spcPts val="0"/>
              </a:spcBef>
              <a:spcAft>
                <a:spcPts val="0"/>
              </a:spcAft>
              <a:buNone/>
              <a:defRPr sz="525" b="1" i="0" u="none" cap="none">
                <a:solidFill>
                  <a:schemeClr val="dk1"/>
                </a:solidFill>
                <a:latin typeface="Arial"/>
                <a:ea typeface="Arial"/>
                <a:cs typeface="Arial"/>
              </a:defRPr>
            </a:lvl9pPr>
          </a:lstStyle>
          <a:p>
            <a:pPr marL="0" indent="0" algn="r">
              <a:spcBef>
                <a:spcPts val="0"/>
              </a:spcBef>
              <a:spcAft>
                <a:spcPts val="0"/>
              </a:spcAft>
              <a:buNone/>
            </a:pPr>
            <a:fld id="{00000000-1234-1234-1234-123412341234}" type="slidenum">
              <a:t>‹#›</a:t>
            </a:fld>
            <a:endParaRPr/>
          </a:p>
        </p:txBody>
      </p:sp>
      <p:pic>
        <p:nvPicPr>
          <p:cNvPr id="13" name="Google Shape;13;p1"/>
          <p:cNvPicPr>
            <a:picLocks noChangeAspect="1"/>
          </p:cNvPicPr>
          <p:nvPr/>
        </p:nvPicPr>
        <p:blipFill rotWithShape="1">
          <a:blip r:embed="rId36">
            <a:alphaModFix/>
          </a:blip>
          <a:srcRect/>
          <a:stretch/>
        </p:blipFill>
        <p:spPr>
          <a:xfrm>
            <a:off x="7444515" y="318065"/>
            <a:ext cx="376871" cy="358278"/>
          </a:xfrm>
          <a:prstGeom prst="rect">
            <a:avLst/>
          </a:prstGeom>
          <a:ln>
            <a:noFill/>
          </a:ln>
        </p:spPr>
      </p:pic>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Lst>
  <p:hf sldNum="0" hdr="0" ftr="0" dt="0"/>
  <p:txStyles>
    <p:titleStyle>
      <a:lvl1pPr algn="l">
        <a:lnSpc>
          <a:spcPct val="100000"/>
        </a:lnSpc>
        <a:spcBef>
          <a:spcPts val="0"/>
        </a:spcBef>
        <a:spcAft>
          <a:spcPts val="0"/>
        </a:spcAft>
        <a:buNone/>
        <a:defRPr sz="1400" b="0" i="0" u="none" cap="none">
          <a:solidFill>
            <a:srgbClr val="000000"/>
          </a:solidFill>
          <a:latin typeface="Arial"/>
          <a:ea typeface="Arial"/>
          <a:cs typeface="Arial"/>
        </a:defRPr>
      </a:lvl1pPr>
      <a:lvl2pPr algn="l">
        <a:lnSpc>
          <a:spcPct val="100000"/>
        </a:lnSpc>
        <a:spcBef>
          <a:spcPts val="0"/>
        </a:spcBef>
        <a:spcAft>
          <a:spcPts val="0"/>
        </a:spcAft>
        <a:buNone/>
        <a:defRPr sz="1400" b="0" i="0" u="none" cap="none">
          <a:solidFill>
            <a:srgbClr val="000000"/>
          </a:solidFill>
          <a:latin typeface="Arial"/>
          <a:ea typeface="Arial"/>
          <a:cs typeface="Arial"/>
        </a:defRPr>
      </a:lvl2pPr>
      <a:lvl3pPr algn="l">
        <a:lnSpc>
          <a:spcPct val="100000"/>
        </a:lnSpc>
        <a:spcBef>
          <a:spcPts val="0"/>
        </a:spcBef>
        <a:spcAft>
          <a:spcPts val="0"/>
        </a:spcAft>
        <a:buNone/>
        <a:defRPr sz="1400" b="0" i="0" u="none" cap="none">
          <a:solidFill>
            <a:srgbClr val="000000"/>
          </a:solidFill>
          <a:latin typeface="Arial"/>
          <a:ea typeface="Arial"/>
          <a:cs typeface="Arial"/>
        </a:defRPr>
      </a:lvl3pPr>
      <a:lvl4pPr algn="l">
        <a:lnSpc>
          <a:spcPct val="100000"/>
        </a:lnSpc>
        <a:spcBef>
          <a:spcPts val="0"/>
        </a:spcBef>
        <a:spcAft>
          <a:spcPts val="0"/>
        </a:spcAft>
        <a:buNone/>
        <a:defRPr sz="1400" b="0" i="0" u="none" cap="none">
          <a:solidFill>
            <a:srgbClr val="000000"/>
          </a:solidFill>
          <a:latin typeface="Arial"/>
          <a:ea typeface="Arial"/>
          <a:cs typeface="Arial"/>
        </a:defRPr>
      </a:lvl4pPr>
      <a:lvl5pPr algn="l">
        <a:lnSpc>
          <a:spcPct val="100000"/>
        </a:lnSpc>
        <a:spcBef>
          <a:spcPts val="0"/>
        </a:spcBef>
        <a:spcAft>
          <a:spcPts val="0"/>
        </a:spcAft>
        <a:buNone/>
        <a:defRPr sz="1400" b="0" i="0" u="none" cap="none">
          <a:solidFill>
            <a:srgbClr val="000000"/>
          </a:solidFill>
          <a:latin typeface="Arial"/>
          <a:ea typeface="Arial"/>
          <a:cs typeface="Arial"/>
        </a:defRPr>
      </a:lvl5pPr>
      <a:lvl6pPr algn="l">
        <a:lnSpc>
          <a:spcPct val="100000"/>
        </a:lnSpc>
        <a:spcBef>
          <a:spcPts val="0"/>
        </a:spcBef>
        <a:spcAft>
          <a:spcPts val="0"/>
        </a:spcAft>
        <a:buNone/>
        <a:defRPr sz="1400" b="0" i="0" u="none" cap="none">
          <a:solidFill>
            <a:srgbClr val="000000"/>
          </a:solidFill>
          <a:latin typeface="Arial"/>
          <a:ea typeface="Arial"/>
          <a:cs typeface="Arial"/>
        </a:defRPr>
      </a:lvl6pPr>
      <a:lvl7pPr algn="l">
        <a:lnSpc>
          <a:spcPct val="100000"/>
        </a:lnSpc>
        <a:spcBef>
          <a:spcPts val="0"/>
        </a:spcBef>
        <a:spcAft>
          <a:spcPts val="0"/>
        </a:spcAft>
        <a:buNone/>
        <a:defRPr sz="1400" b="0" i="0" u="none" cap="none">
          <a:solidFill>
            <a:srgbClr val="000000"/>
          </a:solidFill>
          <a:latin typeface="Arial"/>
          <a:ea typeface="Arial"/>
          <a:cs typeface="Arial"/>
        </a:defRPr>
      </a:lvl7pPr>
      <a:lvl8pPr algn="l">
        <a:lnSpc>
          <a:spcPct val="100000"/>
        </a:lnSpc>
        <a:spcBef>
          <a:spcPts val="0"/>
        </a:spcBef>
        <a:spcAft>
          <a:spcPts val="0"/>
        </a:spcAft>
        <a:buNone/>
        <a:defRPr sz="1400" b="0" i="0" u="none" cap="none">
          <a:solidFill>
            <a:srgbClr val="000000"/>
          </a:solidFill>
          <a:latin typeface="Arial"/>
          <a:ea typeface="Arial"/>
          <a:cs typeface="Arial"/>
        </a:defRPr>
      </a:lvl8pPr>
      <a:lvl9pPr algn="l">
        <a:lnSpc>
          <a:spcPct val="100000"/>
        </a:lnSpc>
        <a:spcBef>
          <a:spcPts val="0"/>
        </a:spcBef>
        <a:spcAft>
          <a:spcPts val="0"/>
        </a:spcAft>
        <a:buNone/>
        <a:defRPr sz="1400" b="0" i="0" u="none" cap="none">
          <a:solidFill>
            <a:srgbClr val="000000"/>
          </a:solidFill>
          <a:latin typeface="Arial"/>
          <a:ea typeface="Arial"/>
          <a:cs typeface="Arial"/>
        </a:defRPr>
      </a:lvl9pPr>
    </p:titleStyle>
    <p:bodyStyle>
      <a:lvl1pPr algn="l">
        <a:lnSpc>
          <a:spcPct val="100000"/>
        </a:lnSpc>
        <a:spcBef>
          <a:spcPts val="0"/>
        </a:spcBef>
        <a:spcAft>
          <a:spcPts val="0"/>
        </a:spcAft>
        <a:buNone/>
        <a:defRPr sz="1400" b="0" i="0" u="none" cap="none">
          <a:solidFill>
            <a:srgbClr val="000000"/>
          </a:solidFill>
          <a:latin typeface="Arial"/>
          <a:ea typeface="Arial"/>
          <a:cs typeface="Arial"/>
        </a:defRPr>
      </a:lvl1pPr>
      <a:lvl2pPr algn="l">
        <a:lnSpc>
          <a:spcPct val="100000"/>
        </a:lnSpc>
        <a:spcBef>
          <a:spcPts val="0"/>
        </a:spcBef>
        <a:spcAft>
          <a:spcPts val="0"/>
        </a:spcAft>
        <a:buNone/>
        <a:defRPr sz="1400" b="0" i="0" u="none" cap="none">
          <a:solidFill>
            <a:srgbClr val="000000"/>
          </a:solidFill>
          <a:latin typeface="Arial"/>
          <a:ea typeface="Arial"/>
          <a:cs typeface="Arial"/>
        </a:defRPr>
      </a:lvl2pPr>
      <a:lvl3pPr algn="l">
        <a:lnSpc>
          <a:spcPct val="100000"/>
        </a:lnSpc>
        <a:spcBef>
          <a:spcPts val="0"/>
        </a:spcBef>
        <a:spcAft>
          <a:spcPts val="0"/>
        </a:spcAft>
        <a:buNone/>
        <a:defRPr sz="1400" b="0" i="0" u="none" cap="none">
          <a:solidFill>
            <a:srgbClr val="000000"/>
          </a:solidFill>
          <a:latin typeface="Arial"/>
          <a:ea typeface="Arial"/>
          <a:cs typeface="Arial"/>
        </a:defRPr>
      </a:lvl3pPr>
      <a:lvl4pPr algn="l">
        <a:lnSpc>
          <a:spcPct val="100000"/>
        </a:lnSpc>
        <a:spcBef>
          <a:spcPts val="0"/>
        </a:spcBef>
        <a:spcAft>
          <a:spcPts val="0"/>
        </a:spcAft>
        <a:buNone/>
        <a:defRPr sz="1400" b="0" i="0" u="none" cap="none">
          <a:solidFill>
            <a:srgbClr val="000000"/>
          </a:solidFill>
          <a:latin typeface="Arial"/>
          <a:ea typeface="Arial"/>
          <a:cs typeface="Arial"/>
        </a:defRPr>
      </a:lvl4pPr>
      <a:lvl5pPr algn="l">
        <a:lnSpc>
          <a:spcPct val="100000"/>
        </a:lnSpc>
        <a:spcBef>
          <a:spcPts val="0"/>
        </a:spcBef>
        <a:spcAft>
          <a:spcPts val="0"/>
        </a:spcAft>
        <a:buNone/>
        <a:defRPr sz="1400" b="0" i="0" u="none" cap="none">
          <a:solidFill>
            <a:srgbClr val="000000"/>
          </a:solidFill>
          <a:latin typeface="Arial"/>
          <a:ea typeface="Arial"/>
          <a:cs typeface="Arial"/>
        </a:defRPr>
      </a:lvl5pPr>
      <a:lvl6pPr algn="l">
        <a:lnSpc>
          <a:spcPct val="100000"/>
        </a:lnSpc>
        <a:spcBef>
          <a:spcPts val="0"/>
        </a:spcBef>
        <a:spcAft>
          <a:spcPts val="0"/>
        </a:spcAft>
        <a:buNone/>
        <a:defRPr sz="1400" b="0" i="0" u="none" cap="none">
          <a:solidFill>
            <a:srgbClr val="000000"/>
          </a:solidFill>
          <a:latin typeface="Arial"/>
          <a:ea typeface="Arial"/>
          <a:cs typeface="Arial"/>
        </a:defRPr>
      </a:lvl6pPr>
      <a:lvl7pPr algn="l">
        <a:lnSpc>
          <a:spcPct val="100000"/>
        </a:lnSpc>
        <a:spcBef>
          <a:spcPts val="0"/>
        </a:spcBef>
        <a:spcAft>
          <a:spcPts val="0"/>
        </a:spcAft>
        <a:buNone/>
        <a:defRPr sz="1400" b="0" i="0" u="none" cap="none">
          <a:solidFill>
            <a:srgbClr val="000000"/>
          </a:solidFill>
          <a:latin typeface="Arial"/>
          <a:ea typeface="Arial"/>
          <a:cs typeface="Arial"/>
        </a:defRPr>
      </a:lvl7pPr>
      <a:lvl8pPr algn="l">
        <a:lnSpc>
          <a:spcPct val="100000"/>
        </a:lnSpc>
        <a:spcBef>
          <a:spcPts val="0"/>
        </a:spcBef>
        <a:spcAft>
          <a:spcPts val="0"/>
        </a:spcAft>
        <a:buNone/>
        <a:defRPr sz="1400" b="0" i="0" u="none" cap="none">
          <a:solidFill>
            <a:srgbClr val="000000"/>
          </a:solidFill>
          <a:latin typeface="Arial"/>
          <a:ea typeface="Arial"/>
          <a:cs typeface="Arial"/>
        </a:defRPr>
      </a:lvl8pPr>
      <a:lvl9pPr algn="l">
        <a:lnSpc>
          <a:spcPct val="100000"/>
        </a:lnSpc>
        <a:spcBef>
          <a:spcPts val="0"/>
        </a:spcBef>
        <a:spcAft>
          <a:spcPts val="0"/>
        </a:spcAft>
        <a:buNone/>
        <a:defRPr sz="1400" b="0" i="0" u="none" cap="none">
          <a:solidFill>
            <a:srgbClr val="000000"/>
          </a:solidFill>
          <a:latin typeface="Arial"/>
          <a:ea typeface="Arial"/>
          <a:cs typeface="Arial"/>
        </a:defRPr>
      </a:lvl9pPr>
    </p:bodyStyle>
    <p:otherStyle>
      <a:lvl1pPr algn="l">
        <a:lnSpc>
          <a:spcPct val="100000"/>
        </a:lnSpc>
        <a:spcBef>
          <a:spcPts val="0"/>
        </a:spcBef>
        <a:spcAft>
          <a:spcPts val="0"/>
        </a:spcAft>
        <a:buNone/>
        <a:defRPr sz="1400" b="0" i="0" u="none" cap="none">
          <a:solidFill>
            <a:srgbClr val="000000"/>
          </a:solidFill>
          <a:latin typeface="Arial"/>
          <a:ea typeface="Arial"/>
          <a:cs typeface="Arial"/>
        </a:defRPr>
      </a:lvl1pPr>
      <a:lvl2pPr algn="l">
        <a:lnSpc>
          <a:spcPct val="100000"/>
        </a:lnSpc>
        <a:spcBef>
          <a:spcPts val="0"/>
        </a:spcBef>
        <a:spcAft>
          <a:spcPts val="0"/>
        </a:spcAft>
        <a:buNone/>
        <a:defRPr sz="1400" b="0" i="0" u="none" cap="none">
          <a:solidFill>
            <a:srgbClr val="000000"/>
          </a:solidFill>
          <a:latin typeface="Arial"/>
          <a:ea typeface="Arial"/>
          <a:cs typeface="Arial"/>
        </a:defRPr>
      </a:lvl2pPr>
      <a:lvl3pPr algn="l">
        <a:lnSpc>
          <a:spcPct val="100000"/>
        </a:lnSpc>
        <a:spcBef>
          <a:spcPts val="0"/>
        </a:spcBef>
        <a:spcAft>
          <a:spcPts val="0"/>
        </a:spcAft>
        <a:buNone/>
        <a:defRPr sz="1400" b="0" i="0" u="none" cap="none">
          <a:solidFill>
            <a:srgbClr val="000000"/>
          </a:solidFill>
          <a:latin typeface="Arial"/>
          <a:ea typeface="Arial"/>
          <a:cs typeface="Arial"/>
        </a:defRPr>
      </a:lvl3pPr>
      <a:lvl4pPr algn="l">
        <a:lnSpc>
          <a:spcPct val="100000"/>
        </a:lnSpc>
        <a:spcBef>
          <a:spcPts val="0"/>
        </a:spcBef>
        <a:spcAft>
          <a:spcPts val="0"/>
        </a:spcAft>
        <a:buNone/>
        <a:defRPr sz="1400" b="0" i="0" u="none" cap="none">
          <a:solidFill>
            <a:srgbClr val="000000"/>
          </a:solidFill>
          <a:latin typeface="Arial"/>
          <a:ea typeface="Arial"/>
          <a:cs typeface="Arial"/>
        </a:defRPr>
      </a:lvl4pPr>
      <a:lvl5pPr algn="l">
        <a:lnSpc>
          <a:spcPct val="100000"/>
        </a:lnSpc>
        <a:spcBef>
          <a:spcPts val="0"/>
        </a:spcBef>
        <a:spcAft>
          <a:spcPts val="0"/>
        </a:spcAft>
        <a:buNone/>
        <a:defRPr sz="1400" b="0" i="0" u="none" cap="none">
          <a:solidFill>
            <a:srgbClr val="000000"/>
          </a:solidFill>
          <a:latin typeface="Arial"/>
          <a:ea typeface="Arial"/>
          <a:cs typeface="Arial"/>
        </a:defRPr>
      </a:lvl5pPr>
      <a:lvl6pPr algn="l">
        <a:lnSpc>
          <a:spcPct val="100000"/>
        </a:lnSpc>
        <a:spcBef>
          <a:spcPts val="0"/>
        </a:spcBef>
        <a:spcAft>
          <a:spcPts val="0"/>
        </a:spcAft>
        <a:buNone/>
        <a:defRPr sz="1400" b="0" i="0" u="none" cap="none">
          <a:solidFill>
            <a:srgbClr val="000000"/>
          </a:solidFill>
          <a:latin typeface="Arial"/>
          <a:ea typeface="Arial"/>
          <a:cs typeface="Arial"/>
        </a:defRPr>
      </a:lvl6pPr>
      <a:lvl7pPr algn="l">
        <a:lnSpc>
          <a:spcPct val="100000"/>
        </a:lnSpc>
        <a:spcBef>
          <a:spcPts val="0"/>
        </a:spcBef>
        <a:spcAft>
          <a:spcPts val="0"/>
        </a:spcAft>
        <a:buNone/>
        <a:defRPr sz="1400" b="0" i="0" u="none" cap="none">
          <a:solidFill>
            <a:srgbClr val="000000"/>
          </a:solidFill>
          <a:latin typeface="Arial"/>
          <a:ea typeface="Arial"/>
          <a:cs typeface="Arial"/>
        </a:defRPr>
      </a:lvl7pPr>
      <a:lvl8pPr algn="l">
        <a:lnSpc>
          <a:spcPct val="100000"/>
        </a:lnSpc>
        <a:spcBef>
          <a:spcPts val="0"/>
        </a:spcBef>
        <a:spcAft>
          <a:spcPts val="0"/>
        </a:spcAft>
        <a:buNone/>
        <a:defRPr sz="1400" b="0" i="0" u="none" cap="none">
          <a:solidFill>
            <a:srgbClr val="000000"/>
          </a:solidFill>
          <a:latin typeface="Arial"/>
          <a:ea typeface="Arial"/>
          <a:cs typeface="Arial"/>
        </a:defRPr>
      </a:lvl8pPr>
      <a:lvl9pPr algn="l">
        <a:lnSpc>
          <a:spcPct val="100000"/>
        </a:lnSpc>
        <a:spcBef>
          <a:spcPts val="0"/>
        </a:spcBef>
        <a:spcAft>
          <a:spcPts val="0"/>
        </a:spcAft>
        <a:buNone/>
        <a:defRPr sz="1400" b="0" i="0" u="none" cap="none">
          <a:solidFill>
            <a:srgbClr val="000000"/>
          </a:solidFill>
          <a:latin typeface="Arial"/>
          <a:ea typeface="Arial"/>
          <a:cs typeface="Arial"/>
        </a:defRPr>
      </a:lvl9pPr>
    </p:otherStyle>
  </p:txStyles>
  <p:extLst>
    <p:ext uri="{27BBF7A9-308A-43DC-89C8-2F10F3537804}">
      <p15:sldGuideLst xmlns:p15="http://schemas.microsoft.com/office/powerpoint/2012/main">
        <p15:guide id="1" orient="horz" pos="259">
          <p15:clr>
            <a:srgbClr val="F26B43"/>
          </p15:clr>
        </p15:guide>
        <p15:guide id="2" pos="345">
          <p15:clr>
            <a:srgbClr val="F26B43"/>
          </p15:clr>
        </p15:guide>
        <p15:guide id="3" pos="7335">
          <p15:clr>
            <a:srgbClr val="F26B43"/>
          </p15:clr>
        </p15:guide>
        <p15:guide id="4" orient="horz" pos="4061">
          <p15:clr>
            <a:srgbClr val="F26B43"/>
          </p15:clr>
        </p15:guide>
        <p15:guide id="5" pos="1018">
          <p15:clr>
            <a:srgbClr val="A4A3A4"/>
          </p15:clr>
        </p15:guide>
        <p15:guide id="6" pos="1248">
          <p15:clr>
            <a:srgbClr val="A4A3A4"/>
          </p15:clr>
        </p15:guide>
        <p15:guide id="7" pos="2148">
          <p15:clr>
            <a:srgbClr val="A4A3A4"/>
          </p15:clr>
        </p15:guide>
        <p15:guide id="8" pos="3052">
          <p15:clr>
            <a:srgbClr val="A4A3A4"/>
          </p15:clr>
        </p15:guide>
        <p15:guide id="9" pos="3954">
          <p15:clr>
            <a:srgbClr val="A4A3A4"/>
          </p15:clr>
        </p15:guide>
        <p15:guide id="10" pos="3724">
          <p15:clr>
            <a:srgbClr val="A4A3A4"/>
          </p15:clr>
        </p15:guide>
        <p15:guide id="11" pos="4858">
          <p15:clr>
            <a:srgbClr val="A4A3A4"/>
          </p15:clr>
        </p15:guide>
        <p15:guide id="12" pos="5784">
          <p15:clr>
            <a:srgbClr val="A4A3A4"/>
          </p15:clr>
        </p15:guide>
        <p15:guide id="13" pos="6660">
          <p15:clr>
            <a:srgbClr val="A4A3A4"/>
          </p15:clr>
        </p15:guide>
        <p15:guide id="14" pos="1920">
          <p15:clr>
            <a:srgbClr val="A4A3A4"/>
          </p15:clr>
        </p15:guide>
        <p15:guide id="15" pos="2822">
          <p15:clr>
            <a:srgbClr val="A4A3A4"/>
          </p15:clr>
        </p15:guide>
        <p15:guide id="16" pos="4626">
          <p15:clr>
            <a:srgbClr val="A4A3A4"/>
          </p15:clr>
        </p15:guide>
        <p15:guide id="17" pos="5530">
          <p15:clr>
            <a:srgbClr val="A4A3A4"/>
          </p15:clr>
        </p15:guide>
        <p15:guide id="18" pos="6434">
          <p15:clr>
            <a:srgbClr val="A4A3A4"/>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33.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33.xml"/></Relationships>
</file>

<file path=ppt/slides/_rels/slide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xml"/><Relationship Id="rId1" Type="http://schemas.openxmlformats.org/officeDocument/2006/relationships/slideLayout" Target="../slideLayouts/slideLayout31.xml"/></Relationships>
</file>

<file path=ppt/slides/_rels/slide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33.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33.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33.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33.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33.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33.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33.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33.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33.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33.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33.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33.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33.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33.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33.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33.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3.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33.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33.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33.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33.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33.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3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7" name="Google Shape;377;p39">
            <a:extLst>
              <a:ext uri="{FF2B5EF4-FFF2-40B4-BE49-F238E27FC236}">
                <a16:creationId xmlns:a16="http://schemas.microsoft.com/office/drawing/2014/main" id="{F9CC1EEA-B7F4-4650-80DE-78B37FF472CB}"/>
              </a:ext>
            </a:extLst>
          </p:cNvPr>
          <p:cNvSpPr>
            <a:spLocks noGrp="1"/>
          </p:cNvSpPr>
          <p:nvPr>
            <p:ph type="ctrTitle"/>
          </p:nvPr>
        </p:nvSpPr>
        <p:spPr>
          <a:prstGeom prst="rect">
            <a:avLst/>
          </a:prstGeom>
          <a:noFill/>
          <a:ln>
            <a:noFill/>
          </a:ln>
        </p:spPr>
        <p:txBody>
          <a:bodyPr spcFirstLastPara="1" wrap="square" lIns="0" tIns="0" rIns="38100" bIns="0" anchor="t">
            <a:normAutofit/>
          </a:bodyPr>
          <a:lstStyle/>
          <a:p>
            <a:pPr algn="l">
              <a:buNone/>
              <a:defRPr sz="2400" b="0" u="none">
                <a:solidFill>
                  <a:srgbClr val="FFFFFF"/>
                </a:solidFill>
                <a:latin typeface="Arial"/>
                <a:ea typeface="Arial"/>
                <a:cs typeface="Arial"/>
              </a:defRPr>
            </a:pPr>
            <a:r>
              <a:rPr sz="2400" b="0" u="none">
                <a:solidFill>
                  <a:srgbClr val="FFFFFF"/>
                </a:solidFill>
                <a:latin typeface="Arial"/>
                <a:ea typeface="Arial"/>
                <a:cs typeface="Arial"/>
              </a:rPr>
              <a:t>CI/CD + Terraform</a:t>
            </a:r>
          </a:p>
        </p:txBody>
      </p:sp>
      <p:sp>
        <p:nvSpPr>
          <p:cNvPr id="378" name="title-subtitle">
            <a:extLst>
              <a:ext uri="{FF2B5EF4-FFF2-40B4-BE49-F238E27FC236}">
                <a16:creationId xmlns:a16="http://schemas.microsoft.com/office/drawing/2014/main" id="{70FAB027-F180-4813-B608-99B49B344E29}"/>
              </a:ext>
            </a:extLst>
          </p:cNvPr>
          <p:cNvSpPr>
            <a:spLocks noGrp="1"/>
          </p:cNvSpPr>
          <p:nvPr/>
        </p:nvSpPr>
        <p:spPr>
          <a:xfrm>
            <a:off x="781050" y="2247900"/>
            <a:ext cx="4762500" cy="457200"/>
          </a:xfrm>
          <a:prstGeom prst="rect">
            <a:avLst/>
          </a:prstGeom>
          <a:noFill/>
          <a:ln w="0">
            <a:noFill/>
            <a:prstDash val="solid"/>
          </a:ln>
        </p:spPr>
        <p:txBody>
          <a:bodyPr wrap="square" lIns="0" tIns="0" rIns="38100" bIns="0" anchor="t">
            <a:normAutofit/>
          </a:bodyPr>
          <a:lstStyle/>
          <a:p>
            <a:pPr algn="l">
              <a:buNone/>
              <a:defRPr sz="1200" b="0" u="none">
                <a:solidFill>
                  <a:srgbClr val="FFFFFF"/>
                </a:solidFill>
                <a:latin typeface="Arial"/>
                <a:ea typeface="Arial"/>
                <a:cs typeface="Arial"/>
              </a:defRPr>
            </a:pPr>
            <a:r>
              <a:rPr sz="1200" b="0" u="none">
                <a:solidFill>
                  <a:srgbClr val="FFFFFF"/>
                </a:solidFill>
                <a:latin typeface="Arial"/>
                <a:ea typeface="Arial"/>
                <a:cs typeface="Arial"/>
              </a:rPr>
              <a:t>Back-to-back classes on reviewable software and infrastructure change</a:t>
            </a:r>
          </a:p>
        </p:txBody>
      </p:sp>
      <p:sp>
        <p:nvSpPr>
          <p:cNvPr id="379" name="title-key-topic">
            <a:extLst>
              <a:ext uri="{FF2B5EF4-FFF2-40B4-BE49-F238E27FC236}">
                <a16:creationId xmlns:a16="http://schemas.microsoft.com/office/drawing/2014/main" id="{AB398153-C8AC-470A-8A83-567E125B5BFD}"/>
              </a:ext>
            </a:extLst>
          </p:cNvPr>
          <p:cNvSpPr>
            <a:spLocks noGrp="1"/>
          </p:cNvSpPr>
          <p:nvPr/>
        </p:nvSpPr>
        <p:spPr>
          <a:xfrm>
            <a:off x="447675" y="3752850"/>
            <a:ext cx="914400" cy="152400"/>
          </a:xfrm>
          <a:prstGeom prst="rect">
            <a:avLst/>
          </a:prstGeom>
          <a:noFill/>
          <a:ln w="0">
            <a:noFill/>
            <a:prstDash val="solid"/>
          </a:ln>
        </p:spPr>
        <p:txBody>
          <a:bodyPr wrap="square" lIns="0" tIns="0" rIns="0" bIns="0" anchor="t">
            <a:normAutofit/>
          </a:bodyPr>
          <a:lstStyle/>
          <a:p>
            <a:pPr algn="l">
              <a:buNone/>
              <a:defRPr sz="675" b="1" u="none">
                <a:solidFill>
                  <a:srgbClr val="221F20"/>
                </a:solidFill>
                <a:latin typeface="Arial"/>
                <a:ea typeface="Arial"/>
                <a:cs typeface="Arial"/>
              </a:defRPr>
            </a:pPr>
            <a:r>
              <a:rPr sz="675" b="1" u="none">
                <a:solidFill>
                  <a:srgbClr val="221F20"/>
                </a:solidFill>
                <a:latin typeface="Arial"/>
                <a:ea typeface="Arial"/>
                <a:cs typeface="Arial"/>
              </a:rPr>
              <a:t>CI/CD fundamentals</a:t>
            </a:r>
          </a:p>
        </p:txBody>
      </p:sp>
      <p:sp>
        <p:nvSpPr>
          <p:cNvPr id="380" name="title-key-topic">
            <a:extLst>
              <a:ext uri="{FF2B5EF4-FFF2-40B4-BE49-F238E27FC236}">
                <a16:creationId xmlns:a16="http://schemas.microsoft.com/office/drawing/2014/main" id="{3ADFE2CB-5356-43DA-B6FD-8A8EE66F1BD9}"/>
              </a:ext>
            </a:extLst>
          </p:cNvPr>
          <p:cNvSpPr>
            <a:spLocks noGrp="1"/>
          </p:cNvSpPr>
          <p:nvPr/>
        </p:nvSpPr>
        <p:spPr>
          <a:xfrm>
            <a:off x="1533525" y="3752850"/>
            <a:ext cx="2133600" cy="152400"/>
          </a:xfrm>
          <a:prstGeom prst="rect">
            <a:avLst/>
          </a:prstGeom>
          <a:noFill/>
          <a:ln w="0">
            <a:noFill/>
            <a:prstDash val="solid"/>
          </a:ln>
        </p:spPr>
        <p:txBody>
          <a:bodyPr wrap="square" lIns="0" tIns="0" rIns="0" bIns="0" anchor="t">
            <a:normAutofit/>
          </a:bodyPr>
          <a:lstStyle/>
          <a:p>
            <a:pPr algn="l">
              <a:buNone/>
              <a:defRPr sz="675" b="1" u="none">
                <a:solidFill>
                  <a:srgbClr val="221F20"/>
                </a:solidFill>
                <a:latin typeface="Arial"/>
                <a:ea typeface="Arial"/>
                <a:cs typeface="Arial"/>
              </a:defRPr>
            </a:pPr>
            <a:r>
              <a:rPr sz="675" b="1" u="none">
                <a:solidFill>
                  <a:srgbClr val="221F20"/>
                </a:solidFill>
                <a:latin typeface="Arial"/>
                <a:ea typeface="Arial"/>
                <a:cs typeface="Arial"/>
              </a:rPr>
              <a:t>Hands-on workflow lab</a:t>
            </a:r>
          </a:p>
        </p:txBody>
      </p:sp>
      <p:sp>
        <p:nvSpPr>
          <p:cNvPr id="381" name="title-key-topic">
            <a:extLst>
              <a:ext uri="{FF2B5EF4-FFF2-40B4-BE49-F238E27FC236}">
                <a16:creationId xmlns:a16="http://schemas.microsoft.com/office/drawing/2014/main" id="{47AF5A4D-B9C3-4B42-A187-520891BBDA8F}"/>
              </a:ext>
            </a:extLst>
          </p:cNvPr>
          <p:cNvSpPr>
            <a:spLocks noGrp="1"/>
          </p:cNvSpPr>
          <p:nvPr/>
        </p:nvSpPr>
        <p:spPr>
          <a:xfrm>
            <a:off x="1533525" y="4105275"/>
            <a:ext cx="2133600" cy="152400"/>
          </a:xfrm>
          <a:prstGeom prst="rect">
            <a:avLst/>
          </a:prstGeom>
          <a:noFill/>
          <a:ln w="0">
            <a:noFill/>
            <a:prstDash val="solid"/>
          </a:ln>
        </p:spPr>
        <p:txBody>
          <a:bodyPr wrap="square" lIns="0" tIns="0" rIns="0" bIns="0" anchor="t">
            <a:normAutofit/>
          </a:bodyPr>
          <a:lstStyle/>
          <a:p>
            <a:pPr algn="l">
              <a:buNone/>
              <a:defRPr sz="675" b="1" u="none">
                <a:solidFill>
                  <a:srgbClr val="221F20"/>
                </a:solidFill>
                <a:latin typeface="Arial"/>
                <a:ea typeface="Arial"/>
                <a:cs typeface="Arial"/>
              </a:defRPr>
            </a:pPr>
            <a:r>
              <a:rPr sz="675" b="1" u="none">
                <a:solidFill>
                  <a:srgbClr val="221F20"/>
                </a:solidFill>
                <a:latin typeface="Arial"/>
                <a:ea typeface="Arial"/>
                <a:cs typeface="Arial"/>
              </a:rPr>
              <a:t>Branch protection gates</a:t>
            </a:r>
          </a:p>
        </p:txBody>
      </p:sp>
    </p:spTree>
    <p:extLst>
      <p:ext uri="{BB962C8B-B14F-4D97-AF65-F5344CB8AC3E}">
        <p14:creationId xmlns:p14="http://schemas.microsoft.com/office/powerpoint/2010/main" val="35822397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Automation exposes the process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666750" y="1381125"/>
            <a:ext cx="7239000" cy="2381250"/>
          </a:xfrm>
        </p:spPr>
        <p:txBody>
          <a:bodyPr wrap="square" lIns="0" tIns="0" rIns="38100" bIns="0" anchor="t">
            <a:normAutofit/>
          </a:bodyPr>
          <a:lstStyle/>
          <a:p>
            <a:pPr marL="0" indent="0" algn="l">
              <a:spcBef>
                <a:spcPts val="0"/>
              </a:spcBef>
              <a:spcAft>
                <a:spcPts val="650"/>
              </a:spcAft>
              <a:buNone/>
              <a:defRPr sz="1575" b="0" u="none">
                <a:solidFill>
                  <a:srgbClr val="221F20"/>
                </a:solidFill>
                <a:latin typeface="Arial"/>
                <a:ea typeface="Arial"/>
                <a:cs typeface="Arial"/>
              </a:defRPr>
            </a:pPr>
            <a:r>
              <a:rPr sz="1575" b="0" u="none">
                <a:solidFill>
                  <a:srgbClr val="221F20"/>
                </a:solidFill>
                <a:latin typeface="Arial"/>
                <a:ea typeface="Arial"/>
                <a:cs typeface="Arial"/>
              </a:rPr>
              <a:t>A pipeline does not make a weak process strong.</a:t>
            </a:r>
          </a:p>
          <a:p>
            <a:pPr marL="0" indent="0" algn="l">
              <a:spcBef>
                <a:spcPts val="0"/>
              </a:spcBef>
              <a:spcAft>
                <a:spcPts val="650"/>
              </a:spcAft>
              <a:buNone/>
              <a:defRPr sz="1575" b="0" u="none">
                <a:solidFill>
                  <a:srgbClr val="221F20"/>
                </a:solidFill>
                <a:latin typeface="Arial"/>
                <a:ea typeface="Arial"/>
                <a:cs typeface="Arial"/>
              </a:defRPr>
            </a:pPr>
            <a:r>
              <a:rPr sz="1575" b="0" u="none">
                <a:solidFill>
                  <a:srgbClr val="221F20"/>
                </a:solidFill>
                <a:latin typeface="Arial"/>
                <a:ea typeface="Arial"/>
                <a:cs typeface="Arial"/>
              </a:rPr>
              <a:t>It makes the process visible, repeatable, and easier to improve.</a:t>
            </a:r>
          </a:p>
          <a:p>
            <a:pPr marL="0" indent="0" algn="l">
              <a:spcBef>
                <a:spcPts val="0"/>
              </a:spcBef>
              <a:spcAft>
                <a:spcPts val="650"/>
              </a:spcAft>
              <a:buNone/>
              <a:defRPr sz="1575" b="0" u="none">
                <a:solidFill>
                  <a:srgbClr val="221F20"/>
                </a:solidFill>
                <a:latin typeface="Arial"/>
                <a:ea typeface="Arial"/>
                <a:cs typeface="Arial"/>
              </a:defRPr>
            </a:pPr>
            <a:r>
              <a:rPr sz="1575" b="0" u="none">
                <a:solidFill>
                  <a:srgbClr val="221F20"/>
                </a:solidFill>
                <a:latin typeface="Arial"/>
                <a:ea typeface="Arial"/>
                <a:cs typeface="Arial"/>
              </a:rPr>
              <a:t>A failed run is useful feedback, not a personal failure.</a:t>
            </a:r>
          </a:p>
          <a:p>
            <a:pPr marL="0" indent="0" algn="l">
              <a:spcBef>
                <a:spcPts val="0"/>
              </a:spcBef>
              <a:spcAft>
                <a:spcPts val="650"/>
              </a:spcAft>
              <a:buNone/>
              <a:defRPr sz="1575" b="0" u="none">
                <a:solidFill>
                  <a:srgbClr val="221F20"/>
                </a:solidFill>
                <a:latin typeface="Arial"/>
                <a:ea typeface="Arial"/>
                <a:cs typeface="Arial"/>
              </a:defRPr>
            </a:pPr>
            <a:r>
              <a:rPr sz="1575" b="0" u="none">
                <a:solidFill>
                  <a:srgbClr val="221F20"/>
                </a:solidFill>
                <a:latin typeface="Arial"/>
                <a:ea typeface="Arial"/>
                <a:cs typeface="Arial"/>
              </a:rPr>
              <a:t>The goal is a team that can change software safely.</a:t>
            </a:r>
          </a:p>
        </p:txBody>
      </p:sp>
    </p:spTree>
    <p:extLst>
      <p:ext uri="{BB962C8B-B14F-4D97-AF65-F5344CB8AC3E}">
        <p14:creationId xmlns:p14="http://schemas.microsoft.com/office/powerpoint/2010/main" val="345990818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9CDC06-5176-FD1F-EB1B-DEA4088E09EB}"/>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Back-to-back class flow</a:t>
            </a:r>
          </a:p>
        </p:txBody>
      </p:sp>
      <p:sp>
        <p:nvSpPr>
          <p:cNvPr id="3" name="Text Placeholder 2">
            <a:extLst>
              <a:ext uri="{FF2B5EF4-FFF2-40B4-BE49-F238E27FC236}">
                <a16:creationId xmlns:a16="http://schemas.microsoft.com/office/drawing/2014/main" id="{42AD4A04-8419-5574-74CF-30A0EE2F123B}"/>
              </a:ext>
            </a:extLst>
          </p:cNvPr>
          <p:cNvSpPr>
            <a:spLocks noGrp="1"/>
          </p:cNvSpPr>
          <p:nvPr>
            <p:ph type="body"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Part 1: CI/CD with GitHub Actions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Build a pull-request pipeline that tests code and protects merges.</a:t>
            </a:r>
          </a:p>
          <a:p>
            <a:pPr marL="0" indent="0">
              <a:spcBef>
                <a:spcPts val="0"/>
              </a:spcBef>
              <a:spcAft>
                <a:spcPts val="650"/>
              </a:spcAft>
              <a:buNone/>
            </a:pPr>
            <a:endParaRPr sz="1425" b="0" u="none">
              <a:solidFill>
                <a:srgbClr val="221F20"/>
              </a:solidFill>
              <a:latin typeface="Arial"/>
              <a:ea typeface="Arial"/>
              <a:cs typeface="Arial"/>
            </a:endParaRP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Bridge: what evidence should exist before a change is accepted?</a:t>
            </a:r>
          </a:p>
          <a:p>
            <a:pPr marL="0" indent="0">
              <a:spcBef>
                <a:spcPts val="0"/>
              </a:spcBef>
              <a:spcAft>
                <a:spcPts val="650"/>
              </a:spcAft>
              <a:buNone/>
            </a:pPr>
            <a:endParaRPr sz="1425" b="0" u="none">
              <a:solidFill>
                <a:srgbClr val="221F20"/>
              </a:solidFill>
              <a:latin typeface="Arial"/>
              <a:ea typeface="Arial"/>
              <a:cs typeface="Arial"/>
            </a:endParaRP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Part 2: Terraform without cloud access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Practice plan, apply, state, modules, and CI checks locally.</a:t>
            </a:r>
          </a:p>
        </p:txBody>
      </p:sp>
      <p:sp>
        <p:nvSpPr>
          <p:cNvPr id="4" name="modern-gold-rule">
            <a:extLst>
              <a:ext uri="{FF2B5EF4-FFF2-40B4-BE49-F238E27FC236}">
                <a16:creationId xmlns:a16="http://schemas.microsoft.com/office/drawing/2014/main" id="{DA897AB9-5BE8-48E6-B327-113094218077}"/>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92526EE8-3D03-4719-A943-2E85EB650998}"/>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WORKSHOP MAP</a:t>
            </a:r>
          </a:p>
        </p:txBody>
      </p:sp>
    </p:spTree>
    <p:extLst>
      <p:ext uri="{BB962C8B-B14F-4D97-AF65-F5344CB8AC3E}">
        <p14:creationId xmlns:p14="http://schemas.microsoft.com/office/powerpoint/2010/main" val="183945088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CI/CD turns each change into evidence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Continuous integration asks: does this change still work with the rest of the code?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Continuous delivery asks: is this change packaged and ready to release?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Continuous deployment asks: can release happen automatically after all gates pass?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DevOps connects build, operate, secure, and support work into one visible path.</a:t>
            </a:r>
          </a:p>
        </p:txBody>
      </p:sp>
    </p:spTree>
    <p:extLst>
      <p:ext uri="{BB962C8B-B14F-4D97-AF65-F5344CB8AC3E}">
        <p14:creationId xmlns:p14="http://schemas.microsoft.com/office/powerpoint/2010/main" val="34599081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7" name="Picture 4"/>
          <p:cNvPicPr>
            <a:picLocks noChangeAspect="1"/>
          </p:cNvPicPr>
          <p:nvPr/>
        </p:nvPicPr>
        <p:blipFill>
          <a:blip r:embed="rId3"/>
          <a:stretch>
            <a:fillRect/>
          </a:stretch>
        </p:blipFill>
        <p:spPr>
          <a:xfrm>
            <a:off x="5619750" y="1095375"/>
            <a:ext cx="2762250" cy="1381125"/>
          </a:xfrm>
          <a:prstGeom prst="rect">
            <a:avLst/>
          </a:prstGeom>
        </p:spPr>
      </p:pic>
      <p:sp>
        <p:nvSpPr>
          <p:cNvPr id="65" name="Google Shape;65;p15">
            <a:extLst>
              <a:ext uri="{FF2B5EF4-FFF2-40B4-BE49-F238E27FC236}">
                <a16:creationId xmlns:a16="http://schemas.microsoft.com/office/drawing/2014/main" id="{1329FCF0-DF57-4281-9CB9-9D5A69195C78}"/>
              </a:ext>
            </a:extLst>
          </p:cNvPr>
          <p:cNvSpPr>
            <a:spLocks noGrp="1"/>
          </p:cNvSpPr>
          <p:nvPr>
            <p:ph type="body" idx="1"/>
          </p:nvPr>
        </p:nvSpPr>
        <p:spPr>
          <a:xfrm>
            <a:off x="381000" y="400050"/>
            <a:ext cx="5375744" cy="3762375"/>
          </a:xfrm>
          <a:prstGeom prst="rect">
            <a:avLst/>
          </a:prstGeom>
        </p:spPr>
        <p:txBody>
          <a:bodyPr spcFirstLastPara="1" wrap="square" lIns="0" tIns="0" rIns="38100" bIns="0" anchor="t">
            <a:normAutofit/>
          </a:bodyPr>
          <a:lstStyle/>
          <a:p>
            <a:pPr marL="0" indent="0" algn="l">
              <a:spcBef>
                <a:spcPts val="0"/>
              </a:spcBef>
              <a:spcAft>
                <a:spcPts val="1000"/>
              </a:spcAft>
              <a:buNone/>
              <a:defRPr sz="1425" b="0" u="none">
                <a:solidFill>
                  <a:srgbClr val="221F20"/>
                </a:solidFill>
                <a:latin typeface="Arial"/>
                <a:ea typeface="Arial"/>
                <a:cs typeface="Arial"/>
              </a:defRPr>
            </a:pPr>
            <a:r>
              <a:rPr sz="2000" b="1" u="sng" dirty="0">
                <a:solidFill>
                  <a:srgbClr val="221F20"/>
                </a:solidFill>
                <a:latin typeface="Arial"/>
                <a:ea typeface="Arial"/>
                <a:cs typeface="Arial"/>
              </a:rPr>
              <a:t>CI/CD is three related practices</a:t>
            </a:r>
          </a:p>
          <a:p>
            <a:pPr marL="342900" indent="-342900" algn="l">
              <a:spcBef>
                <a:spcPts val="0"/>
              </a:spcBef>
              <a:spcAft>
                <a:spcPts val="650"/>
              </a:spcAft>
              <a:buFont typeface="+mj-lt"/>
              <a:buAutoNum type="arabicPeriod"/>
              <a:defRPr sz="1425" b="0" u="none">
                <a:solidFill>
                  <a:srgbClr val="221F20"/>
                </a:solidFill>
                <a:latin typeface="Arial"/>
                <a:ea typeface="Arial"/>
                <a:cs typeface="Arial"/>
              </a:defRPr>
            </a:pPr>
            <a:r>
              <a:rPr sz="1425" b="0" u="none" dirty="0">
                <a:solidFill>
                  <a:srgbClr val="221F20"/>
                </a:solidFill>
                <a:latin typeface="Arial"/>
                <a:ea typeface="Arial"/>
                <a:cs typeface="Arial"/>
              </a:rPr>
              <a:t>CI: merge small changes often and test automatically.</a:t>
            </a:r>
          </a:p>
          <a:p>
            <a:pPr marL="342900" indent="-342900" algn="l">
              <a:spcBef>
                <a:spcPts val="0"/>
              </a:spcBef>
              <a:spcAft>
                <a:spcPts val="650"/>
              </a:spcAft>
              <a:buFont typeface="+mj-lt"/>
              <a:buAutoNum type="arabicPeriod"/>
              <a:defRPr sz="1425" b="0" u="none">
                <a:solidFill>
                  <a:srgbClr val="221F20"/>
                </a:solidFill>
                <a:latin typeface="Arial"/>
                <a:ea typeface="Arial"/>
                <a:cs typeface="Arial"/>
              </a:defRPr>
            </a:pPr>
            <a:r>
              <a:rPr sz="1425" b="0" u="none" dirty="0">
                <a:solidFill>
                  <a:srgbClr val="221F20"/>
                </a:solidFill>
                <a:latin typeface="Arial"/>
                <a:ea typeface="Arial"/>
                <a:cs typeface="Arial"/>
              </a:rPr>
              <a:t>Continuous delivery: keep a release-ready artifact with a human production gate.</a:t>
            </a:r>
          </a:p>
          <a:p>
            <a:pPr marL="342900" indent="-342900" algn="l">
              <a:spcBef>
                <a:spcPts val="0"/>
              </a:spcBef>
              <a:spcAft>
                <a:spcPts val="650"/>
              </a:spcAft>
              <a:buFont typeface="+mj-lt"/>
              <a:buAutoNum type="arabicPeriod"/>
              <a:defRPr sz="1425" b="0" u="none">
                <a:solidFill>
                  <a:srgbClr val="221F20"/>
                </a:solidFill>
                <a:latin typeface="Arial"/>
                <a:ea typeface="Arial"/>
                <a:cs typeface="Arial"/>
              </a:defRPr>
            </a:pPr>
            <a:r>
              <a:rPr sz="1425" b="0" u="none" dirty="0">
                <a:solidFill>
                  <a:srgbClr val="221F20"/>
                </a:solidFill>
                <a:latin typeface="Arial"/>
                <a:ea typeface="Arial"/>
                <a:cs typeface="Arial"/>
              </a:rPr>
              <a:t>Continuous deployment: release automatically after every required gate passes.</a:t>
            </a:r>
          </a:p>
          <a:p>
            <a:pPr marL="0" indent="0" algn="l">
              <a:spcBef>
                <a:spcPts val="0"/>
              </a:spcBef>
              <a:spcAft>
                <a:spcPts val="650"/>
              </a:spcAft>
              <a:buNone/>
              <a:defRPr sz="1425" b="0" u="none">
                <a:solidFill>
                  <a:srgbClr val="221F20"/>
                </a:solidFill>
                <a:latin typeface="Arial"/>
                <a:ea typeface="Arial"/>
                <a:cs typeface="Arial"/>
              </a:defRPr>
            </a:pPr>
            <a:endParaRPr lang="en-US" sz="1425" b="0" u="none" dirty="0">
              <a:solidFill>
                <a:srgbClr val="221F20"/>
              </a:solidFill>
              <a:latin typeface="Arial"/>
              <a:ea typeface="Arial"/>
              <a:cs typeface="Arial"/>
            </a:endParaRPr>
          </a:p>
          <a:p>
            <a:pPr marL="0" indent="0" algn="l">
              <a:spcBef>
                <a:spcPts val="0"/>
              </a:spcBef>
              <a:spcAft>
                <a:spcPts val="650"/>
              </a:spcAft>
              <a:buNone/>
              <a:defRPr sz="1425" b="0" u="none">
                <a:solidFill>
                  <a:srgbClr val="221F20"/>
                </a:solidFill>
                <a:latin typeface="Arial"/>
                <a:ea typeface="Arial"/>
                <a:cs typeface="Arial"/>
              </a:defRPr>
            </a:pPr>
            <a:r>
              <a:rPr sz="1425" b="0" u="none" dirty="0">
                <a:solidFill>
                  <a:srgbClr val="221F20"/>
                </a:solidFill>
                <a:latin typeface="Arial"/>
                <a:ea typeface="Arial"/>
                <a:cs typeface="Arial"/>
              </a:rPr>
              <a:t>A team can adopt these in stages; automation grows with trust.</a:t>
            </a:r>
          </a:p>
        </p:txBody>
      </p:sp>
    </p:spTree>
    <p:extLst>
      <p:ext uri="{BB962C8B-B14F-4D97-AF65-F5344CB8AC3E}">
        <p14:creationId xmlns:p14="http://schemas.microsoft.com/office/powerpoint/2010/main" val="1585759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BB7CDC2-0AFB-55FB-DF29-1C300D0E861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DevOps is shared ownership of change</a:t>
            </a:r>
          </a:p>
        </p:txBody>
      </p:sp>
      <p:pic>
        <p:nvPicPr>
          <p:cNvPr id="8" name="Picture 3"/>
          <p:cNvPicPr>
            <a:picLocks noChangeAspect="1"/>
          </p:cNvPicPr>
          <p:nvPr/>
        </p:nvPicPr>
        <p:blipFill>
          <a:blip r:embed="rId3"/>
          <a:stretch>
            <a:fillRect/>
          </a:stretch>
        </p:blipFill>
        <p:spPr>
          <a:xfrm>
            <a:off x="542925" y="976830"/>
            <a:ext cx="8058150" cy="3552825"/>
          </a:xfrm>
          <a:prstGeom prst="rect">
            <a:avLst/>
          </a:prstGeom>
        </p:spPr>
      </p:pic>
    </p:spTree>
    <p:extLst>
      <p:ext uri="{BB962C8B-B14F-4D97-AF65-F5344CB8AC3E}">
        <p14:creationId xmlns:p14="http://schemas.microsoft.com/office/powerpoint/2010/main" val="29997112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Automation changes the feedback loop</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Fast feedback: problems appear while the change is still small.</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Consistency: every change runs through the same checks.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Traceability: commits, runs, logs, artifacts, and approvals connect.</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Quality gates: tests and reviews happen before merge.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Lower release stress: smaller changes are easier to reason about.</a:t>
            </a:r>
          </a:p>
        </p:txBody>
      </p:sp>
    </p:spTree>
    <p:extLst>
      <p:ext uri="{BB962C8B-B14F-4D97-AF65-F5344CB8AC3E}">
        <p14:creationId xmlns:p14="http://schemas.microsoft.com/office/powerpoint/2010/main" val="345990818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7638265D-0575-AC88-F7A0-071259C3C8D2}"/>
              </a:ext>
            </a:extLst>
          </p:cNvPr>
          <p:cNvSpPr>
            <a:spLocks noGrp="1"/>
          </p:cNvSpPr>
          <p:nvPr>
            <p:ph type="sldNum" idx="4"/>
          </p:nvPr>
        </p:nvSpPr>
        <p:spPr/>
        <p:txBody>
          <a:bodyPr wrap="square" lIns="0" tIns="0" rIns="38100" bIns="0" anchor="t">
            <a:normAutofit/>
          </a:bodyPr>
          <a:lstStyle/>
          <a:p>
            <a:pPr algn="r">
              <a:defRPr sz="750" b="0" u="none">
                <a:solidFill>
                  <a:srgbClr val="565557"/>
                </a:solidFill>
                <a:latin typeface="Arial"/>
                <a:ea typeface="Arial"/>
                <a:cs typeface="Arial"/>
              </a:defRPr>
            </a:pPr>
            <a:fld id="{BA58DA2A-B818-18A9-29C1-B697728D5BCE}" type="slidenum">
              <a:rPr sz="750" b="0" u="none">
                <a:solidFill>
                  <a:srgbClr val="565557"/>
                </a:solidFill>
                <a:latin typeface="Arial"/>
                <a:ea typeface="Arial"/>
                <a:cs typeface="Arial"/>
              </a:rPr>
              <a:t>8</a:t>
            </a:fld>
            <a:endParaRPr sz="750" b="0" u="none">
              <a:solidFill>
                <a:srgbClr val="565557"/>
              </a:solidFill>
              <a:latin typeface="Arial"/>
              <a:ea typeface="Arial"/>
              <a:cs typeface="Arial"/>
            </a:endParaRPr>
          </a:p>
        </p:txBody>
      </p:sp>
      <p:sp>
        <p:nvSpPr>
          <p:cNvPr id="3" name="Title 2">
            <a:extLst>
              <a:ext uri="{FF2B5EF4-FFF2-40B4-BE49-F238E27FC236}">
                <a16:creationId xmlns:a16="http://schemas.microsoft.com/office/drawing/2014/main" id="{4296F6CA-B942-A6FD-6B04-8BA82FB5C406}"/>
              </a:ext>
            </a:extLst>
          </p:cNvPr>
          <p:cNvSpPr>
            <a:spLocks noGrp="1"/>
          </p:cNvSpPr>
          <p:nvPr>
            <p:ph type="title"/>
          </p:nvPr>
        </p:nvSpPr>
        <p:spPr>
          <a:xfrm>
            <a:off x="552450" y="1066800"/>
            <a:ext cx="7620000" cy="3276600"/>
          </a:xfrm>
        </p:spPr>
        <p:txBody>
          <a:bodyPr wrap="square" lIns="0" tIns="0" rIns="38100" bIns="0" anchor="t">
            <a:normAutofit/>
          </a:bodyPr>
          <a:lstStyle/>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1. Write code on a branch</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2. Commit and push</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3. Open a pull request</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4. GitHub Actions starts from the repository event</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5. Runner checks out code and installs dependencies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6. Build, test, lint, and package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7. Required checks and review gate the merge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8. Deploy, verify, monitor, and recover when needed</a:t>
            </a:r>
          </a:p>
        </p:txBody>
      </p:sp>
      <p:sp>
        <p:nvSpPr>
          <p:cNvPr id="5" name="TextBox 4">
            <a:extLst>
              <a:ext uri="{FF2B5EF4-FFF2-40B4-BE49-F238E27FC236}">
                <a16:creationId xmlns:a16="http://schemas.microsoft.com/office/drawing/2014/main" id="{A349746C-5D77-92FA-635F-8868BAC599A5}"/>
              </a:ext>
            </a:extLst>
          </p:cNvPr>
          <p:cNvSpPr>
            <a:spLocks noGrp="1"/>
          </p:cNvSpPr>
          <p:nvPr/>
        </p:nvSpPr>
        <p:spPr>
          <a:xfrm>
            <a:off x="381000" y="361950"/>
            <a:ext cx="6762750" cy="708660"/>
          </a:xfrm>
          <a:prstGeom prst="rect">
            <a:avLst/>
          </a:prstGeom>
          <a:noFill/>
        </p:spPr>
        <p:txBody>
          <a:bodyPr wrap="square" lIns="0" tIns="0" rIns="38100" bIns="0" anchor="t">
            <a:normAutofit/>
          </a:bodyPr>
          <a:lstStyle/>
          <a:p>
            <a:pPr algn="l">
              <a:buNone/>
              <a:defRPr sz="2025" b="1" u="none">
                <a:solidFill>
                  <a:srgbClr val="221F20"/>
                </a:solidFill>
                <a:latin typeface="Arial"/>
                <a:ea typeface="Arial"/>
                <a:cs typeface="Arial"/>
              </a:defRPr>
            </a:pPr>
            <a:r>
              <a:rPr sz="2025" b="1" u="none">
                <a:solidFill>
                  <a:srgbClr val="221F20"/>
                </a:solidFill>
                <a:latin typeface="Arial"/>
                <a:ea typeface="Arial"/>
                <a:cs typeface="Arial"/>
              </a:rPr>
              <a:t>A pipeline is a repeatable path from change to release</a:t>
            </a:r>
          </a:p>
        </p:txBody>
      </p:sp>
    </p:spTree>
    <p:extLst>
      <p:ext uri="{BB962C8B-B14F-4D97-AF65-F5344CB8AC3E}">
        <p14:creationId xmlns:p14="http://schemas.microsoft.com/office/powerpoint/2010/main" val="13975591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GitHub Actions has five core parts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Event: something happens in the repository.</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Workflow: the YAML automation file that responds.</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Job: a unit of work that runs on a runner.</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Step: one reusable action or shell command.</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Runner: the machine that executes the job.</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Artifact: a saved output from the run.</a:t>
            </a:r>
          </a:p>
        </p:txBody>
      </p:sp>
    </p:spTree>
    <p:extLst>
      <p:ext uri="{BB962C8B-B14F-4D97-AF65-F5344CB8AC3E}">
        <p14:creationId xmlns:p14="http://schemas.microsoft.com/office/powerpoint/2010/main" val="345990818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YAML is the pipeline's map</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name: human-readable workflow label</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on: event that starts the workflow</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jobs: one or more units of work</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runs-on: runner operating system</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steps: ordered actions and commands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uses: call a reusable action</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run: execute a shell command</a:t>
            </a:r>
          </a:p>
          <a:p>
            <a:pPr marL="0" indent="0">
              <a:spcBef>
                <a:spcPts val="0"/>
              </a:spcBef>
              <a:spcAft>
                <a:spcPts val="650"/>
              </a:spcAft>
              <a:buNone/>
            </a:pPr>
            <a:endParaRPr sz="1350" b="0" u="none">
              <a:solidFill>
                <a:srgbClr val="221F20"/>
              </a:solidFill>
              <a:latin typeface="Arial"/>
              <a:ea typeface="Arial"/>
              <a:cs typeface="Arial"/>
            </a:endParaRP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Example path: pull_request -&gt; test job -&gt; checkout -&gt; setup -&gt; test command</a:t>
            </a:r>
          </a:p>
        </p:txBody>
      </p:sp>
    </p:spTree>
    <p:extLst>
      <p:ext uri="{BB962C8B-B14F-4D97-AF65-F5344CB8AC3E}">
        <p14:creationId xmlns:p14="http://schemas.microsoft.com/office/powerpoint/2010/main" val="345990818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Lab: build a pull-request test pipeline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Starter: https://github.com/skills/test-with-actions</a:t>
            </a:r>
          </a:p>
          <a:p>
            <a:pPr marL="0" indent="0">
              <a:spcBef>
                <a:spcPts val="0"/>
              </a:spcBef>
              <a:spcAft>
                <a:spcPts val="650"/>
              </a:spcAft>
              <a:buNone/>
            </a:pPr>
            <a:endParaRPr sz="1350" b="0" u="none">
              <a:solidFill>
                <a:srgbClr val="221F20"/>
              </a:solidFill>
              <a:latin typeface="Arial"/>
              <a:ea typeface="Arial"/>
              <a:cs typeface="Arial"/>
            </a:endParaRP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Students will:</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1. Create or fork the lab repository</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2. Add .github/workflows/ci.yml</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3. Trigger a workflow from a pull request</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4. Read the workflow log</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5. Fix a failing test and confirm the green check</a:t>
            </a:r>
          </a:p>
        </p:txBody>
      </p:sp>
    </p:spTree>
    <p:extLst>
      <p:ext uri="{BB962C8B-B14F-4D97-AF65-F5344CB8AC3E}">
        <p14:creationId xmlns:p14="http://schemas.microsoft.com/office/powerpoint/2010/main" val="345990818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Branch protection turns CI into a merge gate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Protect the main branch from direct, unreviewed changes.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Require pull request review before merge.</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Require the CI status check to pass.</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Use clear job names so required checks are easy to select.</a:t>
            </a:r>
          </a:p>
          <a:p>
            <a:pPr marL="0" indent="0" algn="l">
              <a:spcBef>
                <a:spcPts val="0"/>
              </a:spcBef>
              <a:spcAft>
                <a:spcPts val="650"/>
              </a:spcAft>
              <a:buNone/>
              <a:defRPr sz="1425" b="0" u="none">
                <a:solidFill>
                  <a:srgbClr val="221F20"/>
                </a:solidFill>
                <a:latin typeface="Arial"/>
                <a:ea typeface="Arial"/>
                <a:cs typeface="Arial"/>
              </a:defRPr>
            </a:pPr>
            <a:r>
              <a:rPr sz="1425" b="0" u="none">
                <a:solidFill>
                  <a:srgbClr val="221F20"/>
                </a:solidFill>
                <a:latin typeface="Arial"/>
                <a:ea typeface="Arial"/>
                <a:cs typeface="Arial"/>
              </a:rPr>
              <a:t>Keep deployment approval separate from test automation when risk is high.</a:t>
            </a:r>
          </a:p>
        </p:txBody>
      </p:sp>
    </p:spTree>
    <p:extLst>
      <p:ext uri="{BB962C8B-B14F-4D97-AF65-F5344CB8AC3E}">
        <p14:creationId xmlns:p14="http://schemas.microsoft.com/office/powerpoint/2010/main" val="345990818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762750" cy="552450"/>
          </a:xfrm>
        </p:spPr>
        <p:txBody>
          <a:bodyPr wrap="square" lIns="0" tIns="0" rIns="38100" bIns="0" anchor="t">
            <a:normAutofit/>
          </a:bodyPr>
          <a:lstStyle/>
          <a:p>
            <a:pPr algn="l">
              <a:buNone/>
              <a:defRPr sz="2250" b="1" u="none">
                <a:solidFill>
                  <a:srgbClr val="221F20"/>
                </a:solidFill>
                <a:latin typeface="Arial"/>
                <a:ea typeface="Arial"/>
                <a:cs typeface="Arial"/>
              </a:defRPr>
            </a:pPr>
            <a:r>
              <a:rPr sz="2250" b="1" u="none">
                <a:solidFill>
                  <a:srgbClr val="221F20"/>
                </a:solidFill>
                <a:latin typeface="Arial"/>
                <a:ea typeface="Arial"/>
                <a:cs typeface="Arial"/>
              </a:rPr>
              <a:t>Troubleshoot the first useful error</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14350" y="1162050"/>
            <a:ext cx="7810500" cy="3238500"/>
          </a:xfrm>
        </p:spPr>
        <p:txBody>
          <a:bodyPr wrap="square" lIns="0" tIns="0" rIns="38100" bIns="0" anchor="t">
            <a:normAutofit/>
          </a:bodyPr>
          <a:lstStyle/>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Start with the failing job, not the whole workflow.</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Open the failed step and read upward to the first real error.</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Separate YAML errors from dependency errors and test failures.</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Check what changed in the commit.</a:t>
            </a:r>
          </a:p>
          <a:p>
            <a:pPr marL="0" indent="0" algn="l">
              <a:spcBef>
                <a:spcPts val="0"/>
              </a:spcBef>
              <a:spcAft>
                <a:spcPts val="650"/>
              </a:spcAft>
              <a:buNone/>
              <a:defRPr sz="1500" b="0" u="none">
                <a:solidFill>
                  <a:srgbClr val="221F20"/>
                </a:solidFill>
                <a:latin typeface="Arial"/>
                <a:ea typeface="Arial"/>
                <a:cs typeface="Arial"/>
              </a:defRPr>
            </a:pPr>
            <a:r>
              <a:rPr sz="1500" b="0" u="none">
                <a:solidFill>
                  <a:srgbClr val="221F20"/>
                </a:solidFill>
                <a:latin typeface="Arial"/>
                <a:ea typeface="Arial"/>
                <a:cs typeface="Arial"/>
              </a:rPr>
              <a:t>Make one hypothesis, fix one thing, and run again.</a:t>
            </a:r>
          </a:p>
        </p:txBody>
      </p:sp>
    </p:spTree>
    <p:extLst>
      <p:ext uri="{BB962C8B-B14F-4D97-AF65-F5344CB8AC3E}">
        <p14:creationId xmlns:p14="http://schemas.microsoft.com/office/powerpoint/2010/main" val="3459908186"/>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fontScale="92593"/>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Transition: code checks and infrastructure plans are both evidence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GitHub Actions answers: did the application change pass the required checks?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 plan answers: what infrastructure-like state would change if we apply this?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The second class reuses the same habit from the first class: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small change -&gt; automated check -&gt; readable difference -&gt; review -&gt; controlled apply</a:t>
            </a:r>
          </a:p>
        </p:txBody>
      </p:sp>
      <p:sp>
        <p:nvSpPr>
          <p:cNvPr id="4" name="modern-gold-rule">
            <a:extLst>
              <a:ext uri="{FF2B5EF4-FFF2-40B4-BE49-F238E27FC236}">
                <a16:creationId xmlns:a16="http://schemas.microsoft.com/office/drawing/2014/main" id="{A41F9E2E-0AB4-4384-897C-E745E68F6A4A}"/>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840F7FC5-8044-4D8A-BD68-AC3F101FAABC}"/>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BRIDGE BETWEEN CLASSES</a:t>
            </a:r>
          </a:p>
        </p:txBody>
      </p:sp>
      <p:sp>
        <p:nvSpPr>
          <p:cNvPr id="6" name="diagram-node">
            <a:extLst>
              <a:ext uri="{FF2B5EF4-FFF2-40B4-BE49-F238E27FC236}">
                <a16:creationId xmlns:a16="http://schemas.microsoft.com/office/drawing/2014/main" id="{56377B15-823B-469F-844F-63481D4C89DC}"/>
              </a:ext>
            </a:extLst>
          </p:cNvPr>
          <p:cNvSpPr>
            <a:spLocks noGrp="1"/>
          </p:cNvSpPr>
          <p:nvPr/>
        </p:nvSpPr>
        <p:spPr>
          <a:xfrm>
            <a:off x="590550" y="23812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Change</a:t>
            </a:r>
          </a:p>
        </p:txBody>
      </p:sp>
      <p:sp>
        <p:nvSpPr>
          <p:cNvPr id="7" name="diagram-arrow">
            <a:extLst>
              <a:ext uri="{FF2B5EF4-FFF2-40B4-BE49-F238E27FC236}">
                <a16:creationId xmlns:a16="http://schemas.microsoft.com/office/drawing/2014/main" id="{17558265-0665-4F16-894A-26197485AE6E}"/>
              </a:ext>
            </a:extLst>
          </p:cNvPr>
          <p:cNvSpPr>
            <a:spLocks noGrp="1"/>
          </p:cNvSpPr>
          <p:nvPr/>
        </p:nvSpPr>
        <p:spPr>
          <a:xfrm>
            <a:off x="1914525" y="2543175"/>
            <a:ext cx="190500" cy="190500"/>
          </a:xfrm>
          <a:prstGeom prst="rightArrow">
            <a:avLst/>
          </a:prstGeom>
          <a:solidFill>
            <a:srgbClr val="565557"/>
          </a:solidFill>
          <a:ln w="0">
            <a:solidFill>
              <a:srgbClr val="565557"/>
            </a:solidFill>
            <a:prstDash val="solid"/>
          </a:ln>
        </p:spPr>
      </p:sp>
      <p:sp>
        <p:nvSpPr>
          <p:cNvPr id="8" name="diagram-node">
            <a:extLst>
              <a:ext uri="{FF2B5EF4-FFF2-40B4-BE49-F238E27FC236}">
                <a16:creationId xmlns:a16="http://schemas.microsoft.com/office/drawing/2014/main" id="{4FB9A26B-A3A4-47DC-9BB0-066695CAED96}"/>
              </a:ext>
            </a:extLst>
          </p:cNvPr>
          <p:cNvSpPr>
            <a:spLocks noGrp="1"/>
          </p:cNvSpPr>
          <p:nvPr/>
        </p:nvSpPr>
        <p:spPr>
          <a:xfrm>
            <a:off x="2143125" y="2381250"/>
            <a:ext cx="1285875" cy="514350"/>
          </a:xfrm>
          <a:prstGeom prst="roundRect">
            <a:avLst>
              <a:gd name="adj" fmla="val 14815"/>
            </a:avLst>
          </a:prstGeom>
          <a:solidFill>
            <a:srgbClr val="FFCC01"/>
          </a:solidFill>
          <a:ln w="9525">
            <a:solidFill>
              <a:srgbClr val="FFCC01"/>
            </a:solidFill>
            <a:prstDash val="solid"/>
          </a:ln>
        </p:spPr>
        <p:txBody>
          <a:bodyPr wrap="square" lIns="76200" tIns="95250" rIns="76200" bIns="76200" anchor="t">
            <a:normAutofit/>
          </a:bodyPr>
          <a:lstStyle/>
          <a:p>
            <a:pPr algn="ctr">
              <a:defRPr sz="1050" b="1" u="none">
                <a:solidFill>
                  <a:srgbClr val="221F20"/>
                </a:solidFill>
                <a:latin typeface="Arial"/>
                <a:ea typeface="Arial"/>
                <a:cs typeface="Arial"/>
              </a:defRPr>
            </a:pPr>
            <a:r>
              <a:rPr sz="1050" b="1" u="none">
                <a:solidFill>
                  <a:srgbClr val="221F20"/>
                </a:solidFill>
                <a:latin typeface="Arial"/>
                <a:ea typeface="Arial"/>
                <a:cs typeface="Arial"/>
              </a:rPr>
              <a:t>Check</a:t>
            </a:r>
          </a:p>
        </p:txBody>
      </p:sp>
      <p:sp>
        <p:nvSpPr>
          <p:cNvPr id="9" name="diagram-arrow">
            <a:extLst>
              <a:ext uri="{FF2B5EF4-FFF2-40B4-BE49-F238E27FC236}">
                <a16:creationId xmlns:a16="http://schemas.microsoft.com/office/drawing/2014/main" id="{107B7623-104B-480C-8233-D192B8A8EFD2}"/>
              </a:ext>
            </a:extLst>
          </p:cNvPr>
          <p:cNvSpPr>
            <a:spLocks noGrp="1"/>
          </p:cNvSpPr>
          <p:nvPr/>
        </p:nvSpPr>
        <p:spPr>
          <a:xfrm>
            <a:off x="3467100" y="2543175"/>
            <a:ext cx="190500" cy="190500"/>
          </a:xfrm>
          <a:prstGeom prst="rightArrow">
            <a:avLst/>
          </a:prstGeom>
          <a:solidFill>
            <a:srgbClr val="565557"/>
          </a:solidFill>
          <a:ln w="0">
            <a:solidFill>
              <a:srgbClr val="565557"/>
            </a:solidFill>
            <a:prstDash val="solid"/>
          </a:ln>
        </p:spPr>
      </p:sp>
      <p:sp>
        <p:nvSpPr>
          <p:cNvPr id="10" name="diagram-node">
            <a:extLst>
              <a:ext uri="{FF2B5EF4-FFF2-40B4-BE49-F238E27FC236}">
                <a16:creationId xmlns:a16="http://schemas.microsoft.com/office/drawing/2014/main" id="{45012DE2-B6C4-4519-82F5-116FD360D1E2}"/>
              </a:ext>
            </a:extLst>
          </p:cNvPr>
          <p:cNvSpPr>
            <a:spLocks noGrp="1"/>
          </p:cNvSpPr>
          <p:nvPr/>
        </p:nvSpPr>
        <p:spPr>
          <a:xfrm>
            <a:off x="3695700" y="23812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Plan</a:t>
            </a:r>
          </a:p>
        </p:txBody>
      </p:sp>
      <p:sp>
        <p:nvSpPr>
          <p:cNvPr id="11" name="diagram-arrow">
            <a:extLst>
              <a:ext uri="{FF2B5EF4-FFF2-40B4-BE49-F238E27FC236}">
                <a16:creationId xmlns:a16="http://schemas.microsoft.com/office/drawing/2014/main" id="{E952116C-3655-4200-8AA3-B50C24CDBFE1}"/>
              </a:ext>
            </a:extLst>
          </p:cNvPr>
          <p:cNvSpPr>
            <a:spLocks noGrp="1"/>
          </p:cNvSpPr>
          <p:nvPr/>
        </p:nvSpPr>
        <p:spPr>
          <a:xfrm>
            <a:off x="5019675" y="2543175"/>
            <a:ext cx="190500" cy="190500"/>
          </a:xfrm>
          <a:prstGeom prst="rightArrow">
            <a:avLst/>
          </a:prstGeom>
          <a:solidFill>
            <a:srgbClr val="565557"/>
          </a:solidFill>
          <a:ln w="0">
            <a:solidFill>
              <a:srgbClr val="565557"/>
            </a:solidFill>
            <a:prstDash val="solid"/>
          </a:ln>
        </p:spPr>
      </p:sp>
      <p:sp>
        <p:nvSpPr>
          <p:cNvPr id="12" name="diagram-node">
            <a:extLst>
              <a:ext uri="{FF2B5EF4-FFF2-40B4-BE49-F238E27FC236}">
                <a16:creationId xmlns:a16="http://schemas.microsoft.com/office/drawing/2014/main" id="{C31EADF5-A4F4-410F-AF48-BDF2B6151321}"/>
              </a:ext>
            </a:extLst>
          </p:cNvPr>
          <p:cNvSpPr>
            <a:spLocks noGrp="1"/>
          </p:cNvSpPr>
          <p:nvPr/>
        </p:nvSpPr>
        <p:spPr>
          <a:xfrm>
            <a:off x="5248275" y="2381250"/>
            <a:ext cx="1285875" cy="514350"/>
          </a:xfrm>
          <a:prstGeom prst="roundRect">
            <a:avLst>
              <a:gd name="adj" fmla="val 14815"/>
            </a:avLst>
          </a:prstGeom>
          <a:solidFill>
            <a:srgbClr val="FFCC01"/>
          </a:solidFill>
          <a:ln w="9525">
            <a:solidFill>
              <a:srgbClr val="FFCC01"/>
            </a:solidFill>
            <a:prstDash val="solid"/>
          </a:ln>
        </p:spPr>
        <p:txBody>
          <a:bodyPr wrap="square" lIns="76200" tIns="95250" rIns="76200" bIns="76200" anchor="t">
            <a:normAutofit/>
          </a:bodyPr>
          <a:lstStyle/>
          <a:p>
            <a:pPr algn="ctr">
              <a:defRPr sz="1050" b="1" u="none">
                <a:solidFill>
                  <a:srgbClr val="221F20"/>
                </a:solidFill>
                <a:latin typeface="Arial"/>
                <a:ea typeface="Arial"/>
                <a:cs typeface="Arial"/>
              </a:defRPr>
            </a:pPr>
            <a:r>
              <a:rPr sz="1050" b="1" u="none">
                <a:solidFill>
                  <a:srgbClr val="221F20"/>
                </a:solidFill>
                <a:latin typeface="Arial"/>
                <a:ea typeface="Arial"/>
                <a:cs typeface="Arial"/>
              </a:rPr>
              <a:t>Review</a:t>
            </a:r>
          </a:p>
        </p:txBody>
      </p:sp>
      <p:sp>
        <p:nvSpPr>
          <p:cNvPr id="13" name="diagram-arrow">
            <a:extLst>
              <a:ext uri="{FF2B5EF4-FFF2-40B4-BE49-F238E27FC236}">
                <a16:creationId xmlns:a16="http://schemas.microsoft.com/office/drawing/2014/main" id="{0CB68582-025D-47A5-B042-C2708CE746AA}"/>
              </a:ext>
            </a:extLst>
          </p:cNvPr>
          <p:cNvSpPr>
            <a:spLocks noGrp="1"/>
          </p:cNvSpPr>
          <p:nvPr/>
        </p:nvSpPr>
        <p:spPr>
          <a:xfrm>
            <a:off x="6572250" y="2543175"/>
            <a:ext cx="190500" cy="190500"/>
          </a:xfrm>
          <a:prstGeom prst="rightArrow">
            <a:avLst/>
          </a:prstGeom>
          <a:solidFill>
            <a:srgbClr val="565557"/>
          </a:solidFill>
          <a:ln w="0">
            <a:solidFill>
              <a:srgbClr val="565557"/>
            </a:solidFill>
            <a:prstDash val="solid"/>
          </a:ln>
        </p:spPr>
      </p:sp>
      <p:sp>
        <p:nvSpPr>
          <p:cNvPr id="14" name="diagram-node">
            <a:extLst>
              <a:ext uri="{FF2B5EF4-FFF2-40B4-BE49-F238E27FC236}">
                <a16:creationId xmlns:a16="http://schemas.microsoft.com/office/drawing/2014/main" id="{CE4C5F51-2F07-4329-A499-22739EB9DD20}"/>
              </a:ext>
            </a:extLst>
          </p:cNvPr>
          <p:cNvSpPr>
            <a:spLocks noGrp="1"/>
          </p:cNvSpPr>
          <p:nvPr/>
        </p:nvSpPr>
        <p:spPr>
          <a:xfrm>
            <a:off x="6800850" y="23812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Apply</a:t>
            </a:r>
          </a:p>
        </p:txBody>
      </p:sp>
    </p:spTree>
    <p:extLst>
      <p:ext uri="{BB962C8B-B14F-4D97-AF65-F5344CB8AC3E}">
        <p14:creationId xmlns:p14="http://schemas.microsoft.com/office/powerpoint/2010/main" val="345990818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References and lab resources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GitHub Actions documentation: docs.github.com/actions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Workflow syntax: docs.github.com/actions/using-workflows/workflow-syntax-for-github-actions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GitHub Skills lab: github.com/skills/test-with-actions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 CLI commands: developer.hashicorp.com/terraform/cli/commands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terraform_data resource: developer.hashicorp.com/terraform/language/resources/terraform-data</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 values and modules: developer.hashicorp.com/terraform/language/values</a:t>
            </a:r>
          </a:p>
        </p:txBody>
      </p:sp>
      <p:sp>
        <p:nvSpPr>
          <p:cNvPr id="4" name="modern-gold-rule">
            <a:extLst>
              <a:ext uri="{FF2B5EF4-FFF2-40B4-BE49-F238E27FC236}">
                <a16:creationId xmlns:a16="http://schemas.microsoft.com/office/drawing/2014/main" id="{34A19E58-5CB6-498E-B283-D624D280BDEC}"/>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0B0D2113-13E7-49E6-A1F1-DDC22359F2E4}"/>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RESOURCES</a:t>
            </a:r>
          </a:p>
        </p:txBody>
      </p:sp>
    </p:spTree>
    <p:extLst>
      <p:ext uri="{BB962C8B-B14F-4D97-AF65-F5344CB8AC3E}">
        <p14:creationId xmlns:p14="http://schemas.microsoft.com/office/powerpoint/2010/main" val="345990818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The habit is the same across both classes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Write the intended change in code.</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Run automated checks.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Preview the difference.</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Review before merge or apply.</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Keep the path repeatable enough that the next change is safer.</a:t>
            </a:r>
          </a:p>
        </p:txBody>
      </p:sp>
      <p:sp>
        <p:nvSpPr>
          <p:cNvPr id="4" name="modern-gold-rule">
            <a:extLst>
              <a:ext uri="{FF2B5EF4-FFF2-40B4-BE49-F238E27FC236}">
                <a16:creationId xmlns:a16="http://schemas.microsoft.com/office/drawing/2014/main" id="{51110244-C29C-41BA-93C1-D38AB8FBC6AA}"/>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3E5535FF-6075-473F-8627-6ACD5400E9C4}"/>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CLOSE</a:t>
            </a:r>
          </a:p>
        </p:txBody>
      </p:sp>
    </p:spTree>
    <p:extLst>
      <p:ext uri="{BB962C8B-B14F-4D97-AF65-F5344CB8AC3E}">
        <p14:creationId xmlns:p14="http://schemas.microsoft.com/office/powerpoint/2010/main" val="345990818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Capstone: one pull request, two safety nets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2333625"/>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dirty="0">
                <a:solidFill>
                  <a:srgbClr val="221F20"/>
                </a:solidFill>
                <a:latin typeface="Arial"/>
                <a:ea typeface="Arial"/>
                <a:cs typeface="Arial"/>
              </a:rPr>
              <a:t>Students make one pull request that includes:</a:t>
            </a:r>
          </a:p>
          <a:p>
            <a:pPr marL="0" indent="0" algn="l">
              <a:spcBef>
                <a:spcPts val="0"/>
              </a:spcBef>
              <a:spcAft>
                <a:spcPts val="650"/>
              </a:spcAft>
              <a:buNone/>
              <a:defRPr sz="1350" b="0" u="none">
                <a:solidFill>
                  <a:srgbClr val="221F20"/>
                </a:solidFill>
                <a:latin typeface="Arial"/>
                <a:ea typeface="Arial"/>
                <a:cs typeface="Arial"/>
              </a:defRPr>
            </a:pPr>
            <a:r>
              <a:rPr sz="1350" b="0" u="none" dirty="0">
                <a:solidFill>
                  <a:srgbClr val="221F20"/>
                </a:solidFill>
                <a:latin typeface="Arial"/>
                <a:ea typeface="Arial"/>
                <a:cs typeface="Arial"/>
              </a:rPr>
              <a:t>An application change that must pass CI.</a:t>
            </a:r>
          </a:p>
          <a:p>
            <a:pPr marL="0" indent="0" algn="l">
              <a:spcBef>
                <a:spcPts val="0"/>
              </a:spcBef>
              <a:spcAft>
                <a:spcPts val="650"/>
              </a:spcAft>
              <a:buNone/>
              <a:defRPr sz="1350" b="0" u="none">
                <a:solidFill>
                  <a:srgbClr val="221F20"/>
                </a:solidFill>
                <a:latin typeface="Arial"/>
                <a:ea typeface="Arial"/>
                <a:cs typeface="Arial"/>
              </a:defRPr>
            </a:pPr>
            <a:r>
              <a:rPr sz="1350" b="0" u="none" dirty="0">
                <a:solidFill>
                  <a:srgbClr val="221F20"/>
                </a:solidFill>
                <a:latin typeface="Arial"/>
                <a:ea typeface="Arial"/>
                <a:cs typeface="Arial"/>
              </a:rPr>
              <a:t>A Terraform change that must pass format, validate, and test or plan review.</a:t>
            </a:r>
          </a:p>
          <a:p>
            <a:pPr marL="0" indent="0" algn="l">
              <a:spcBef>
                <a:spcPts val="0"/>
              </a:spcBef>
              <a:spcAft>
                <a:spcPts val="650"/>
              </a:spcAft>
              <a:buNone/>
              <a:defRPr sz="1350" b="0" u="none">
                <a:solidFill>
                  <a:srgbClr val="221F20"/>
                </a:solidFill>
                <a:latin typeface="Arial"/>
                <a:ea typeface="Arial"/>
                <a:cs typeface="Arial"/>
              </a:defRPr>
            </a:pPr>
            <a:endParaRPr sz="1350" b="0" u="none" dirty="0">
              <a:solidFill>
                <a:srgbClr val="221F20"/>
              </a:solidFill>
              <a:latin typeface="Arial"/>
              <a:ea typeface="Arial"/>
              <a:cs typeface="Arial"/>
            </a:endParaRPr>
          </a:p>
          <a:p>
            <a:pPr marL="0" indent="0" algn="l">
              <a:spcBef>
                <a:spcPts val="0"/>
              </a:spcBef>
              <a:spcAft>
                <a:spcPts val="650"/>
              </a:spcAft>
              <a:buNone/>
              <a:defRPr sz="1350" b="0" u="none">
                <a:solidFill>
                  <a:srgbClr val="221F20"/>
                </a:solidFill>
                <a:latin typeface="Arial"/>
                <a:ea typeface="Arial"/>
                <a:cs typeface="Arial"/>
              </a:defRPr>
            </a:pPr>
            <a:r>
              <a:rPr sz="1350" b="0" u="none" dirty="0">
                <a:solidFill>
                  <a:srgbClr val="221F20"/>
                </a:solidFill>
                <a:latin typeface="Arial"/>
                <a:ea typeface="Arial"/>
                <a:cs typeface="Arial"/>
              </a:rPr>
              <a:t>The merge decision uses both signals.</a:t>
            </a:r>
          </a:p>
        </p:txBody>
      </p:sp>
      <p:sp>
        <p:nvSpPr>
          <p:cNvPr id="4" name="modern-gold-rule">
            <a:extLst>
              <a:ext uri="{FF2B5EF4-FFF2-40B4-BE49-F238E27FC236}">
                <a16:creationId xmlns:a16="http://schemas.microsoft.com/office/drawing/2014/main" id="{7A2A091E-45DA-428B-8BC2-D0886AA7E5D1}"/>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437780D5-177E-4202-875E-603C680B9AFA}"/>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INTEGRATED EXERCISE</a:t>
            </a:r>
          </a:p>
        </p:txBody>
      </p:sp>
      <p:sp>
        <p:nvSpPr>
          <p:cNvPr id="6" name="diagram-node">
            <a:extLst>
              <a:ext uri="{FF2B5EF4-FFF2-40B4-BE49-F238E27FC236}">
                <a16:creationId xmlns:a16="http://schemas.microsoft.com/office/drawing/2014/main" id="{8F472EE6-4EF6-4E5C-A62D-88289B41198F}"/>
              </a:ext>
            </a:extLst>
          </p:cNvPr>
          <p:cNvSpPr>
            <a:spLocks noGrp="1"/>
          </p:cNvSpPr>
          <p:nvPr/>
        </p:nvSpPr>
        <p:spPr>
          <a:xfrm>
            <a:off x="670063" y="37147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PR</a:t>
            </a:r>
          </a:p>
        </p:txBody>
      </p:sp>
      <p:sp>
        <p:nvSpPr>
          <p:cNvPr id="7" name="diagram-arrow">
            <a:extLst>
              <a:ext uri="{FF2B5EF4-FFF2-40B4-BE49-F238E27FC236}">
                <a16:creationId xmlns:a16="http://schemas.microsoft.com/office/drawing/2014/main" id="{2BBB1A00-2B0B-4ECE-9A66-C268D59D352A}"/>
              </a:ext>
            </a:extLst>
          </p:cNvPr>
          <p:cNvSpPr>
            <a:spLocks noGrp="1"/>
          </p:cNvSpPr>
          <p:nvPr/>
        </p:nvSpPr>
        <p:spPr>
          <a:xfrm>
            <a:off x="1994038" y="3876675"/>
            <a:ext cx="190500" cy="190500"/>
          </a:xfrm>
          <a:prstGeom prst="rightArrow">
            <a:avLst/>
          </a:prstGeom>
          <a:solidFill>
            <a:srgbClr val="565557"/>
          </a:solidFill>
          <a:ln w="0">
            <a:solidFill>
              <a:srgbClr val="565557"/>
            </a:solidFill>
            <a:prstDash val="solid"/>
          </a:ln>
        </p:spPr>
      </p:sp>
      <p:sp>
        <p:nvSpPr>
          <p:cNvPr id="8" name="diagram-node">
            <a:extLst>
              <a:ext uri="{FF2B5EF4-FFF2-40B4-BE49-F238E27FC236}">
                <a16:creationId xmlns:a16="http://schemas.microsoft.com/office/drawing/2014/main" id="{0DA19C85-B8BD-45F8-B0F0-FE544907BDAE}"/>
              </a:ext>
            </a:extLst>
          </p:cNvPr>
          <p:cNvSpPr>
            <a:spLocks noGrp="1"/>
          </p:cNvSpPr>
          <p:nvPr/>
        </p:nvSpPr>
        <p:spPr>
          <a:xfrm>
            <a:off x="2222638" y="3714750"/>
            <a:ext cx="1285875" cy="514350"/>
          </a:xfrm>
          <a:prstGeom prst="roundRect">
            <a:avLst>
              <a:gd name="adj" fmla="val 14815"/>
            </a:avLst>
          </a:prstGeom>
          <a:solidFill>
            <a:srgbClr val="FFCC01"/>
          </a:solidFill>
          <a:ln w="9525">
            <a:solidFill>
              <a:srgbClr val="FFCC01"/>
            </a:solidFill>
            <a:prstDash val="solid"/>
          </a:ln>
        </p:spPr>
        <p:txBody>
          <a:bodyPr wrap="square" lIns="76200" tIns="95250" rIns="76200" bIns="76200" anchor="t">
            <a:normAutofit/>
          </a:bodyPr>
          <a:lstStyle/>
          <a:p>
            <a:pPr algn="ctr">
              <a:defRPr sz="1050" b="1" u="none">
                <a:solidFill>
                  <a:srgbClr val="221F20"/>
                </a:solidFill>
                <a:latin typeface="Arial"/>
                <a:ea typeface="Arial"/>
                <a:cs typeface="Arial"/>
              </a:defRPr>
            </a:pPr>
            <a:r>
              <a:rPr sz="1050" b="1" u="none">
                <a:solidFill>
                  <a:srgbClr val="221F20"/>
                </a:solidFill>
                <a:latin typeface="Arial"/>
                <a:ea typeface="Arial"/>
                <a:cs typeface="Arial"/>
              </a:rPr>
              <a:t>App CI</a:t>
            </a:r>
          </a:p>
        </p:txBody>
      </p:sp>
      <p:sp>
        <p:nvSpPr>
          <p:cNvPr id="9" name="diagram-arrow">
            <a:extLst>
              <a:ext uri="{FF2B5EF4-FFF2-40B4-BE49-F238E27FC236}">
                <a16:creationId xmlns:a16="http://schemas.microsoft.com/office/drawing/2014/main" id="{9D4F7738-9DC3-4A7F-B1F8-D2FC25009BAB}"/>
              </a:ext>
            </a:extLst>
          </p:cNvPr>
          <p:cNvSpPr>
            <a:spLocks noGrp="1"/>
          </p:cNvSpPr>
          <p:nvPr/>
        </p:nvSpPr>
        <p:spPr>
          <a:xfrm>
            <a:off x="3546613" y="3876675"/>
            <a:ext cx="190500" cy="190500"/>
          </a:xfrm>
          <a:prstGeom prst="rightArrow">
            <a:avLst/>
          </a:prstGeom>
          <a:solidFill>
            <a:srgbClr val="565557"/>
          </a:solidFill>
          <a:ln w="0">
            <a:solidFill>
              <a:srgbClr val="565557"/>
            </a:solidFill>
            <a:prstDash val="solid"/>
          </a:ln>
        </p:spPr>
      </p:sp>
      <p:sp>
        <p:nvSpPr>
          <p:cNvPr id="10" name="diagram-node">
            <a:extLst>
              <a:ext uri="{FF2B5EF4-FFF2-40B4-BE49-F238E27FC236}">
                <a16:creationId xmlns:a16="http://schemas.microsoft.com/office/drawing/2014/main" id="{633E360C-21A8-4F35-BD11-13A9BC5D827D}"/>
              </a:ext>
            </a:extLst>
          </p:cNvPr>
          <p:cNvSpPr>
            <a:spLocks noGrp="1"/>
          </p:cNvSpPr>
          <p:nvPr/>
        </p:nvSpPr>
        <p:spPr>
          <a:xfrm>
            <a:off x="3775213" y="37147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TF checks</a:t>
            </a:r>
          </a:p>
        </p:txBody>
      </p:sp>
      <p:sp>
        <p:nvSpPr>
          <p:cNvPr id="11" name="diagram-arrow">
            <a:extLst>
              <a:ext uri="{FF2B5EF4-FFF2-40B4-BE49-F238E27FC236}">
                <a16:creationId xmlns:a16="http://schemas.microsoft.com/office/drawing/2014/main" id="{4373F37B-8285-4135-985E-A19D2198A4B0}"/>
              </a:ext>
            </a:extLst>
          </p:cNvPr>
          <p:cNvSpPr>
            <a:spLocks noGrp="1"/>
          </p:cNvSpPr>
          <p:nvPr/>
        </p:nvSpPr>
        <p:spPr>
          <a:xfrm>
            <a:off x="5099188" y="3876675"/>
            <a:ext cx="190500" cy="190500"/>
          </a:xfrm>
          <a:prstGeom prst="rightArrow">
            <a:avLst/>
          </a:prstGeom>
          <a:solidFill>
            <a:srgbClr val="565557"/>
          </a:solidFill>
          <a:ln w="0">
            <a:solidFill>
              <a:srgbClr val="565557"/>
            </a:solidFill>
            <a:prstDash val="solid"/>
          </a:ln>
        </p:spPr>
      </p:sp>
      <p:sp>
        <p:nvSpPr>
          <p:cNvPr id="12" name="diagram-node">
            <a:extLst>
              <a:ext uri="{FF2B5EF4-FFF2-40B4-BE49-F238E27FC236}">
                <a16:creationId xmlns:a16="http://schemas.microsoft.com/office/drawing/2014/main" id="{70098876-B343-4865-9273-2844D2C110EB}"/>
              </a:ext>
            </a:extLst>
          </p:cNvPr>
          <p:cNvSpPr>
            <a:spLocks noGrp="1"/>
          </p:cNvSpPr>
          <p:nvPr/>
        </p:nvSpPr>
        <p:spPr>
          <a:xfrm>
            <a:off x="5327788" y="3714750"/>
            <a:ext cx="1285875" cy="514350"/>
          </a:xfrm>
          <a:prstGeom prst="roundRect">
            <a:avLst>
              <a:gd name="adj" fmla="val 14815"/>
            </a:avLst>
          </a:prstGeom>
          <a:solidFill>
            <a:srgbClr val="FFCC01"/>
          </a:solidFill>
          <a:ln w="9525">
            <a:solidFill>
              <a:srgbClr val="FFCC01"/>
            </a:solidFill>
            <a:prstDash val="solid"/>
          </a:ln>
        </p:spPr>
        <p:txBody>
          <a:bodyPr wrap="square" lIns="76200" tIns="95250" rIns="76200" bIns="76200" anchor="t">
            <a:normAutofit/>
          </a:bodyPr>
          <a:lstStyle/>
          <a:p>
            <a:pPr algn="ctr">
              <a:defRPr sz="1050" b="1" u="none">
                <a:solidFill>
                  <a:srgbClr val="221F20"/>
                </a:solidFill>
                <a:latin typeface="Arial"/>
                <a:ea typeface="Arial"/>
                <a:cs typeface="Arial"/>
              </a:defRPr>
            </a:pPr>
            <a:r>
              <a:rPr sz="1050" b="1" u="none">
                <a:solidFill>
                  <a:srgbClr val="221F20"/>
                </a:solidFill>
                <a:latin typeface="Arial"/>
                <a:ea typeface="Arial"/>
                <a:cs typeface="Arial"/>
              </a:rPr>
              <a:t>Review</a:t>
            </a:r>
          </a:p>
        </p:txBody>
      </p:sp>
      <p:sp>
        <p:nvSpPr>
          <p:cNvPr id="13" name="diagram-arrow">
            <a:extLst>
              <a:ext uri="{FF2B5EF4-FFF2-40B4-BE49-F238E27FC236}">
                <a16:creationId xmlns:a16="http://schemas.microsoft.com/office/drawing/2014/main" id="{3A2B9819-02C1-4BAE-861F-584F618DD964}"/>
              </a:ext>
            </a:extLst>
          </p:cNvPr>
          <p:cNvSpPr>
            <a:spLocks noGrp="1"/>
          </p:cNvSpPr>
          <p:nvPr/>
        </p:nvSpPr>
        <p:spPr>
          <a:xfrm>
            <a:off x="6651763" y="3876675"/>
            <a:ext cx="190500" cy="190500"/>
          </a:xfrm>
          <a:prstGeom prst="rightArrow">
            <a:avLst/>
          </a:prstGeom>
          <a:solidFill>
            <a:srgbClr val="565557"/>
          </a:solidFill>
          <a:ln w="0">
            <a:solidFill>
              <a:srgbClr val="565557"/>
            </a:solidFill>
            <a:prstDash val="solid"/>
          </a:ln>
        </p:spPr>
      </p:sp>
      <p:sp>
        <p:nvSpPr>
          <p:cNvPr id="14" name="diagram-node">
            <a:extLst>
              <a:ext uri="{FF2B5EF4-FFF2-40B4-BE49-F238E27FC236}">
                <a16:creationId xmlns:a16="http://schemas.microsoft.com/office/drawing/2014/main" id="{7E13B329-E8DF-42CD-8753-62D7C049A263}"/>
              </a:ext>
            </a:extLst>
          </p:cNvPr>
          <p:cNvSpPr>
            <a:spLocks noGrp="1"/>
          </p:cNvSpPr>
          <p:nvPr/>
        </p:nvSpPr>
        <p:spPr>
          <a:xfrm>
            <a:off x="6880363" y="3714750"/>
            <a:ext cx="1285875" cy="514350"/>
          </a:xfrm>
          <a:prstGeom prst="roundRect">
            <a:avLst>
              <a:gd name="adj" fmla="val 14815"/>
            </a:avLst>
          </a:prstGeom>
          <a:solidFill>
            <a:srgbClr val="221F20"/>
          </a:solidFill>
          <a:ln w="9525">
            <a:solidFill>
              <a:srgbClr val="221F20"/>
            </a:solidFill>
            <a:prstDash val="solid"/>
          </a:ln>
        </p:spPr>
        <p:txBody>
          <a:bodyPr wrap="square" lIns="76200" tIns="95250" rIns="76200" bIns="76200" anchor="t">
            <a:normAutofit/>
          </a:bodyPr>
          <a:lstStyle/>
          <a:p>
            <a:pPr algn="ctr">
              <a:defRPr sz="1050" b="1" u="none">
                <a:solidFill>
                  <a:srgbClr val="FFFFFF"/>
                </a:solidFill>
                <a:latin typeface="Arial"/>
                <a:ea typeface="Arial"/>
                <a:cs typeface="Arial"/>
              </a:defRPr>
            </a:pPr>
            <a:r>
              <a:rPr sz="1050" b="1" u="none">
                <a:solidFill>
                  <a:srgbClr val="FFFFFF"/>
                </a:solidFill>
                <a:latin typeface="Arial"/>
                <a:ea typeface="Arial"/>
                <a:cs typeface="Arial"/>
              </a:rPr>
              <a:t>Merge</a:t>
            </a:r>
          </a:p>
        </p:txBody>
      </p:sp>
    </p:spTree>
    <p:extLst>
      <p:ext uri="{BB962C8B-B14F-4D97-AF65-F5344CB8AC3E}">
        <p14:creationId xmlns:p14="http://schemas.microsoft.com/office/powerpoint/2010/main" val="3459908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Terraform checks fit naturally into GitHub Actions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Pull request checks: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terraform fmt -check</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terraform validate</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terraform plan or terraform test</a:t>
            </a:r>
          </a:p>
          <a:p>
            <a:pPr marL="0" indent="0" algn="l">
              <a:spcBef>
                <a:spcPts val="0"/>
              </a:spcBef>
              <a:spcAft>
                <a:spcPts val="650"/>
              </a:spcAft>
              <a:buNone/>
              <a:defRPr sz="1350" b="0" u="none">
                <a:solidFill>
                  <a:srgbClr val="221F20"/>
                </a:solidFill>
                <a:latin typeface="Arial"/>
                <a:ea typeface="Arial"/>
                <a:cs typeface="Arial"/>
              </a:defRPr>
            </a:pPr>
            <a:endParaRPr sz="1238" b="0" u="none">
              <a:solidFill>
                <a:srgbClr val="221F20"/>
              </a:solidFill>
              <a:latin typeface="Arial"/>
              <a:ea typeface="Arial"/>
              <a:cs typeface="Arial"/>
            </a:endParaRP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Merge/apply path:</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controlled branch, protected environment, approval, and state backend</a:t>
            </a:r>
          </a:p>
        </p:txBody>
      </p:sp>
      <p:sp>
        <p:nvSpPr>
          <p:cNvPr id="4" name="modern-gold-rule">
            <a:extLst>
              <a:ext uri="{FF2B5EF4-FFF2-40B4-BE49-F238E27FC236}">
                <a16:creationId xmlns:a16="http://schemas.microsoft.com/office/drawing/2014/main" id="{1F7CA161-5C03-4904-BD24-B12A7675D902}"/>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595E4000-6A59-400F-B823-3ECB8E99EF24}"/>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CI/CD BRIDGE</a:t>
            </a:r>
          </a:p>
        </p:txBody>
      </p:sp>
      <p:sp>
        <p:nvSpPr>
          <p:cNvPr id="6" name="code-snippet">
            <a:extLst>
              <a:ext uri="{FF2B5EF4-FFF2-40B4-BE49-F238E27FC236}">
                <a16:creationId xmlns:a16="http://schemas.microsoft.com/office/drawing/2014/main" id="{774444D9-38F5-486C-8B7B-E0B2F14A9F6B}"/>
              </a:ext>
            </a:extLst>
          </p:cNvPr>
          <p:cNvSpPr>
            <a:spLocks noGrp="1"/>
          </p:cNvSpPr>
          <p:nvPr/>
        </p:nvSpPr>
        <p:spPr>
          <a:xfrm>
            <a:off x="552450" y="3213155"/>
            <a:ext cx="7620000" cy="1695450"/>
          </a:xfrm>
          <a:prstGeom prst="rect">
            <a:avLst/>
          </a:prstGeom>
          <a:solidFill>
            <a:srgbClr val="F7F7F5"/>
          </a:solidFill>
          <a:ln w="9525">
            <a:solidFill>
              <a:srgbClr val="D5D5D7"/>
            </a:solidFill>
            <a:prstDash val="solid"/>
          </a:ln>
        </p:spPr>
        <p:txBody>
          <a:bodyPr wrap="square" lIns="133350" tIns="114300" rIns="133350" bIns="95250">
            <a:normAutofit/>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init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fmt -check</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validate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test</a:t>
            </a:r>
          </a:p>
        </p:txBody>
      </p:sp>
    </p:spTree>
    <p:extLst>
      <p:ext uri="{BB962C8B-B14F-4D97-AF65-F5344CB8AC3E}">
        <p14:creationId xmlns:p14="http://schemas.microsoft.com/office/powerpoint/2010/main" val="34599081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State is Terraform's memory</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State records Terraform's last known object data.</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The plan compares configuration with state.</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Outputs help humans and automation read useful results.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Destroy cleans up managed objects from state and the target system.</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Never treat state casually when real providers and secrets are involved.</a:t>
            </a:r>
          </a:p>
        </p:txBody>
      </p:sp>
      <p:sp>
        <p:nvSpPr>
          <p:cNvPr id="4" name="modern-gold-rule">
            <a:extLst>
              <a:ext uri="{FF2B5EF4-FFF2-40B4-BE49-F238E27FC236}">
                <a16:creationId xmlns:a16="http://schemas.microsoft.com/office/drawing/2014/main" id="{22C2543E-7EF5-4397-893F-C73A74D56949}"/>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D71F0DCB-2C44-438F-BF13-868AAA374838}"/>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STATE AND CLEANUP</a:t>
            </a:r>
          </a:p>
        </p:txBody>
      </p:sp>
      <p:sp>
        <p:nvSpPr>
          <p:cNvPr id="6" name="code-snippet">
            <a:extLst>
              <a:ext uri="{FF2B5EF4-FFF2-40B4-BE49-F238E27FC236}">
                <a16:creationId xmlns:a16="http://schemas.microsoft.com/office/drawing/2014/main" id="{FB105FDB-0CC0-4B8E-961E-FB1A460EE67B}"/>
              </a:ext>
            </a:extLst>
          </p:cNvPr>
          <p:cNvSpPr>
            <a:spLocks noGrp="1"/>
          </p:cNvSpPr>
          <p:nvPr/>
        </p:nvSpPr>
        <p:spPr>
          <a:xfrm>
            <a:off x="552450" y="2705100"/>
            <a:ext cx="7620000" cy="1695450"/>
          </a:xfrm>
          <a:prstGeom prst="rect">
            <a:avLst/>
          </a:prstGeom>
          <a:solidFill>
            <a:srgbClr val="F7F7F5"/>
          </a:solidFill>
          <a:ln w="9525">
            <a:solidFill>
              <a:srgbClr val="D5D5D7"/>
            </a:solidFill>
            <a:prstDash val="solid"/>
          </a:ln>
        </p:spPr>
        <p:txBody>
          <a:bodyPr wrap="square" lIns="133350" tIns="114300" rIns="133350" bIns="95250">
            <a:normAutofit/>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state list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state show terraform_data.release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output -json</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destroy</a:t>
            </a:r>
          </a:p>
        </p:txBody>
      </p:sp>
    </p:spTree>
    <p:extLst>
      <p:ext uri="{BB962C8B-B14F-4D97-AF65-F5344CB8AC3E}">
        <p14:creationId xmlns:p14="http://schemas.microsoft.com/office/powerpoint/2010/main" val="34599081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dirty="0">
                <a:solidFill>
                  <a:srgbClr val="221F20"/>
                </a:solidFill>
                <a:latin typeface="Arial"/>
                <a:ea typeface="Arial"/>
                <a:cs typeface="Arial"/>
              </a:rPr>
              <a:t>Lab </a:t>
            </a:r>
            <a:r>
              <a:rPr lang="en-US" sz="2175" b="1" u="none" dirty="0">
                <a:solidFill>
                  <a:srgbClr val="221F20"/>
                </a:solidFill>
                <a:latin typeface="Arial"/>
                <a:ea typeface="Arial"/>
                <a:cs typeface="Arial"/>
              </a:rPr>
              <a:t>1</a:t>
            </a:r>
            <a:r>
              <a:rPr sz="2175" b="1" u="none" dirty="0">
                <a:solidFill>
                  <a:srgbClr val="221F20"/>
                </a:solidFill>
                <a:latin typeface="Arial"/>
                <a:ea typeface="Arial"/>
                <a:cs typeface="Arial"/>
              </a:rPr>
              <a:t>: modules turn repeated logic into an interface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Goal: move service-release logic into a child module.</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Inputs define what the module needs.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Outputs define what the caller receives.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The root module calls the child module with a source path.</a:t>
            </a:r>
          </a:p>
        </p:txBody>
      </p:sp>
      <p:sp>
        <p:nvSpPr>
          <p:cNvPr id="4" name="modern-gold-rule">
            <a:extLst>
              <a:ext uri="{FF2B5EF4-FFF2-40B4-BE49-F238E27FC236}">
                <a16:creationId xmlns:a16="http://schemas.microsoft.com/office/drawing/2014/main" id="{FCD32004-065D-44AA-AEB7-5120B4B203E2}"/>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E115EB48-C9A5-4C84-9ABE-8D19A8B490C8}"/>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MODULES</a:t>
            </a:r>
          </a:p>
        </p:txBody>
      </p:sp>
      <p:sp>
        <p:nvSpPr>
          <p:cNvPr id="6" name="code-snippet">
            <a:extLst>
              <a:ext uri="{FF2B5EF4-FFF2-40B4-BE49-F238E27FC236}">
                <a16:creationId xmlns:a16="http://schemas.microsoft.com/office/drawing/2014/main" id="{FDE8F916-06A9-4B00-95E8-AB13690CC52E}"/>
              </a:ext>
            </a:extLst>
          </p:cNvPr>
          <p:cNvSpPr>
            <a:spLocks noGrp="1"/>
          </p:cNvSpPr>
          <p:nvPr/>
        </p:nvSpPr>
        <p:spPr>
          <a:xfrm>
            <a:off x="581025" y="2705100"/>
            <a:ext cx="7620000" cy="1695450"/>
          </a:xfrm>
          <a:prstGeom prst="rect">
            <a:avLst/>
          </a:prstGeom>
          <a:solidFill>
            <a:srgbClr val="F7F7F5"/>
          </a:solidFill>
          <a:ln w="9525">
            <a:solidFill>
              <a:srgbClr val="D5D5D7"/>
            </a:solidFill>
            <a:prstDash val="solid"/>
          </a:ln>
        </p:spPr>
        <p:txBody>
          <a:bodyPr wrap="square" lIns="133350" tIns="114300" rIns="133350" bIns="95250">
            <a:normAutofit/>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module "checkout"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source      = "./modules/service"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name        = "checkout"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environment = var.environment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a:p>
            <a:endParaRPr sz="975">
              <a:solidFill>
                <a:srgbClr val="221F20"/>
              </a:solidFill>
              <a:latin typeface="Courier New"/>
              <a:ea typeface="Courier New"/>
              <a:cs typeface="Courier New"/>
            </a:endParaRP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output "checkout_service"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value = module.checkout.service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p:txBody>
      </p:sp>
    </p:spTree>
    <p:extLst>
      <p:ext uri="{BB962C8B-B14F-4D97-AF65-F5344CB8AC3E}">
        <p14:creationId xmlns:p14="http://schemas.microsoft.com/office/powerpoint/2010/main" val="34599081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Lab 2: change, re-plan, and explain the difference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Goal: see Terraform detect a configuration change.</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Change app_version from 1.0.0 to 1.0.1.</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Run plan before apply.</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Explain what changed, what stayed the same, and where Terraform remembered the old value.</a:t>
            </a:r>
          </a:p>
        </p:txBody>
      </p:sp>
      <p:sp>
        <p:nvSpPr>
          <p:cNvPr id="4" name="modern-gold-rule">
            <a:extLst>
              <a:ext uri="{FF2B5EF4-FFF2-40B4-BE49-F238E27FC236}">
                <a16:creationId xmlns:a16="http://schemas.microsoft.com/office/drawing/2014/main" id="{90F040A3-2306-4DC0-893C-6733D2320C72}"/>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630EDAA5-0101-43AA-8E6D-EA239F21AE0B}"/>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CHANGE MANAGEMENT</a:t>
            </a:r>
          </a:p>
        </p:txBody>
      </p:sp>
      <p:sp>
        <p:nvSpPr>
          <p:cNvPr id="6" name="code-snippet">
            <a:extLst>
              <a:ext uri="{FF2B5EF4-FFF2-40B4-BE49-F238E27FC236}">
                <a16:creationId xmlns:a16="http://schemas.microsoft.com/office/drawing/2014/main" id="{F51ADC2D-47F6-4DA6-BEA9-16324E9EED14}"/>
              </a:ext>
            </a:extLst>
          </p:cNvPr>
          <p:cNvSpPr>
            <a:spLocks noGrp="1"/>
          </p:cNvSpPr>
          <p:nvPr/>
        </p:nvSpPr>
        <p:spPr>
          <a:xfrm>
            <a:off x="552450" y="2705100"/>
            <a:ext cx="7620000" cy="1695450"/>
          </a:xfrm>
          <a:prstGeom prst="rect">
            <a:avLst/>
          </a:prstGeom>
          <a:solidFill>
            <a:srgbClr val="F7F7F5"/>
          </a:solidFill>
          <a:ln w="9525">
            <a:solidFill>
              <a:srgbClr val="D5D5D7"/>
            </a:solidFill>
            <a:prstDash val="solid"/>
          </a:ln>
        </p:spPr>
        <p:txBody>
          <a:bodyPr wrap="square" lIns="133350" tIns="114300" rIns="133350" bIns="95250">
            <a:normAutofit/>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plan -var="app_version=1.0.1"</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apply -var="app_version=1.0.1"</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show</a:t>
            </a:r>
          </a:p>
        </p:txBody>
      </p:sp>
    </p:spTree>
    <p:extLst>
      <p:ext uri="{BB962C8B-B14F-4D97-AF65-F5344CB8AC3E}">
        <p14:creationId xmlns:p14="http://schemas.microsoft.com/office/powerpoint/2010/main" val="345990818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dirty="0">
                <a:solidFill>
                  <a:srgbClr val="221F20"/>
                </a:solidFill>
                <a:latin typeface="Arial"/>
                <a:ea typeface="Arial"/>
                <a:cs typeface="Arial"/>
              </a:rPr>
              <a:t>Lab </a:t>
            </a:r>
            <a:r>
              <a:rPr lang="en-US" sz="2175" b="1" u="none" dirty="0">
                <a:solidFill>
                  <a:srgbClr val="221F20"/>
                </a:solidFill>
                <a:latin typeface="Arial"/>
                <a:ea typeface="Arial"/>
                <a:cs typeface="Arial"/>
              </a:rPr>
              <a:t>3</a:t>
            </a:r>
            <a:r>
              <a:rPr sz="2175" b="1" u="none" dirty="0">
                <a:solidFill>
                  <a:srgbClr val="221F20"/>
                </a:solidFill>
                <a:latin typeface="Arial"/>
                <a:ea typeface="Arial"/>
                <a:cs typeface="Arial"/>
              </a:rPr>
              <a:t>: create a local release record</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Goal: create one managed training object and inspect the output.</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Students create main.tf with variables, locals, terraform_data, and an output.</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Then they run init, validate, plan, apply, and output.</a:t>
            </a:r>
          </a:p>
        </p:txBody>
      </p:sp>
      <p:sp>
        <p:nvSpPr>
          <p:cNvPr id="4" name="modern-gold-rule">
            <a:extLst>
              <a:ext uri="{FF2B5EF4-FFF2-40B4-BE49-F238E27FC236}">
                <a16:creationId xmlns:a16="http://schemas.microsoft.com/office/drawing/2014/main" id="{E6C6E99F-9D0B-4FF3-89DE-2A783580F099}"/>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5DD9288A-9D5C-4F7A-A9E9-5450F269ACA5}"/>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NO-CLOUD LAB</a:t>
            </a:r>
          </a:p>
        </p:txBody>
      </p:sp>
      <p:sp>
        <p:nvSpPr>
          <p:cNvPr id="6" name="code-snippet">
            <a:extLst>
              <a:ext uri="{FF2B5EF4-FFF2-40B4-BE49-F238E27FC236}">
                <a16:creationId xmlns:a16="http://schemas.microsoft.com/office/drawing/2014/main" id="{B2333ECA-1EE1-4573-9A98-E2900E2CF038}"/>
              </a:ext>
            </a:extLst>
          </p:cNvPr>
          <p:cNvSpPr>
            <a:spLocks noGrp="1"/>
          </p:cNvSpPr>
          <p:nvPr/>
        </p:nvSpPr>
        <p:spPr>
          <a:xfrm>
            <a:off x="590550" y="2266950"/>
            <a:ext cx="7620000" cy="1695450"/>
          </a:xfrm>
          <a:prstGeom prst="rect">
            <a:avLst/>
          </a:prstGeom>
          <a:solidFill>
            <a:srgbClr val="F7F7F5"/>
          </a:solidFill>
          <a:ln w="9525">
            <a:solidFill>
              <a:srgbClr val="D5D5D7"/>
            </a:solidFill>
            <a:prstDash val="solid"/>
          </a:ln>
        </p:spPr>
        <p:txBody>
          <a:bodyPr wrap="square" lIns="133350" tIns="114300" rIns="133350" bIns="95250">
            <a:normAutofit fontScale="90909" lnSpcReduction="10000"/>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resource "terraform_data" "release"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input =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name        = local.service_name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environment = var.environment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version     = var.app_version</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a:p>
            <a:endParaRPr sz="975">
              <a:solidFill>
                <a:srgbClr val="221F20"/>
              </a:solidFill>
              <a:latin typeface="Courier New"/>
              <a:ea typeface="Courier New"/>
              <a:cs typeface="Courier New"/>
            </a:endParaRP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output "release_record"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value = terraform_data.release.output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p:txBody>
      </p:sp>
    </p:spTree>
    <p:extLst>
      <p:ext uri="{BB962C8B-B14F-4D97-AF65-F5344CB8AC3E}">
        <p14:creationId xmlns:p14="http://schemas.microsoft.com/office/powerpoint/2010/main" val="34599081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HCL gives Terraform a readable contract</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Blocks group configuration.</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Arguments assign values.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Variables define inputs.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Locals name reusable expressions.</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Outputs expose useful results.</a:t>
            </a:r>
          </a:p>
        </p:txBody>
      </p:sp>
      <p:sp>
        <p:nvSpPr>
          <p:cNvPr id="4" name="modern-gold-rule">
            <a:extLst>
              <a:ext uri="{FF2B5EF4-FFF2-40B4-BE49-F238E27FC236}">
                <a16:creationId xmlns:a16="http://schemas.microsoft.com/office/drawing/2014/main" id="{ADE1AA7D-FE6D-4A89-95D5-88E8CD5E9A5B}"/>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B8B2056A-F73B-4FEA-8DB4-B69CD30D86EF}"/>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CONFIGURATION LANGUAGE</a:t>
            </a:r>
          </a:p>
        </p:txBody>
      </p:sp>
      <p:sp>
        <p:nvSpPr>
          <p:cNvPr id="6" name="code-snippet">
            <a:extLst>
              <a:ext uri="{FF2B5EF4-FFF2-40B4-BE49-F238E27FC236}">
                <a16:creationId xmlns:a16="http://schemas.microsoft.com/office/drawing/2014/main" id="{57E2E528-1065-49D3-B349-35CF9E5D0581}"/>
              </a:ext>
            </a:extLst>
          </p:cNvPr>
          <p:cNvSpPr>
            <a:spLocks noGrp="1"/>
          </p:cNvSpPr>
          <p:nvPr/>
        </p:nvSpPr>
        <p:spPr>
          <a:xfrm>
            <a:off x="581025" y="2705100"/>
            <a:ext cx="7620000" cy="1695450"/>
          </a:xfrm>
          <a:prstGeom prst="rect">
            <a:avLst/>
          </a:prstGeom>
          <a:solidFill>
            <a:srgbClr val="F7F7F5"/>
          </a:solidFill>
          <a:ln w="9525">
            <a:solidFill>
              <a:srgbClr val="D5D5D7"/>
            </a:solidFill>
            <a:prstDash val="solid"/>
          </a:ln>
        </p:spPr>
        <p:txBody>
          <a:bodyPr wrap="square" lIns="133350" tIns="114300" rIns="133350" bIns="95250">
            <a:normAutofit fontScale="90833" lnSpcReduction="10000"/>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variable "environment"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type    = string</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default = "dev"</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a:p>
            <a:endParaRPr sz="975">
              <a:solidFill>
                <a:srgbClr val="221F20"/>
              </a:solidFill>
              <a:latin typeface="Courier New"/>
              <a:ea typeface="Courier New"/>
              <a:cs typeface="Courier New"/>
            </a:endParaRP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locals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service_name = "checkout-${var.environment}"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a:p>
            <a:endParaRPr sz="975">
              <a:solidFill>
                <a:srgbClr val="221F20"/>
              </a:solidFill>
              <a:latin typeface="Courier New"/>
              <a:ea typeface="Courier New"/>
              <a:cs typeface="Courier New"/>
            </a:endParaRP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output "service_name" {</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  value = local.service_name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a:t>
            </a:r>
          </a:p>
        </p:txBody>
      </p:sp>
    </p:spTree>
    <p:extLst>
      <p:ext uri="{BB962C8B-B14F-4D97-AF65-F5344CB8AC3E}">
        <p14:creationId xmlns:p14="http://schemas.microsoft.com/office/powerpoint/2010/main" val="3459908186"/>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The CLI workflow is the class rhythm</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Initialize the working directory.</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Format and validate the configuration.</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Preview the proposed change.</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Apply only after reading the plan.</a:t>
            </a:r>
          </a:p>
          <a:p>
            <a:pPr marL="0" indent="0" algn="l">
              <a:spcBef>
                <a:spcPts val="0"/>
              </a:spcBef>
              <a:spcAft>
                <a:spcPts val="650"/>
              </a:spcAft>
              <a:buNone/>
              <a:defRPr sz="1238" b="0" u="none">
                <a:solidFill>
                  <a:srgbClr val="221F20"/>
                </a:solidFill>
                <a:latin typeface="Arial"/>
                <a:ea typeface="Arial"/>
                <a:cs typeface="Arial"/>
              </a:defRPr>
            </a:pPr>
            <a:r>
              <a:rPr sz="1238" b="0" u="none">
                <a:solidFill>
                  <a:srgbClr val="221F20"/>
                </a:solidFill>
                <a:latin typeface="Arial"/>
                <a:ea typeface="Arial"/>
                <a:cs typeface="Arial"/>
              </a:rPr>
              <a:t>Inspect outputs and state, then clean up.</a:t>
            </a:r>
          </a:p>
        </p:txBody>
      </p:sp>
      <p:sp>
        <p:nvSpPr>
          <p:cNvPr id="4" name="modern-gold-rule">
            <a:extLst>
              <a:ext uri="{FF2B5EF4-FFF2-40B4-BE49-F238E27FC236}">
                <a16:creationId xmlns:a16="http://schemas.microsoft.com/office/drawing/2014/main" id="{E0A189C8-77FB-4385-9FE7-DC6AEB830A98}"/>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E122F632-BB12-46EC-9A27-166C53C69C4F}"/>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TERRAFORM WORKFLOW</a:t>
            </a:r>
          </a:p>
        </p:txBody>
      </p:sp>
      <p:sp>
        <p:nvSpPr>
          <p:cNvPr id="6" name="code-snippet">
            <a:extLst>
              <a:ext uri="{FF2B5EF4-FFF2-40B4-BE49-F238E27FC236}">
                <a16:creationId xmlns:a16="http://schemas.microsoft.com/office/drawing/2014/main" id="{7A7B82B5-BD18-4FF8-B46C-EF605807B05C}"/>
              </a:ext>
            </a:extLst>
          </p:cNvPr>
          <p:cNvSpPr>
            <a:spLocks noGrp="1"/>
          </p:cNvSpPr>
          <p:nvPr/>
        </p:nvSpPr>
        <p:spPr>
          <a:xfrm>
            <a:off x="552450" y="2705100"/>
            <a:ext cx="7620000" cy="1695450"/>
          </a:xfrm>
          <a:prstGeom prst="rect">
            <a:avLst/>
          </a:prstGeom>
          <a:solidFill>
            <a:srgbClr val="F7F7F5"/>
          </a:solidFill>
          <a:ln w="9525">
            <a:solidFill>
              <a:srgbClr val="D5D5D7"/>
            </a:solidFill>
            <a:prstDash val="solid"/>
          </a:ln>
        </p:spPr>
        <p:txBody>
          <a:bodyPr wrap="square" lIns="133350" tIns="114300" rIns="133350" bIns="95250">
            <a:normAutofit/>
          </a:bodyPr>
          <a:lstStyle/>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init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fmt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validate</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plan</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apply</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output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state list</a:t>
            </a:r>
          </a:p>
          <a:p>
            <a:pPr>
              <a:defRPr sz="975">
                <a:solidFill>
                  <a:srgbClr val="221F20"/>
                </a:solidFill>
                <a:latin typeface="Courier New"/>
                <a:ea typeface="Courier New"/>
                <a:cs typeface="Courier New"/>
              </a:defRPr>
            </a:pPr>
            <a:r>
              <a:rPr sz="975">
                <a:solidFill>
                  <a:srgbClr val="221F20"/>
                </a:solidFill>
                <a:latin typeface="Courier New"/>
                <a:ea typeface="Courier New"/>
                <a:cs typeface="Courier New"/>
              </a:rPr>
              <a:t>terraform destroy</a:t>
            </a:r>
          </a:p>
        </p:txBody>
      </p:sp>
    </p:spTree>
    <p:extLst>
      <p:ext uri="{BB962C8B-B14F-4D97-AF65-F5344CB8AC3E}">
        <p14:creationId xmlns:p14="http://schemas.microsoft.com/office/powerpoint/2010/main" val="34599081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Terraform has five core concepts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Configuration: what you want.</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Providers: APIs Terraform talks to.</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Resources: objects Terraform manages.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State: what Terraform believes exists.</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Plan and apply: preview the difference, then execute intentionally.</a:t>
            </a:r>
          </a:p>
        </p:txBody>
      </p:sp>
      <p:sp>
        <p:nvSpPr>
          <p:cNvPr id="4" name="modern-gold-rule">
            <a:extLst>
              <a:ext uri="{FF2B5EF4-FFF2-40B4-BE49-F238E27FC236}">
                <a16:creationId xmlns:a16="http://schemas.microsoft.com/office/drawing/2014/main" id="{8BE5AC4A-337D-427C-BA98-F9D592598259}"/>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FECE6EFD-8B75-49EF-B72A-A270CFD4704E}"/>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MENTAL MODEL</a:t>
            </a:r>
          </a:p>
        </p:txBody>
      </p:sp>
    </p:spTree>
    <p:extLst>
      <p:ext uri="{BB962C8B-B14F-4D97-AF65-F5344CB8AC3E}">
        <p14:creationId xmlns:p14="http://schemas.microsoft.com/office/powerpoint/2010/main" val="3459908186"/>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fontScale="98136"/>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Infrastructure as code makes intended change visible</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Manual changes are hard to review.</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Click paths are hard to repeat.</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Drift is hard to see.</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Plans make proposed changes visible before execution.</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State gives Terraform memory across runs.</a:t>
            </a:r>
          </a:p>
        </p:txBody>
      </p:sp>
      <p:sp>
        <p:nvSpPr>
          <p:cNvPr id="4" name="modern-gold-rule">
            <a:extLst>
              <a:ext uri="{FF2B5EF4-FFF2-40B4-BE49-F238E27FC236}">
                <a16:creationId xmlns:a16="http://schemas.microsoft.com/office/drawing/2014/main" id="{B3812874-9CA6-451C-810E-9959629C1C7B}"/>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068C5413-AC72-40C8-A229-77B1654737C7}"/>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WHY TERRAFORM</a:t>
            </a:r>
          </a:p>
        </p:txBody>
      </p:sp>
    </p:spTree>
    <p:extLst>
      <p:ext uri="{BB962C8B-B14F-4D97-AF65-F5344CB8AC3E}">
        <p14:creationId xmlns:p14="http://schemas.microsoft.com/office/powerpoint/2010/main" val="345990818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Class setup and ground rules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Students need:</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 CLI 1.4 or later</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A terminal, text editor, and Git repository</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No provider credentials and no cloud account</a:t>
            </a:r>
          </a:p>
          <a:p>
            <a:pPr marL="0" indent="0" algn="l">
              <a:spcBef>
                <a:spcPts val="0"/>
              </a:spcBef>
              <a:spcAft>
                <a:spcPts val="650"/>
              </a:spcAft>
              <a:buNone/>
              <a:defRPr sz="1350" b="0" u="none">
                <a:solidFill>
                  <a:srgbClr val="221F20"/>
                </a:solidFill>
                <a:latin typeface="Arial"/>
                <a:ea typeface="Arial"/>
                <a:cs typeface="Arial"/>
              </a:defRPr>
            </a:pPr>
            <a:endParaRPr sz="1350" b="0" u="none">
              <a:solidFill>
                <a:srgbClr val="221F20"/>
              </a:solidFill>
              <a:latin typeface="Arial"/>
              <a:ea typeface="Arial"/>
              <a:cs typeface="Arial"/>
            </a:endParaRP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Class rule: read every plan before apply.</a:t>
            </a:r>
          </a:p>
        </p:txBody>
      </p:sp>
      <p:sp>
        <p:nvSpPr>
          <p:cNvPr id="4" name="modern-gold-rule">
            <a:extLst>
              <a:ext uri="{FF2B5EF4-FFF2-40B4-BE49-F238E27FC236}">
                <a16:creationId xmlns:a16="http://schemas.microsoft.com/office/drawing/2014/main" id="{D5F897DB-3684-475D-838F-7ACC5F689F9B}"/>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59C4020A-3214-44E2-9E98-D397139B1CCC}"/>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HANDS-ON SETUP</a:t>
            </a:r>
          </a:p>
        </p:txBody>
      </p:sp>
    </p:spTree>
    <p:extLst>
      <p:ext uri="{BB962C8B-B14F-4D97-AF65-F5344CB8AC3E}">
        <p14:creationId xmlns:p14="http://schemas.microsoft.com/office/powerpoint/2010/main" val="345990818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3EBA7D-B4B3-3797-8578-839899CDAF0F}"/>
              </a:ext>
            </a:extLst>
          </p:cNvPr>
          <p:cNvSpPr>
            <a:spLocks noGrp="1"/>
          </p:cNvSpPr>
          <p:nvPr>
            <p:ph type="title"/>
          </p:nvPr>
        </p:nvSpPr>
        <p:spPr>
          <a:xfrm>
            <a:off x="381000" y="361950"/>
            <a:ext cx="6953250" cy="552450"/>
          </a:xfrm>
        </p:spPr>
        <p:txBody>
          <a:bodyPr wrap="square" lIns="0" tIns="0" rIns="38100" bIns="0" anchor="t">
            <a:normAutofit/>
          </a:bodyPr>
          <a:lstStyle/>
          <a:p>
            <a:pPr algn="l">
              <a:buNone/>
              <a:defRPr sz="2175" b="1" u="none">
                <a:solidFill>
                  <a:srgbClr val="221F20"/>
                </a:solidFill>
                <a:latin typeface="Arial"/>
                <a:ea typeface="Arial"/>
                <a:cs typeface="Arial"/>
              </a:defRPr>
            </a:pPr>
            <a:r>
              <a:rPr sz="2175" b="1" u="none">
                <a:solidFill>
                  <a:srgbClr val="221F20"/>
                </a:solidFill>
                <a:latin typeface="Arial"/>
                <a:ea typeface="Arial"/>
                <a:cs typeface="Arial"/>
              </a:rPr>
              <a:t>Part 2: Terraform without cloud access</a:t>
            </a:r>
          </a:p>
        </p:txBody>
      </p:sp>
      <p:sp>
        <p:nvSpPr>
          <p:cNvPr id="3" name="Content Placeholder 2">
            <a:extLst>
              <a:ext uri="{FF2B5EF4-FFF2-40B4-BE49-F238E27FC236}">
                <a16:creationId xmlns:a16="http://schemas.microsoft.com/office/drawing/2014/main" id="{D93EE42B-DB9D-4A87-960F-9EAB79C801BC}"/>
              </a:ext>
            </a:extLst>
          </p:cNvPr>
          <p:cNvSpPr>
            <a:spLocks noGrp="1"/>
          </p:cNvSpPr>
          <p:nvPr>
            <p:ph idx="1"/>
          </p:nvPr>
        </p:nvSpPr>
        <p:spPr>
          <a:xfrm>
            <a:off x="552450" y="1181100"/>
            <a:ext cx="7677150" cy="3048000"/>
          </a:xfrm>
        </p:spPr>
        <p:txBody>
          <a:bodyPr wrap="square" lIns="0" tIns="0" rIns="38100" bIns="0" anchor="t">
            <a:normAutofit/>
          </a:bodyPr>
          <a:lstStyle/>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Terraform is the infrastructure-as-code tool we will use to practice reviewable infrastructure change.</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No AWS, Azure, GCP, or Kubernetes account is required.</a:t>
            </a:r>
          </a:p>
          <a:p>
            <a:pPr marL="0" indent="0" algn="l">
              <a:spcBef>
                <a:spcPts val="0"/>
              </a:spcBef>
              <a:spcAft>
                <a:spcPts val="650"/>
              </a:spcAft>
              <a:buNone/>
              <a:defRPr sz="1350" b="0" u="none">
                <a:solidFill>
                  <a:srgbClr val="221F20"/>
                </a:solidFill>
                <a:latin typeface="Arial"/>
                <a:ea typeface="Arial"/>
                <a:cs typeface="Arial"/>
              </a:defRPr>
            </a:pPr>
            <a:r>
              <a:rPr sz="1350" b="0" u="none">
                <a:solidFill>
                  <a:srgbClr val="221F20"/>
                </a:solidFill>
                <a:latin typeface="Arial"/>
                <a:ea typeface="Arial"/>
                <a:cs typeface="Arial"/>
              </a:rPr>
              <a:t>We will use local state and Terraform's built-in terraform_data resource to learn the workflow safely.</a:t>
            </a:r>
          </a:p>
        </p:txBody>
      </p:sp>
      <p:sp>
        <p:nvSpPr>
          <p:cNvPr id="4" name="modern-gold-rule">
            <a:extLst>
              <a:ext uri="{FF2B5EF4-FFF2-40B4-BE49-F238E27FC236}">
                <a16:creationId xmlns:a16="http://schemas.microsoft.com/office/drawing/2014/main" id="{F9DE6469-9858-40D0-B2DC-EAD4DB8B3306}"/>
              </a:ext>
            </a:extLst>
          </p:cNvPr>
          <p:cNvSpPr>
            <a:spLocks noGrp="1"/>
          </p:cNvSpPr>
          <p:nvPr/>
        </p:nvSpPr>
        <p:spPr>
          <a:xfrm>
            <a:off x="381000" y="914400"/>
            <a:ext cx="2095500" cy="47625"/>
          </a:xfrm>
          <a:prstGeom prst="rect">
            <a:avLst/>
          </a:prstGeom>
          <a:solidFill>
            <a:srgbClr val="FFCC01"/>
          </a:solidFill>
          <a:ln w="0">
            <a:solidFill>
              <a:srgbClr val="FFCC01"/>
            </a:solidFill>
            <a:prstDash val="solid"/>
          </a:ln>
        </p:spPr>
      </p:sp>
      <p:sp>
        <p:nvSpPr>
          <p:cNvPr id="5" name="section-label">
            <a:extLst>
              <a:ext uri="{FF2B5EF4-FFF2-40B4-BE49-F238E27FC236}">
                <a16:creationId xmlns:a16="http://schemas.microsoft.com/office/drawing/2014/main" id="{C1D27775-3EA8-4174-A37D-0B5B3D2CFC1A}"/>
              </a:ext>
            </a:extLst>
          </p:cNvPr>
          <p:cNvSpPr>
            <a:spLocks noGrp="1"/>
          </p:cNvSpPr>
          <p:nvPr/>
        </p:nvSpPr>
        <p:spPr>
          <a:xfrm>
            <a:off x="381000" y="990600"/>
            <a:ext cx="4286250" cy="171450"/>
          </a:xfrm>
          <a:prstGeom prst="rect">
            <a:avLst/>
          </a:prstGeom>
          <a:noFill/>
          <a:ln w="0">
            <a:noFill/>
            <a:prstDash val="solid"/>
          </a:ln>
        </p:spPr>
        <p:txBody>
          <a:bodyPr wrap="square" lIns="0" tIns="0" rIns="0" bIns="0" anchor="t">
            <a:normAutofit/>
          </a:bodyPr>
          <a:lstStyle/>
          <a:p>
            <a:pPr algn="l">
              <a:defRPr sz="638" b="1" u="none">
                <a:solidFill>
                  <a:srgbClr val="565557"/>
                </a:solidFill>
                <a:latin typeface="Arial"/>
                <a:ea typeface="Arial"/>
                <a:cs typeface="Arial"/>
              </a:defRPr>
            </a:pPr>
            <a:r>
              <a:rPr sz="638" b="1" u="none">
                <a:solidFill>
                  <a:srgbClr val="565557"/>
                </a:solidFill>
                <a:latin typeface="Arial"/>
                <a:ea typeface="Arial"/>
                <a:cs typeface="Arial"/>
              </a:rPr>
              <a:t>TERRAFORM CLASS OPENING</a:t>
            </a:r>
          </a:p>
        </p:txBody>
      </p:sp>
    </p:spTree>
    <p:extLst>
      <p:ext uri="{BB962C8B-B14F-4D97-AF65-F5344CB8AC3E}">
        <p14:creationId xmlns:p14="http://schemas.microsoft.com/office/powerpoint/2010/main" val="3459908186"/>
      </p:ext>
    </p:extLst>
  </p:cSld>
  <p:clrMapOvr>
    <a:masterClrMapping/>
  </p:clrMapOvr>
</p:sld>
</file>

<file path=ppt/theme/theme1.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S Army Color Palet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US Army 2023 AFC DEVCOM Logo">
  <a:themeElements>
    <a:clrScheme name="US Army Color Palette">
      <a:dk1>
        <a:srgbClr val="000000"/>
      </a:dk1>
      <a:lt1>
        <a:srgbClr val="FFFFFF"/>
      </a:lt1>
      <a:dk2>
        <a:srgbClr val="221F20"/>
      </a:dk2>
      <a:lt2>
        <a:srgbClr val="FFCC01"/>
      </a:lt2>
      <a:accent1>
        <a:srgbClr val="221F20"/>
      </a:accent1>
      <a:accent2>
        <a:srgbClr val="FFCC01"/>
      </a:accent2>
      <a:accent3>
        <a:srgbClr val="727365"/>
      </a:accent3>
      <a:accent4>
        <a:srgbClr val="D5D5D7"/>
      </a:accent4>
      <a:accent5>
        <a:srgbClr val="565557"/>
      </a:accent5>
      <a:accent6>
        <a:srgbClr val="BFB8A6"/>
      </a:accent6>
      <a:hlink>
        <a:srgbClr val="565557"/>
      </a:hlink>
      <a:folHlink>
        <a:srgbClr val="305B6E"/>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US Army Color Palett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a:solidFill>
            <a:schemeClr val="phClr">
              <a:shade val="95000"/>
              <a:satMod val="105000"/>
            </a:schemeClr>
          </a:solidFill>
          <a:prstDash val="solid"/>
        </a:ln>
        <a:ln w="25400">
          <a:solidFill>
            <a:schemeClr val="phClr"/>
          </a:solidFill>
          <a:prstDash val="solid"/>
        </a:ln>
        <a:ln w="38100">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2455</Words>
  <Application>Microsoft Macintosh PowerPoint</Application>
  <DocSecurity>0</DocSecurity>
  <PresentationFormat>On-screen Show (16:9)</PresentationFormat>
  <Paragraphs>308</Paragraphs>
  <Slides>28</Slides>
  <Notes>28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28</vt:i4>
      </vt:variant>
    </vt:vector>
  </HeadingPairs>
  <TitlesOfParts>
    <vt:vector size="32" baseType="lpstr">
      <vt:lpstr>Courier New</vt:lpstr>
      <vt:lpstr>Roboto</vt:lpstr>
      <vt:lpstr>Arial</vt:lpstr>
      <vt:lpstr>US Army 2023 AFC DEVCOM Logo</vt:lpstr>
      <vt:lpstr>CI/CD + Terraform</vt:lpstr>
      <vt:lpstr>Automation exposes the process</vt:lpstr>
      <vt:lpstr>Back-to-back class flow</vt:lpstr>
      <vt:lpstr>CI/CD turns each change into evidence</vt:lpstr>
      <vt:lpstr>PowerPoint Presentation</vt:lpstr>
      <vt:lpstr>DevOps is shared ownership of change</vt:lpstr>
      <vt:lpstr>Automation changes the feedback loop</vt:lpstr>
      <vt:lpstr>1. Write code on a branch 2. Commit and push 3. Open a pull request 4. GitHub Actions starts from the repository event 5. Runner checks out code and installs dependencies 6. Build, test, lint, and package 7. Required checks and review gate the merge 8. Deploy, verify, monitor, and recover when needed</vt:lpstr>
      <vt:lpstr>GitHub Actions has five core parts</vt:lpstr>
      <vt:lpstr>YAML is the pipeline's map</vt:lpstr>
      <vt:lpstr>Lab: build a pull-request test pipeline</vt:lpstr>
      <vt:lpstr>Branch protection turns CI into a merge gate</vt:lpstr>
      <vt:lpstr>Troubleshoot the first useful error</vt:lpstr>
      <vt:lpstr>Transition: code checks and infrastructure plans are both evidence</vt:lpstr>
      <vt:lpstr>References and lab resources</vt:lpstr>
      <vt:lpstr>The habit is the same across both classes</vt:lpstr>
      <vt:lpstr>Capstone: one pull request, two safety nets</vt:lpstr>
      <vt:lpstr>Terraform checks fit naturally into GitHub Actions</vt:lpstr>
      <vt:lpstr>State is Terraform's memory</vt:lpstr>
      <vt:lpstr>Lab 1: modules turn repeated logic into an interface</vt:lpstr>
      <vt:lpstr>Lab 2: change, re-plan, and explain the difference</vt:lpstr>
      <vt:lpstr>Lab 3: create a local release record</vt:lpstr>
      <vt:lpstr>HCL gives Terraform a readable contract</vt:lpstr>
      <vt:lpstr>The CLI workflow is the class rhythm</vt:lpstr>
      <vt:lpstr>Terraform has five core concepts</vt:lpstr>
      <vt:lpstr>Infrastructure as code makes intended change visible</vt:lpstr>
      <vt:lpstr>Class setup and ground rules</vt:lpstr>
      <vt:lpstr>Part 2: Terraform without cloud access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eiraehong12@gmail.com</cp:lastModifiedBy>
  <cp:revision>1</cp:revision>
  <dcterms:created xsi:type="dcterms:W3CDTF">2026-07-13T14:36:13Z</dcterms:created>
  <dcterms:modified xsi:type="dcterms:W3CDTF">2026-07-13T14:52:14Z</dcterms:modified>
</cp:coreProperties>
</file>